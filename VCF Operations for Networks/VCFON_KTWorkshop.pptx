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4292533186" r:id="rId4"/>
  </p:sldMasterIdLst>
  <p:notesMasterIdLst>
    <p:notesMasterId r:id="rId37"/>
  </p:notesMasterIdLst>
  <p:handoutMasterIdLst>
    <p:handoutMasterId r:id="rId38"/>
  </p:handoutMasterIdLst>
  <p:sldIdLst>
    <p:sldId id="730492734" r:id="rId5"/>
    <p:sldId id="2145490203" r:id="rId6"/>
    <p:sldId id="2145490204" r:id="rId7"/>
    <p:sldId id="104530434" r:id="rId8"/>
    <p:sldId id="503623522" r:id="rId9"/>
    <p:sldId id="123355208" r:id="rId10"/>
    <p:sldId id="256" r:id="rId11"/>
    <p:sldId id="257" r:id="rId12"/>
    <p:sldId id="1951489386" r:id="rId13"/>
    <p:sldId id="2076592422" r:id="rId14"/>
    <p:sldId id="1925243092" r:id="rId15"/>
    <p:sldId id="509233247" r:id="rId16"/>
    <p:sldId id="1506350709" r:id="rId17"/>
    <p:sldId id="1221244715" r:id="rId18"/>
    <p:sldId id="501421061" r:id="rId19"/>
    <p:sldId id="313857119" r:id="rId20"/>
    <p:sldId id="806604344" r:id="rId21"/>
    <p:sldId id="745615270" r:id="rId22"/>
    <p:sldId id="1009199614" r:id="rId23"/>
    <p:sldId id="1048275141" r:id="rId24"/>
    <p:sldId id="692918925" r:id="rId25"/>
    <p:sldId id="564688571" r:id="rId26"/>
    <p:sldId id="427948828" r:id="rId27"/>
    <p:sldId id="1054620812" r:id="rId28"/>
    <p:sldId id="975184902" r:id="rId29"/>
    <p:sldId id="8444777" r:id="rId30"/>
    <p:sldId id="1811547432" r:id="rId31"/>
    <p:sldId id="793423621" r:id="rId32"/>
    <p:sldId id="1002204933" r:id="rId33"/>
    <p:sldId id="287555273" r:id="rId34"/>
    <p:sldId id="1496326049" r:id="rId35"/>
    <p:sldId id="1468489996" r:id="rId36"/>
  </p:sldIdLst>
  <p:sldSz cx="12188825" cy="6858000"/>
  <p:notesSz cx="6858000" cy="9144000"/>
  <p:custDataLst>
    <p:tags r:id="rId39"/>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E834FE5E-20A7-604D-8AA1-281255D61C6D}">
          <p14:sldIdLst>
            <p14:sldId id="730492734"/>
            <p14:sldId id="2145490203"/>
            <p14:sldId id="2145490204"/>
            <p14:sldId id="104530434"/>
            <p14:sldId id="503623522"/>
            <p14:sldId id="123355208"/>
          </p14:sldIdLst>
        </p14:section>
        <p14:section name="SolutionSection" id="{508A8CA3-F2A3-3D4F-8896-D0BC80E06C44}">
          <p14:sldIdLst>
            <p14:sldId id="256"/>
            <p14:sldId id="257"/>
          </p14:sldIdLst>
        </p14:section>
        <p14:section name="ScopeSection" id="{B007C3D6-D81B-104E-A7A6-1D795712ED9B}">
          <p14:sldIdLst>
            <p14:sldId id="1951489386"/>
            <p14:sldId id="2076592422"/>
            <p14:sldId id="1925243092"/>
            <p14:sldId id="509233247"/>
            <p14:sldId id="1506350709"/>
            <p14:sldId id="1221244715"/>
          </p14:sldIdLst>
        </p14:section>
        <p14:section name="ProductSection" id="{2DEFBDAA-0E4C-D94A-8F63-1A85F493F1B1}">
          <p14:sldIdLst>
            <p14:sldId id="501421061"/>
            <p14:sldId id="313857119"/>
            <p14:sldId id="806604344"/>
            <p14:sldId id="745615270"/>
            <p14:sldId id="1009199614"/>
            <p14:sldId id="1048275141"/>
            <p14:sldId id="692918925"/>
            <p14:sldId id="564688571"/>
            <p14:sldId id="427948828"/>
            <p14:sldId id="1054620812"/>
            <p14:sldId id="975184902"/>
            <p14:sldId id="8444777"/>
            <p14:sldId id="1811547432"/>
            <p14:sldId id="793423621"/>
            <p14:sldId id="1002204933"/>
            <p14:sldId id="287555273"/>
            <p14:sldId id="1496326049"/>
            <p14:sldId id="1468489996"/>
          </p14:sldIdLst>
        </p14:section>
        <p14:section name="AdoptionSection" id="{F5F14566-8E8D-1345-BF13-464AA68CA61D}">
          <p14:sldIdLst/>
        </p14:section>
        <p14:section name="CloseSection" id="{BEFE7536-9CDF-5D4C-A70B-E8C31045436F}">
          <p14:sldIdLst/>
        </p14:section>
      </p14:sectionLst>
    </p:ext>
    <p:ext uri="{EFAFB233-063F-42B5-8137-9DF3F51BA10A}">
      <p15:sldGuideLst xmlns:p15="http://schemas.microsoft.com/office/powerpoint/2012/main"/>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uthor" initials="A" lastIdx="3"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87C2C"/>
    <a:srgbClr val="AADB1E"/>
    <a:srgbClr val="6DB33F"/>
    <a:srgbClr val="006990"/>
    <a:srgbClr val="E6E6E6"/>
    <a:srgbClr val="7F35AB"/>
    <a:srgbClr val="7636AE"/>
    <a:srgbClr val="264088"/>
    <a:srgbClr val="B3B3B3"/>
    <a:srgbClr val="BFBFB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6E25E649-3F16-4E02-A733-19D2CDBF48F0}">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E269D01E-BC32-4049-B463-5C60D7B0CCD2}" styleName="Themed Style 2 - Accent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05" autoAdjust="0"/>
    <p:restoredTop sz="94783" autoAdjust="0"/>
  </p:normalViewPr>
  <p:slideViewPr>
    <p:cSldViewPr snapToGrid="0">
      <p:cViewPr varScale="1">
        <p:scale>
          <a:sx n="159" d="100"/>
          <a:sy n="159" d="100"/>
        </p:scale>
        <p:origin x="2514" y="138"/>
      </p:cViewPr>
      <p:guideLst/>
    </p:cSldViewPr>
  </p:slideViewPr>
  <p:outlineViewPr>
    <p:cViewPr>
      <p:scale>
        <a:sx n="33" d="100"/>
        <a:sy n="33" d="100"/>
      </p:scale>
      <p:origin x="0" y="-51182"/>
    </p:cViewPr>
  </p:outlineViewPr>
  <p:notesTextViewPr>
    <p:cViewPr>
      <p:scale>
        <a:sx n="1" d="1"/>
        <a:sy n="1" d="1"/>
      </p:scale>
      <p:origin x="0" y="0"/>
    </p:cViewPr>
  </p:notesTextViewPr>
  <p:sorterViewPr>
    <p:cViewPr>
      <p:scale>
        <a:sx n="60" d="100"/>
        <a:sy n="60" d="100"/>
      </p:scale>
      <p:origin x="0" y="-6396"/>
    </p:cViewPr>
  </p:sorterViewPr>
  <p:notesViewPr>
    <p:cSldViewPr snapToGrid="0" showGuides="1">
      <p:cViewPr varScale="1">
        <p:scale>
          <a:sx n="59" d="100"/>
          <a:sy n="59" d="100"/>
        </p:scale>
        <p:origin x="2371" y="17"/>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tags" Target="tags/tag1.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viewProps" Target="view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notesMaster" Target="notesMasters/notesMaster1.xml"/><Relationship Id="rId40" Type="http://schemas.openxmlformats.org/officeDocument/2006/relationships/commentAuthors" Target="commentAuthor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theme" Target="theme/theme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latin typeface="Metropolis" panose="00000500000000000000" pitchFamily="50" charset="0"/>
            </a:endParaRPr>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FB004553-04C5-4BB3-AD4E-8B2EF3CDDAF9}" type="datetimeFigureOut">
              <a:rPr lang="en-US" smtClean="0">
                <a:latin typeface="Metropolis" panose="00000500000000000000" pitchFamily="50" charset="0"/>
              </a:rPr>
              <a:t>4/27/2026</a:t>
            </a:fld>
            <a:endParaRPr lang="en-US" dirty="0">
              <a:latin typeface="Metropolis" panose="00000500000000000000" pitchFamily="50" charset="0"/>
            </a:endParaRPr>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latin typeface="Metropolis" panose="00000500000000000000" pitchFamily="50" charset="0"/>
            </a:endParaRPr>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2E6A881F-0910-47D3-BD01-4F68834EC353}" type="slidenum">
              <a:rPr lang="en-US" smtClean="0">
                <a:latin typeface="Metropolis" panose="00000500000000000000" pitchFamily="50" charset="0"/>
              </a:rPr>
              <a:t>‹#›</a:t>
            </a:fld>
            <a:endParaRPr lang="en-US" dirty="0">
              <a:latin typeface="Metropolis" panose="00000500000000000000" pitchFamily="50" charset="0"/>
            </a:endParaRPr>
          </a:p>
        </p:txBody>
      </p:sp>
    </p:spTree>
    <p:extLst>
      <p:ext uri="{BB962C8B-B14F-4D97-AF65-F5344CB8AC3E}">
        <p14:creationId xmlns:p14="http://schemas.microsoft.com/office/powerpoint/2010/main" val="32686676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Metropolis" panose="00000500000000000000" pitchFamily="50" charset="0"/>
              </a:defRPr>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atin typeface="Metropolis" panose="00000500000000000000" pitchFamily="50" charset="0"/>
              </a:defRPr>
            </a:lvl1pPr>
          </a:lstStyle>
          <a:p>
            <a:fld id="{3CB6F0DB-E055-41D0-9102-627A646E4242}" type="datetimeFigureOut">
              <a:rPr lang="en-US" smtClean="0"/>
              <a:pPr/>
              <a:t>4/27/2026</a:t>
            </a:fld>
            <a:endParaRPr lang="en-US" dirty="0"/>
          </a:p>
        </p:txBody>
      </p:sp>
      <p:sp>
        <p:nvSpPr>
          <p:cNvPr id="4" name="Slide Image Placeholder 3"/>
          <p:cNvSpPr>
            <a:spLocks noGrp="1" noRot="1" noChangeAspect="1"/>
          </p:cNvSpPr>
          <p:nvPr>
            <p:ph type="sldImg" idx="2"/>
          </p:nvPr>
        </p:nvSpPr>
        <p:spPr>
          <a:xfrm>
            <a:off x="788988" y="609600"/>
            <a:ext cx="5280025" cy="29718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457200" y="3810000"/>
            <a:ext cx="5943600" cy="4876800"/>
          </a:xfrm>
          <a:prstGeom prst="rect">
            <a:avLst/>
          </a:prstGeom>
        </p:spPr>
        <p:txBody>
          <a:bodyPr vert="horz" lIns="0" tIns="0" rIns="0" bIns="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atin typeface="Metropolis" panose="00000500000000000000" pitchFamily="50" charset="0"/>
              </a:defRPr>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atin typeface="Metropolis" panose="00000500000000000000" pitchFamily="50" charset="0"/>
              </a:defRPr>
            </a:lvl1pPr>
          </a:lstStyle>
          <a:p>
            <a:fld id="{9F4FBC3A-A12C-40F9-BB8D-BC30C7901396}" type="slidenum">
              <a:rPr lang="en-US" smtClean="0"/>
              <a:pPr/>
              <a:t>‹#›</a:t>
            </a:fld>
            <a:endParaRPr lang="en-US" dirty="0"/>
          </a:p>
        </p:txBody>
      </p:sp>
    </p:spTree>
    <p:extLst>
      <p:ext uri="{BB962C8B-B14F-4D97-AF65-F5344CB8AC3E}">
        <p14:creationId xmlns:p14="http://schemas.microsoft.com/office/powerpoint/2010/main" val="20129097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etropolis" panose="00000500000000000000" pitchFamily="50" charset="0"/>
        <a:ea typeface="+mn-ea"/>
        <a:cs typeface="+mn-cs"/>
      </a:defRPr>
    </a:lvl1pPr>
    <a:lvl2pPr marL="457200" algn="l" defTabSz="914400" rtl="0" eaLnBrk="1" latinLnBrk="0" hangingPunct="1">
      <a:defRPr sz="1200" kern="1200">
        <a:solidFill>
          <a:schemeClr val="tx1"/>
        </a:solidFill>
        <a:latin typeface="Metropolis" panose="00000500000000000000" pitchFamily="50" charset="0"/>
        <a:ea typeface="+mn-ea"/>
        <a:cs typeface="+mn-cs"/>
      </a:defRPr>
    </a:lvl2pPr>
    <a:lvl3pPr marL="914400" algn="l" defTabSz="914400" rtl="0" eaLnBrk="1" latinLnBrk="0" hangingPunct="1">
      <a:defRPr sz="1200" kern="1200">
        <a:solidFill>
          <a:schemeClr val="tx1"/>
        </a:solidFill>
        <a:latin typeface="Metropolis" panose="00000500000000000000" pitchFamily="50" charset="0"/>
        <a:ea typeface="+mn-ea"/>
        <a:cs typeface="+mn-cs"/>
      </a:defRPr>
    </a:lvl3pPr>
    <a:lvl4pPr marL="1371600" algn="l" defTabSz="914400" rtl="0" eaLnBrk="1" latinLnBrk="0" hangingPunct="1">
      <a:defRPr sz="1200" kern="1200">
        <a:solidFill>
          <a:schemeClr val="tx1"/>
        </a:solidFill>
        <a:latin typeface="Metropolis" panose="00000500000000000000" pitchFamily="50" charset="0"/>
        <a:ea typeface="+mn-ea"/>
        <a:cs typeface="+mn-cs"/>
      </a:defRPr>
    </a:lvl4pPr>
    <a:lvl5pPr marL="1828800" algn="l" defTabSz="914400" rtl="0" eaLnBrk="1" latinLnBrk="0" hangingPunct="1">
      <a:defRPr sz="1200" kern="1200">
        <a:solidFill>
          <a:schemeClr val="tx1"/>
        </a:solidFill>
        <a:latin typeface="Metropolis" panose="00000500000000000000" pitchFamily="50"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33400" y="661988"/>
            <a:ext cx="5740400" cy="3230562"/>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F4FBC3A-A12C-40F9-BB8D-BC30C7901396}" type="slidenum">
              <a:rPr lang="en-US" smtClean="0"/>
              <a:pPr/>
              <a:t>1</a:t>
            </a:fld>
            <a:endParaRPr lang="en-US" dirty="0"/>
          </a:p>
        </p:txBody>
      </p:sp>
    </p:spTree>
    <p:extLst>
      <p:ext uri="{BB962C8B-B14F-4D97-AF65-F5344CB8AC3E}">
        <p14:creationId xmlns:p14="http://schemas.microsoft.com/office/powerpoint/2010/main" val="185386601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87400" y="609600"/>
            <a:ext cx="5283200" cy="29718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F4FBC3A-A12C-40F9-BB8D-BC30C7901396}" type="slidenum">
              <a:rPr lang="en-US" smtClean="0"/>
              <a:pPr/>
              <a:t>4</a:t>
            </a:fld>
            <a:endParaRPr lang="en-US" dirty="0"/>
          </a:p>
        </p:txBody>
      </p:sp>
    </p:spTree>
    <p:extLst>
      <p:ext uri="{BB962C8B-B14F-4D97-AF65-F5344CB8AC3E}">
        <p14:creationId xmlns:p14="http://schemas.microsoft.com/office/powerpoint/2010/main" val="1085733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1D23F050-29AB-43C3-9A03-502B8B5AE263}" type="slidenum">
              <a:rPr lang="en-US" smtClean="0"/>
              <a:pPr>
                <a:defRPr/>
              </a:pPr>
              <a:t>5</a:t>
            </a:fld>
            <a:endParaRPr lang="en-US" dirty="0"/>
          </a:p>
        </p:txBody>
      </p:sp>
    </p:spTree>
    <p:extLst>
      <p:ext uri="{BB962C8B-B14F-4D97-AF65-F5344CB8AC3E}">
        <p14:creationId xmlns:p14="http://schemas.microsoft.com/office/powerpoint/2010/main" val="24612343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8"/>
        <p:cNvGrpSpPr/>
        <p:nvPr/>
      </p:nvGrpSpPr>
      <p:grpSpPr>
        <a:xfrm>
          <a:off x="0" y="0"/>
          <a:ext cx="0" cy="0"/>
          <a:chOff x="0" y="0"/>
          <a:chExt cx="0" cy="0"/>
        </a:xfrm>
      </p:grpSpPr>
      <p:sp>
        <p:nvSpPr>
          <p:cNvPr id="1809" name="Google Shape;1809;g3978402b0d5_2_1041:notes"/>
          <p:cNvSpPr>
            <a:spLocks noGrp="1" noRot="1" noChangeAspect="1"/>
          </p:cNvSpPr>
          <p:nvPr>
            <p:ph type="sldImg" idx="2"/>
          </p:nvPr>
        </p:nvSpPr>
        <p:spPr>
          <a:xfrm>
            <a:off x="787400" y="609600"/>
            <a:ext cx="5283200" cy="29718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10" name="Google Shape;1810;g3978402b0d5_2_1041:notes"/>
          <p:cNvSpPr txBox="1">
            <a:spLocks noGrp="1"/>
          </p:cNvSpPr>
          <p:nvPr>
            <p:ph type="body" idx="1"/>
          </p:nvPr>
        </p:nvSpPr>
        <p:spPr>
          <a:xfrm>
            <a:off x="457200" y="3810000"/>
            <a:ext cx="5943600" cy="4876800"/>
          </a:xfrm>
          <a:prstGeom prst="rect">
            <a:avLst/>
          </a:prstGeom>
          <a:noFill/>
          <a:ln>
            <a:noFill/>
          </a:ln>
        </p:spPr>
        <p:txBody>
          <a:bodyPr spcFirstLastPara="1" wrap="square" lIns="0" tIns="0" rIns="0" bIns="0" anchor="t" anchorCtr="0">
            <a:noAutofit/>
          </a:bodyPr>
          <a:lstStyle/>
          <a:p>
            <a:pPr marL="0" lvl="0" indent="0" algn="l" rtl="0">
              <a:lnSpc>
                <a:spcPct val="60000"/>
              </a:lnSpc>
              <a:spcBef>
                <a:spcPts val="0"/>
              </a:spcBef>
              <a:spcAft>
                <a:spcPts val="0"/>
              </a:spcAft>
              <a:buClr>
                <a:schemeClr val="dk1"/>
              </a:buClr>
              <a:buSzPts val="930"/>
              <a:buFont typeface="Arial"/>
              <a:buNone/>
            </a:pPr>
            <a:r>
              <a:rPr lang="en-US" sz="930" b="1" u="sng">
                <a:solidFill>
                  <a:schemeClr val="dk1"/>
                </a:solidFill>
              </a:rPr>
              <a:t>Talk Track:</a:t>
            </a:r>
            <a:endParaRPr/>
          </a:p>
          <a:p>
            <a:pPr marL="0" lvl="0" indent="0" algn="l" rtl="0">
              <a:lnSpc>
                <a:spcPct val="80000"/>
              </a:lnSpc>
              <a:spcBef>
                <a:spcPts val="0"/>
              </a:spcBef>
              <a:spcAft>
                <a:spcPts val="0"/>
              </a:spcAft>
              <a:buClr>
                <a:schemeClr val="dk1"/>
              </a:buClr>
              <a:buSzPts val="1400"/>
              <a:buFont typeface="Arial"/>
              <a:buNone/>
            </a:pPr>
            <a:r>
              <a:rPr lang="en-US" sz="930" strike="noStrike"/>
              <a:t>Let's introduce VMware Cloud Foundation (VCF) 9 and the advanced services that are available with VCF. </a:t>
            </a:r>
            <a:endParaRPr sz="930"/>
          </a:p>
          <a:p>
            <a:pPr marL="0" lvl="0" indent="0" algn="l" rtl="0">
              <a:lnSpc>
                <a:spcPct val="80000"/>
              </a:lnSpc>
              <a:spcBef>
                <a:spcPts val="0"/>
              </a:spcBef>
              <a:spcAft>
                <a:spcPts val="0"/>
              </a:spcAft>
              <a:buClr>
                <a:schemeClr val="dk1"/>
              </a:buClr>
              <a:buSzPts val="1400"/>
              <a:buFont typeface="Arial"/>
              <a:buNone/>
            </a:pPr>
            <a:endParaRPr sz="930"/>
          </a:p>
          <a:p>
            <a:pPr marL="0" lvl="0" indent="0" algn="l" rtl="0">
              <a:lnSpc>
                <a:spcPct val="80000"/>
              </a:lnSpc>
              <a:spcBef>
                <a:spcPts val="0"/>
              </a:spcBef>
              <a:spcAft>
                <a:spcPts val="0"/>
              </a:spcAft>
              <a:buClr>
                <a:schemeClr val="dk1"/>
              </a:buClr>
              <a:buSzPts val="1400"/>
              <a:buFont typeface="Arial"/>
              <a:buNone/>
            </a:pPr>
            <a:r>
              <a:rPr lang="en-US" sz="930" strike="noStrike"/>
              <a:t>VCF offers a flexible platform that can be deployed on-premises, in public clouds, within sovereign clouds, at the edge, or even in telco environments. This extensible approach allows VCF to support both traditional and modern application environments, enabling a wide range of deployment scenarios. One key feature of VCF is license portability, which we’ll explore in more detail later. This feature allows customers to take entitlements purchased on-premises and extend them across various environments, including public cloud providers, hyperscalers, sovereign clouds, edge locations, and telco environments.</a:t>
            </a:r>
            <a:endParaRPr/>
          </a:p>
          <a:p>
            <a:pPr marL="0" lvl="0" indent="0" algn="l" rtl="0">
              <a:lnSpc>
                <a:spcPct val="80000"/>
              </a:lnSpc>
              <a:spcBef>
                <a:spcPts val="0"/>
              </a:spcBef>
              <a:spcAft>
                <a:spcPts val="0"/>
              </a:spcAft>
              <a:buClr>
                <a:schemeClr val="dk1"/>
              </a:buClr>
              <a:buSzPts val="1400"/>
              <a:buFont typeface="Arial"/>
              <a:buNone/>
            </a:pPr>
            <a:r>
              <a:rPr lang="en-US" sz="930" strike="noStrike"/>
              <a:t>When we talk about the personas that interact with VCF </a:t>
            </a:r>
            <a:r>
              <a:rPr lang="en-US" sz="930"/>
              <a:t>9</a:t>
            </a:r>
            <a:r>
              <a:rPr lang="en-US" sz="930" strike="noStrike"/>
              <a:t>, we typically focus on two main groups: the cloud admins (formerly referred to as VI admins) and the consumers of the infrastructure. Cloud admins are responsible for deploying and managing the infrastructure from the ground up. This includes setting up the initial environment (Day 0), managing capacity, and ensuring proper configuration and tenancy for different consumers within the system.</a:t>
            </a:r>
            <a:endParaRPr/>
          </a:p>
          <a:p>
            <a:pPr marL="0" lvl="0" indent="0" algn="l" rtl="0">
              <a:lnSpc>
                <a:spcPct val="80000"/>
              </a:lnSpc>
              <a:spcBef>
                <a:spcPts val="0"/>
              </a:spcBef>
              <a:spcAft>
                <a:spcPts val="0"/>
              </a:spcAft>
              <a:buClr>
                <a:schemeClr val="dk1"/>
              </a:buClr>
              <a:buSzPts val="1400"/>
              <a:buFont typeface="Arial"/>
              <a:buNone/>
            </a:pPr>
            <a:r>
              <a:rPr lang="en-US" sz="930" strike="noStrike"/>
              <a:t>Cloud admins are also focused on site reliability engineering, ensuring operational efficiencies are in place to scale effectively. They manage the underlying infrastructure for compute, storage, and networking, utilizing core VMware technologies like vSphere, vSAN, and NSX, as well as other networking technologies. All of this is integrated through an operational layer that provides fleet management, security, and automation, allowing the cloud admin to deliver a private cloud platform as a service. This infrastructure supports traditional VM-based applications, Kubernetes for container orchestration, and even AI and machine learning environments, including generative AI.</a:t>
            </a:r>
            <a:endParaRPr/>
          </a:p>
          <a:p>
            <a:pPr marL="0" lvl="0" indent="0" algn="l" rtl="0">
              <a:lnSpc>
                <a:spcPct val="80000"/>
              </a:lnSpc>
              <a:spcBef>
                <a:spcPts val="0"/>
              </a:spcBef>
              <a:spcAft>
                <a:spcPts val="0"/>
              </a:spcAft>
              <a:buClr>
                <a:schemeClr val="dk1"/>
              </a:buClr>
              <a:buSzPts val="1400"/>
              <a:buFont typeface="Arial"/>
              <a:buNone/>
            </a:pPr>
            <a:r>
              <a:rPr lang="en-US" sz="930" strike="noStrike"/>
              <a:t>On the other side, consumers leverage the infrastructure-as-a-service (IaaS) components, which are abstracted for compute, storage, and networking. These services provide a framework for developers, platform teams, and DevOps teams to use IaaS and deploy multi-tenant environments. The platform manager oversees tenant management, ensuring everything is organized within a self-service catalog. This allows users to blueprint standardized models for deploying new applications, which include security, networking, storage, and compute requirements—such as GPU allocation. Once these models are configured, they can be easily deployed each time a consumer needs to build a new application cluster.</a:t>
            </a:r>
            <a:endParaRPr/>
          </a:p>
          <a:p>
            <a:pPr marL="0" lvl="0" indent="0" algn="l" rtl="0">
              <a:lnSpc>
                <a:spcPct val="80000"/>
              </a:lnSpc>
              <a:spcBef>
                <a:spcPts val="0"/>
              </a:spcBef>
              <a:spcAft>
                <a:spcPts val="0"/>
              </a:spcAft>
              <a:buClr>
                <a:schemeClr val="dk1"/>
              </a:buClr>
              <a:buSzPts val="1400"/>
              <a:buFont typeface="Arial"/>
              <a:buNone/>
            </a:pPr>
            <a:r>
              <a:rPr lang="en-US" sz="930" strike="noStrike"/>
              <a:t>This setup also includes orchestration tools and application services necessary for a complete developer environment. Much of this is powered by the embedded Kubernetes runtime (VKE), the vSphere Kubernetes service, and associated services, which combine IaaS components with the other elements required to deliver a modern application environment. Together, cloud admins and consumers leverage VCF as a private cloud platform to deliver these services at scale.</a:t>
            </a:r>
            <a:endParaRPr/>
          </a:p>
          <a:p>
            <a:pPr marL="0" lvl="0" indent="0" algn="l" rtl="0">
              <a:lnSpc>
                <a:spcPct val="80000"/>
              </a:lnSpc>
              <a:spcBef>
                <a:spcPts val="0"/>
              </a:spcBef>
              <a:spcAft>
                <a:spcPts val="0"/>
              </a:spcAft>
              <a:buClr>
                <a:schemeClr val="dk1"/>
              </a:buClr>
              <a:buSzPts val="1400"/>
              <a:buFont typeface="Arial"/>
              <a:buNone/>
            </a:pPr>
            <a:r>
              <a:rPr lang="en-US" sz="930" strike="noStrike"/>
              <a:t>Beyond the core VCF platform, VMware also offers a portfolio of advanced services to cover key use cases like private AI, disaster recovery, ransomware protection, advanced security (including cybersecurity measures for malware and ransomware), load balancing, application services, data services (such as database-as-a-service), network observability, business operations, and secure access. We’ll dive deeper into these advanced services in a future module.</a:t>
            </a:r>
            <a:endParaRPr/>
          </a:p>
          <a:p>
            <a:pPr marL="0" lvl="0" indent="0" algn="l" rtl="0">
              <a:lnSpc>
                <a:spcPct val="80000"/>
              </a:lnSpc>
              <a:spcBef>
                <a:spcPts val="0"/>
              </a:spcBef>
              <a:spcAft>
                <a:spcPts val="0"/>
              </a:spcAft>
              <a:buClr>
                <a:schemeClr val="dk1"/>
              </a:buClr>
              <a:buSzPts val="1400"/>
              <a:buFont typeface="Arial"/>
              <a:buNone/>
            </a:pPr>
            <a:r>
              <a:rPr lang="en-US" sz="930" strike="noStrike"/>
              <a:t>Consumers can access these services through their preferred language, whether it's APIs, CLIs, or infrastructure-as-code, providing a flexible and scalable platform that meets a variety of needs.</a:t>
            </a:r>
            <a:endParaRPr/>
          </a:p>
          <a:p>
            <a:pPr marL="0" lvl="0" indent="0" algn="l" rtl="0">
              <a:lnSpc>
                <a:spcPct val="80000"/>
              </a:lnSpc>
              <a:spcBef>
                <a:spcPts val="0"/>
              </a:spcBef>
              <a:spcAft>
                <a:spcPts val="0"/>
              </a:spcAft>
              <a:buClr>
                <a:schemeClr val="dk1"/>
              </a:buClr>
              <a:buSzPts val="1400"/>
              <a:buFont typeface="Arial"/>
              <a:buNone/>
            </a:pPr>
            <a:endParaRPr sz="930" strike="noStrike"/>
          </a:p>
          <a:p>
            <a:pPr marL="0" lvl="0" indent="0" algn="l" rtl="0">
              <a:lnSpc>
                <a:spcPct val="80000"/>
              </a:lnSpc>
              <a:spcBef>
                <a:spcPts val="0"/>
              </a:spcBef>
              <a:spcAft>
                <a:spcPts val="0"/>
              </a:spcAft>
              <a:buClr>
                <a:schemeClr val="dk1"/>
              </a:buClr>
              <a:buSzPts val="1400"/>
              <a:buFont typeface="Arial"/>
              <a:buNone/>
            </a:pPr>
            <a:endParaRPr sz="930" strike="noStrike"/>
          </a:p>
          <a:p>
            <a:pPr marL="0" lvl="0" indent="0" algn="l" rtl="0">
              <a:lnSpc>
                <a:spcPct val="80000"/>
              </a:lnSpc>
              <a:spcBef>
                <a:spcPts val="0"/>
              </a:spcBef>
              <a:spcAft>
                <a:spcPts val="0"/>
              </a:spcAft>
              <a:buClr>
                <a:schemeClr val="dk1"/>
              </a:buClr>
              <a:buSzPts val="1400"/>
              <a:buFont typeface="Arial"/>
              <a:buNone/>
            </a:pPr>
            <a:endParaRPr sz="930"/>
          </a:p>
        </p:txBody>
      </p:sp>
      <p:sp>
        <p:nvSpPr>
          <p:cNvPr id="1811" name="Google Shape;1811;g3978402b0d5_2_104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chemeClr val="dk1"/>
              </a:buClr>
              <a:buSzPts val="1400"/>
              <a:buFont typeface="Arial"/>
              <a:buNone/>
            </a:pPr>
            <a:fld id="{00000000-1234-1234-1234-123412341234}" type="slidenum">
              <a:rPr lang="en-US"/>
              <a:t>7</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7"/>
        <p:cNvGrpSpPr/>
        <p:nvPr/>
      </p:nvGrpSpPr>
      <p:grpSpPr>
        <a:xfrm>
          <a:off x="0" y="0"/>
          <a:ext cx="0" cy="0"/>
          <a:chOff x="0" y="0"/>
          <a:chExt cx="0" cy="0"/>
        </a:xfrm>
      </p:grpSpPr>
      <p:sp>
        <p:nvSpPr>
          <p:cNvPr id="1908" name="Google Shape;1908;p11: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09" name="Google Shape;1909;p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400"/>
              <a:buFont typeface="Arial"/>
              <a:buNone/>
            </a:pPr>
            <a:r>
              <a:rPr lang="en-US"/>
              <a:t>Now that we’ve covered what VMware Cloud Foundation delivers, let’s look at how customers are putting it to work.</a:t>
            </a:r>
            <a:endParaRPr/>
          </a:p>
          <a:p>
            <a:pPr marL="0" lvl="0" indent="0" algn="l" rtl="0">
              <a:lnSpc>
                <a:spcPct val="115000"/>
              </a:lnSpc>
              <a:spcBef>
                <a:spcPts val="0"/>
              </a:spcBef>
              <a:spcAft>
                <a:spcPts val="0"/>
              </a:spcAft>
              <a:buClr>
                <a:schemeClr val="dk1"/>
              </a:buClr>
              <a:buSzPts val="1400"/>
              <a:buFont typeface="Arial"/>
              <a:buNone/>
            </a:pPr>
            <a:endParaRPr/>
          </a:p>
          <a:p>
            <a:pPr marL="0" lvl="0" indent="0" algn="l" rtl="0">
              <a:lnSpc>
                <a:spcPct val="115000"/>
              </a:lnSpc>
              <a:spcBef>
                <a:spcPts val="0"/>
              </a:spcBef>
              <a:spcAft>
                <a:spcPts val="0"/>
              </a:spcAft>
              <a:buClr>
                <a:schemeClr val="dk1"/>
              </a:buClr>
              <a:buSzPts val="1400"/>
              <a:buFont typeface="Arial"/>
              <a:buNone/>
            </a:pPr>
            <a:r>
              <a:rPr lang="en-US"/>
              <a:t>These nine use cases reflect real-world priorities we’re seeing across industries — and they map directly to the three pillars we’ve been discussing.</a:t>
            </a:r>
            <a:endParaRPr/>
          </a:p>
          <a:p>
            <a:pPr marL="0" lvl="0" indent="0" algn="l" rtl="0">
              <a:lnSpc>
                <a:spcPct val="115000"/>
              </a:lnSpc>
              <a:spcBef>
                <a:spcPts val="0"/>
              </a:spcBef>
              <a:spcAft>
                <a:spcPts val="0"/>
              </a:spcAft>
              <a:buClr>
                <a:schemeClr val="dk1"/>
              </a:buClr>
              <a:buSzPts val="1400"/>
              <a:buFont typeface="Arial"/>
              <a:buNone/>
            </a:pPr>
            <a:endParaRPr/>
          </a:p>
          <a:p>
            <a:pPr marL="0" lvl="0" indent="0" algn="l" rtl="0">
              <a:lnSpc>
                <a:spcPct val="115000"/>
              </a:lnSpc>
              <a:spcBef>
                <a:spcPts val="0"/>
              </a:spcBef>
              <a:spcAft>
                <a:spcPts val="0"/>
              </a:spcAft>
              <a:buClr>
                <a:schemeClr val="dk1"/>
              </a:buClr>
              <a:buSzPts val="1400"/>
              <a:buFont typeface="Arial"/>
              <a:buNone/>
            </a:pPr>
            <a:r>
              <a:rPr lang="en-US"/>
              <a:t>Under Modern Infrastructure, customers are building private cloud platforms to replace aging three-tier infrastructure — modernizing their core data centers with automated provisioning and full-stack lifecycle management.</a:t>
            </a:r>
            <a:endParaRPr/>
          </a:p>
          <a:p>
            <a:pPr marL="0" lvl="0" indent="0" algn="l" rtl="0">
              <a:lnSpc>
                <a:spcPct val="115000"/>
              </a:lnSpc>
              <a:spcBef>
                <a:spcPts val="0"/>
              </a:spcBef>
              <a:spcAft>
                <a:spcPts val="0"/>
              </a:spcAft>
              <a:buClr>
                <a:schemeClr val="dk1"/>
              </a:buClr>
              <a:buSzPts val="1400"/>
              <a:buFont typeface="Arial"/>
              <a:buNone/>
            </a:pPr>
            <a:r>
              <a:rPr lang="en-US"/>
              <a:t>Others are extending their private cloud out to edge locations, like retail stores and manufacturing facilities, where they need cloud services close to users and devices.</a:t>
            </a:r>
            <a:endParaRPr/>
          </a:p>
          <a:p>
            <a:pPr marL="0" lvl="0" indent="0" algn="l" rtl="0">
              <a:lnSpc>
                <a:spcPct val="115000"/>
              </a:lnSpc>
              <a:spcBef>
                <a:spcPts val="0"/>
              </a:spcBef>
              <a:spcAft>
                <a:spcPts val="0"/>
              </a:spcAft>
              <a:buClr>
                <a:schemeClr val="dk1"/>
              </a:buClr>
              <a:buSzPts val="1400"/>
              <a:buFont typeface="Arial"/>
              <a:buNone/>
            </a:pPr>
            <a:r>
              <a:rPr lang="en-US"/>
              <a:t>And many are delivering Infrastructure as a Service internally — providing dev teams or business units with on-demand access to compute, storage, and network resources without manual IT bottlenecks.</a:t>
            </a:r>
            <a:endParaRPr/>
          </a:p>
          <a:p>
            <a:pPr marL="0" lvl="0" indent="0" algn="l" rtl="0">
              <a:lnSpc>
                <a:spcPct val="115000"/>
              </a:lnSpc>
              <a:spcBef>
                <a:spcPts val="0"/>
              </a:spcBef>
              <a:spcAft>
                <a:spcPts val="0"/>
              </a:spcAft>
              <a:buClr>
                <a:schemeClr val="dk1"/>
              </a:buClr>
              <a:buSzPts val="1400"/>
              <a:buFont typeface="Arial"/>
              <a:buNone/>
            </a:pPr>
            <a:endParaRPr/>
          </a:p>
          <a:p>
            <a:pPr marL="0" lvl="0" indent="0" algn="l" rtl="0">
              <a:lnSpc>
                <a:spcPct val="115000"/>
              </a:lnSpc>
              <a:spcBef>
                <a:spcPts val="0"/>
              </a:spcBef>
              <a:spcAft>
                <a:spcPts val="0"/>
              </a:spcAft>
              <a:buClr>
                <a:schemeClr val="dk1"/>
              </a:buClr>
              <a:buSzPts val="1400"/>
              <a:buFont typeface="Arial"/>
              <a:buNone/>
            </a:pPr>
            <a:r>
              <a:rPr lang="en-US"/>
              <a:t>Under the Unified Cloud Experience pillar, organizations are accelerating application modernization by running Kubernetes clusters alongside VMs </a:t>
            </a:r>
            <a:endParaRPr/>
          </a:p>
          <a:p>
            <a:pPr marL="0" lvl="0" indent="0" algn="l" rtl="0">
              <a:lnSpc>
                <a:spcPct val="115000"/>
              </a:lnSpc>
              <a:spcBef>
                <a:spcPts val="0"/>
              </a:spcBef>
              <a:spcAft>
                <a:spcPts val="0"/>
              </a:spcAft>
              <a:buClr>
                <a:schemeClr val="dk1"/>
              </a:buClr>
              <a:buSzPts val="1400"/>
              <a:buFont typeface="Arial"/>
              <a:buNone/>
            </a:pPr>
            <a:r>
              <a:rPr lang="en-US"/>
              <a:t>We’re also seeing customers enabling Private AI — deploying NVIDIA GPUs on VCF to support AI model training and inferencing, all within their secure private cloud environment.</a:t>
            </a:r>
            <a:endParaRPr/>
          </a:p>
          <a:p>
            <a:pPr marL="0" lvl="0" indent="0" algn="l" rtl="0">
              <a:lnSpc>
                <a:spcPct val="115000"/>
              </a:lnSpc>
              <a:spcBef>
                <a:spcPts val="0"/>
              </a:spcBef>
              <a:spcAft>
                <a:spcPts val="0"/>
              </a:spcAft>
              <a:buClr>
                <a:schemeClr val="dk1"/>
              </a:buClr>
              <a:buSzPts val="1400"/>
              <a:buFont typeface="Arial"/>
              <a:buNone/>
            </a:pPr>
            <a:r>
              <a:rPr lang="en-US"/>
              <a:t>And they’re using DevOps principles like infrastructure as code to drive faster innovation across development and operations teams.</a:t>
            </a:r>
            <a:endParaRPr/>
          </a:p>
          <a:p>
            <a:pPr marL="0" lvl="0" indent="0" algn="l" rtl="0">
              <a:lnSpc>
                <a:spcPct val="115000"/>
              </a:lnSpc>
              <a:spcBef>
                <a:spcPts val="0"/>
              </a:spcBef>
              <a:spcAft>
                <a:spcPts val="0"/>
              </a:spcAft>
              <a:buClr>
                <a:schemeClr val="dk1"/>
              </a:buClr>
              <a:buSzPts val="1400"/>
              <a:buFont typeface="Arial"/>
              <a:buNone/>
            </a:pPr>
            <a:endParaRPr/>
          </a:p>
          <a:p>
            <a:pPr marL="0" lvl="0" indent="0" algn="l" rtl="0">
              <a:lnSpc>
                <a:spcPct val="115000"/>
              </a:lnSpc>
              <a:spcBef>
                <a:spcPts val="0"/>
              </a:spcBef>
              <a:spcAft>
                <a:spcPts val="0"/>
              </a:spcAft>
              <a:buClr>
                <a:schemeClr val="dk1"/>
              </a:buClr>
              <a:buSzPts val="1400"/>
              <a:buFont typeface="Arial"/>
              <a:buNone/>
            </a:pPr>
            <a:r>
              <a:rPr lang="en-US"/>
              <a:t>And finally, when it comes to a Secure and Resilient Platform, VCF helps organizations deliver ransomware protection by leveraging automated backup and recovery solutions integrated into the stack.</a:t>
            </a:r>
            <a:endParaRPr/>
          </a:p>
          <a:p>
            <a:pPr marL="0" lvl="0" indent="0" algn="l" rtl="0">
              <a:lnSpc>
                <a:spcPct val="115000"/>
              </a:lnSpc>
              <a:spcBef>
                <a:spcPts val="0"/>
              </a:spcBef>
              <a:spcAft>
                <a:spcPts val="0"/>
              </a:spcAft>
              <a:buClr>
                <a:schemeClr val="dk1"/>
              </a:buClr>
              <a:buSzPts val="1400"/>
              <a:buFont typeface="Arial"/>
              <a:buNone/>
            </a:pPr>
            <a:r>
              <a:rPr lang="en-US"/>
              <a:t>They’re deploying disaster recovery as a service between sites using VMware tools like VMware Live Recovery which is an advanced service for VCF.</a:t>
            </a:r>
            <a:endParaRPr/>
          </a:p>
          <a:p>
            <a:pPr marL="0" lvl="0" indent="0" algn="l" rtl="0">
              <a:lnSpc>
                <a:spcPct val="115000"/>
              </a:lnSpc>
              <a:spcBef>
                <a:spcPts val="0"/>
              </a:spcBef>
              <a:spcAft>
                <a:spcPts val="0"/>
              </a:spcAft>
              <a:buClr>
                <a:schemeClr val="dk1"/>
              </a:buClr>
              <a:buSzPts val="1400"/>
              <a:buFont typeface="Arial"/>
              <a:buNone/>
            </a:pPr>
            <a:r>
              <a:rPr lang="en-US"/>
              <a:t>And they’re ensuring continuous compliance for industries like finance and healthcare by embedding security policies at the infrastructure level.</a:t>
            </a:r>
            <a:endParaRPr/>
          </a:p>
          <a:p>
            <a:pPr marL="0" lvl="0" indent="0" algn="l" rtl="0">
              <a:lnSpc>
                <a:spcPct val="115000"/>
              </a:lnSpc>
              <a:spcBef>
                <a:spcPts val="0"/>
              </a:spcBef>
              <a:spcAft>
                <a:spcPts val="0"/>
              </a:spcAft>
              <a:buClr>
                <a:schemeClr val="dk1"/>
              </a:buClr>
              <a:buSzPts val="1400"/>
              <a:buFont typeface="Arial"/>
              <a:buNone/>
            </a:pPr>
            <a:endParaRPr/>
          </a:p>
          <a:p>
            <a:pPr marL="0" lvl="0" indent="0" algn="l" rtl="0">
              <a:lnSpc>
                <a:spcPct val="115000"/>
              </a:lnSpc>
              <a:spcBef>
                <a:spcPts val="0"/>
              </a:spcBef>
              <a:spcAft>
                <a:spcPts val="0"/>
              </a:spcAft>
              <a:buClr>
                <a:schemeClr val="dk1"/>
              </a:buClr>
              <a:buSzPts val="1400"/>
              <a:buFont typeface="Arial"/>
              <a:buNone/>
            </a:pPr>
            <a:r>
              <a:rPr lang="en-US"/>
              <a:t>These examples highlight how VCF helps organizations build modern infrastructure, create a seamless cloud experience across environments, and strengthen their security and resilience at every layer.</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F4FBC3A-A12C-40F9-BB8D-BC30C7901396}" type="slidenum">
              <a:rPr lang="en-US" smtClean="0"/>
              <a:pPr/>
              <a:t>13</a:t>
            </a:fld>
            <a:endParaRPr lang="en-US" dirty="0"/>
          </a:p>
        </p:txBody>
      </p:sp>
    </p:spTree>
    <p:extLst>
      <p:ext uri="{BB962C8B-B14F-4D97-AF65-F5344CB8AC3E}">
        <p14:creationId xmlns:p14="http://schemas.microsoft.com/office/powerpoint/2010/main" val="392671418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 Leaf">
    <p:spTree>
      <p:nvGrpSpPr>
        <p:cNvPr id="1" name=""/>
        <p:cNvGrpSpPr/>
        <p:nvPr/>
      </p:nvGrpSpPr>
      <p:grpSpPr>
        <a:xfrm>
          <a:off x="0" y="0"/>
          <a:ext cx="0" cy="0"/>
          <a:chOff x="0" y="0"/>
          <a:chExt cx="0" cy="0"/>
        </a:xfrm>
      </p:grpSpPr>
      <p:sp>
        <p:nvSpPr>
          <p:cNvPr id="4" name="Freeform: Shape 3">
            <a:extLst>
              <a:ext uri="{FF2B5EF4-FFF2-40B4-BE49-F238E27FC236}">
                <a16:creationId xmlns:a16="http://schemas.microsoft.com/office/drawing/2014/main" id="{6814E578-7DFB-C273-472E-4EAD46D26ACD}"/>
              </a:ext>
            </a:extLst>
          </p:cNvPr>
          <p:cNvSpPr/>
          <p:nvPr/>
        </p:nvSpPr>
        <p:spPr>
          <a:xfrm>
            <a:off x="-3811" y="-260"/>
            <a:ext cx="6334843" cy="4737302"/>
          </a:xfrm>
          <a:custGeom>
            <a:avLst/>
            <a:gdLst>
              <a:gd name="connsiteX0" fmla="*/ 0 w 6334843"/>
              <a:gd name="connsiteY0" fmla="*/ 0 h 4737302"/>
              <a:gd name="connsiteX1" fmla="*/ 6334843 w 6334843"/>
              <a:gd name="connsiteY1" fmla="*/ 0 h 4737302"/>
              <a:gd name="connsiteX2" fmla="*/ 1987292 w 6334843"/>
              <a:gd name="connsiteY2" fmla="*/ 4347552 h 4737302"/>
              <a:gd name="connsiteX3" fmla="*/ 1046384 w 6334843"/>
              <a:gd name="connsiteY3" fmla="*/ 4737302 h 4737302"/>
              <a:gd name="connsiteX4" fmla="*/ 0 w 6334843"/>
              <a:gd name="connsiteY4" fmla="*/ 4737302 h 47373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334843" h="4737302">
                <a:moveTo>
                  <a:pt x="0" y="0"/>
                </a:moveTo>
                <a:lnTo>
                  <a:pt x="6334843" y="0"/>
                </a:lnTo>
                <a:lnTo>
                  <a:pt x="1987292" y="4347552"/>
                </a:lnTo>
                <a:cubicBezTo>
                  <a:pt x="1737727" y="4597117"/>
                  <a:pt x="1399274" y="4737302"/>
                  <a:pt x="1046384" y="4737302"/>
                </a:cubicBezTo>
                <a:lnTo>
                  <a:pt x="0" y="4737302"/>
                </a:lnTo>
                <a:close/>
              </a:path>
            </a:pathLst>
          </a:custGeom>
          <a:gradFill flip="none" rotWithShape="1">
            <a:gsLst>
              <a:gs pos="7000">
                <a:schemeClr val="accent4"/>
              </a:gs>
              <a:gs pos="83000">
                <a:schemeClr val="accent3"/>
              </a:gs>
            </a:gsLst>
            <a:lin ang="19200000" scaled="0"/>
            <a:tileRect/>
          </a:gradFill>
          <a:ln w="0" cap="flat">
            <a:noFill/>
            <a:prstDash val="solid"/>
            <a:miter/>
          </a:ln>
        </p:spPr>
        <p:txBody>
          <a:bodyPr rtlCol="0" anchor="ctr"/>
          <a:lstStyle/>
          <a:p>
            <a:endParaRPr lang="en-US" dirty="0"/>
          </a:p>
        </p:txBody>
      </p:sp>
      <p:sp>
        <p:nvSpPr>
          <p:cNvPr id="2" name="Title click to edit"/>
          <p:cNvSpPr>
            <a:spLocks noGrp="1"/>
          </p:cNvSpPr>
          <p:nvPr>
            <p:ph type="title" hasCustomPrompt="1"/>
          </p:nvPr>
        </p:nvSpPr>
        <p:spPr>
          <a:xfrm>
            <a:off x="6592949" y="1701846"/>
            <a:ext cx="5102866" cy="1234440"/>
          </a:xfrm>
        </p:spPr>
        <p:txBody>
          <a:bodyPr wrap="square" anchor="b"/>
          <a:lstStyle>
            <a:lvl1pPr algn="l">
              <a:defRPr sz="4000" b="0" cap="none" baseline="0">
                <a:solidFill>
                  <a:schemeClr val="accent2"/>
                </a:solidFill>
              </a:defRPr>
            </a:lvl1pPr>
          </a:lstStyle>
          <a:p>
            <a:r>
              <a:rPr lang="en-US"/>
              <a:t>Title Slide – Green Theme</a:t>
            </a:r>
          </a:p>
        </p:txBody>
      </p:sp>
      <p:sp>
        <p:nvSpPr>
          <p:cNvPr id="128" name="Subtitle click to edit">
            <a:extLst>
              <a:ext uri="{FF2B5EF4-FFF2-40B4-BE49-F238E27FC236}">
                <a16:creationId xmlns:a16="http://schemas.microsoft.com/office/drawing/2014/main" id="{6EBAFA4D-7B92-4E38-8320-94F3BCA2E41C}"/>
              </a:ext>
            </a:extLst>
          </p:cNvPr>
          <p:cNvSpPr>
            <a:spLocks noGrp="1"/>
          </p:cNvSpPr>
          <p:nvPr>
            <p:ph type="subTitle" idx="10" hasCustomPrompt="1"/>
          </p:nvPr>
        </p:nvSpPr>
        <p:spPr>
          <a:xfrm>
            <a:off x="6592948" y="2986547"/>
            <a:ext cx="5116452" cy="416403"/>
          </a:xfrm>
        </p:spPr>
        <p:txBody>
          <a:bodyPr/>
          <a:lstStyle>
            <a:lvl1pPr marL="0" indent="0" algn="l">
              <a:buNone/>
              <a:defRPr sz="2400">
                <a:solidFill>
                  <a:schemeClr val="tx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subtitle placeholder</a:t>
            </a:r>
          </a:p>
        </p:txBody>
      </p:sp>
      <p:sp>
        <p:nvSpPr>
          <p:cNvPr id="7" name="Click to edit Speaker Name ">
            <a:extLst>
              <a:ext uri="{FF2B5EF4-FFF2-40B4-BE49-F238E27FC236}">
                <a16:creationId xmlns:a16="http://schemas.microsoft.com/office/drawing/2014/main" id="{DEA43E1E-B208-4DC4-9D6A-01669D00DA14}"/>
              </a:ext>
            </a:extLst>
          </p:cNvPr>
          <p:cNvSpPr>
            <a:spLocks noGrp="1"/>
          </p:cNvSpPr>
          <p:nvPr>
            <p:ph type="body" sz="quarter" idx="11" hasCustomPrompt="1"/>
          </p:nvPr>
        </p:nvSpPr>
        <p:spPr>
          <a:xfrm>
            <a:off x="6592948" y="4737425"/>
            <a:ext cx="5402202" cy="355601"/>
          </a:xfrm>
        </p:spPr>
        <p:txBody>
          <a:bodyPr anchor="b"/>
          <a:lstStyle>
            <a:lvl1pPr marL="0" marR="0" indent="0" algn="l" defTabSz="914400" rtl="0" eaLnBrk="1" fontAlgn="auto" latinLnBrk="0" hangingPunct="1">
              <a:lnSpc>
                <a:spcPct val="100000"/>
              </a:lnSpc>
              <a:spcBef>
                <a:spcPts val="1800"/>
              </a:spcBef>
              <a:spcAft>
                <a:spcPts val="0"/>
              </a:spcAft>
              <a:buClr>
                <a:schemeClr val="tx1">
                  <a:lumMod val="60000"/>
                  <a:lumOff val="40000"/>
                </a:schemeClr>
              </a:buClr>
              <a:buSzPct val="90000"/>
              <a:buFont typeface="Arial" panose="020B0604020202020204" pitchFamily="34" charset="0"/>
              <a:buNone/>
              <a:tabLst/>
              <a:defRPr lang="en-US" sz="1600" b="0" i="0" u="none" strike="noStrike" smtClean="0">
                <a:solidFill>
                  <a:schemeClr val="tx1"/>
                </a:solidFill>
                <a:effectLst/>
              </a:defRPr>
            </a:lvl1pPr>
          </a:lstStyle>
          <a:p>
            <a:pPr marL="0" marR="0" lvl="0" indent="0" algn="l" defTabSz="914400" rtl="0" eaLnBrk="1" fontAlgn="auto" latinLnBrk="0" hangingPunct="1">
              <a:lnSpc>
                <a:spcPct val="100000"/>
              </a:lnSpc>
              <a:spcBef>
                <a:spcPts val="1800"/>
              </a:spcBef>
              <a:spcAft>
                <a:spcPts val="0"/>
              </a:spcAft>
              <a:buClr>
                <a:schemeClr val="tx1">
                  <a:lumMod val="60000"/>
                  <a:lumOff val="40000"/>
                </a:schemeClr>
              </a:buClr>
              <a:buSzPct val="90000"/>
              <a:buFont typeface="Arial" panose="020B0604020202020204" pitchFamily="34" charset="0"/>
              <a:buNone/>
              <a:tabLst/>
              <a:defRPr/>
            </a:pPr>
            <a:r>
              <a:rPr lang="en-US" dirty="0"/>
              <a:t>Speaker Name (Insert pronouns)</a:t>
            </a:r>
          </a:p>
        </p:txBody>
      </p:sp>
      <p:sp>
        <p:nvSpPr>
          <p:cNvPr id="129" name="Click to edit role">
            <a:extLst>
              <a:ext uri="{FF2B5EF4-FFF2-40B4-BE49-F238E27FC236}">
                <a16:creationId xmlns:a16="http://schemas.microsoft.com/office/drawing/2014/main" id="{2111BB8B-7B37-4FB4-B2CD-984FE1C6C5E4}"/>
              </a:ext>
            </a:extLst>
          </p:cNvPr>
          <p:cNvSpPr>
            <a:spLocks noGrp="1"/>
          </p:cNvSpPr>
          <p:nvPr>
            <p:ph type="body" sz="quarter" idx="12" hasCustomPrompt="1"/>
          </p:nvPr>
        </p:nvSpPr>
        <p:spPr>
          <a:xfrm>
            <a:off x="6592948" y="5117480"/>
            <a:ext cx="5402202" cy="355601"/>
          </a:xfrm>
        </p:spPr>
        <p:txBody>
          <a:bodyPr/>
          <a:lstStyle>
            <a:lvl1pPr algn="l">
              <a:buNone/>
              <a:defRPr sz="1600">
                <a:solidFill>
                  <a:schemeClr val="tx1"/>
                </a:solidFill>
              </a:defRPr>
            </a:lvl1pPr>
          </a:lstStyle>
          <a:p>
            <a:pPr lvl="0"/>
            <a:r>
              <a:rPr lang="en-US" dirty="0"/>
              <a:t>Role / Division, Broadcom</a:t>
            </a:r>
          </a:p>
        </p:txBody>
      </p:sp>
      <p:sp>
        <p:nvSpPr>
          <p:cNvPr id="18" name="Click to edit role">
            <a:extLst>
              <a:ext uri="{FF2B5EF4-FFF2-40B4-BE49-F238E27FC236}">
                <a16:creationId xmlns:a16="http://schemas.microsoft.com/office/drawing/2014/main" id="{006FF8D0-7AF6-C549-9BFB-E838D6CDCA0E}"/>
              </a:ext>
            </a:extLst>
          </p:cNvPr>
          <p:cNvSpPr>
            <a:spLocks noGrp="1"/>
          </p:cNvSpPr>
          <p:nvPr>
            <p:ph type="body" sz="quarter" idx="14" hasCustomPrompt="1"/>
          </p:nvPr>
        </p:nvSpPr>
        <p:spPr>
          <a:xfrm>
            <a:off x="6592948" y="5485986"/>
            <a:ext cx="5402202" cy="355601"/>
          </a:xfrm>
        </p:spPr>
        <p:txBody>
          <a:bodyPr/>
          <a:lstStyle>
            <a:lvl1pPr algn="l">
              <a:buNone/>
              <a:defRPr sz="1400">
                <a:solidFill>
                  <a:schemeClr val="tx1"/>
                </a:solidFill>
              </a:defRPr>
            </a:lvl1pPr>
          </a:lstStyle>
          <a:p>
            <a:pPr lvl="0"/>
            <a:r>
              <a:rPr lang="en-US"/>
              <a:t>Date</a:t>
            </a:r>
          </a:p>
        </p:txBody>
      </p:sp>
      <p:grpSp>
        <p:nvGrpSpPr>
          <p:cNvPr id="55" name="Graphic 8">
            <a:extLst>
              <a:ext uri="{FF2B5EF4-FFF2-40B4-BE49-F238E27FC236}">
                <a16:creationId xmlns:a16="http://schemas.microsoft.com/office/drawing/2014/main" id="{BAF838CA-49F3-885B-C026-D4C6B5E51AA9}"/>
              </a:ext>
            </a:extLst>
          </p:cNvPr>
          <p:cNvGrpSpPr/>
          <p:nvPr/>
        </p:nvGrpSpPr>
        <p:grpSpPr>
          <a:xfrm>
            <a:off x="265625" y="6323271"/>
            <a:ext cx="1249223" cy="369648"/>
            <a:chOff x="265625" y="6323271"/>
            <a:chExt cx="1249223" cy="369648"/>
          </a:xfrm>
          <a:solidFill>
            <a:srgbClr val="000000"/>
          </a:solidFill>
        </p:grpSpPr>
        <p:grpSp>
          <p:nvGrpSpPr>
            <p:cNvPr id="56" name="Graphic 8">
              <a:extLst>
                <a:ext uri="{FF2B5EF4-FFF2-40B4-BE49-F238E27FC236}">
                  <a16:creationId xmlns:a16="http://schemas.microsoft.com/office/drawing/2014/main" id="{91AFFF59-3E20-ED5A-C64D-6AD2EC10FA71}"/>
                </a:ext>
              </a:extLst>
            </p:cNvPr>
            <p:cNvGrpSpPr/>
            <p:nvPr/>
          </p:nvGrpSpPr>
          <p:grpSpPr>
            <a:xfrm>
              <a:off x="745455" y="6594444"/>
              <a:ext cx="722662" cy="98475"/>
              <a:chOff x="745455" y="6594444"/>
              <a:chExt cx="722662" cy="98475"/>
            </a:xfrm>
            <a:solidFill>
              <a:srgbClr val="000000"/>
            </a:solidFill>
          </p:grpSpPr>
          <p:sp>
            <p:nvSpPr>
              <p:cNvPr id="131" name="Freeform 130">
                <a:extLst>
                  <a:ext uri="{FF2B5EF4-FFF2-40B4-BE49-F238E27FC236}">
                    <a16:creationId xmlns:a16="http://schemas.microsoft.com/office/drawing/2014/main" id="{26A3A367-AF7A-3CE1-7219-BF42CFB83015}"/>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132" name="Freeform 131">
                <a:extLst>
                  <a:ext uri="{FF2B5EF4-FFF2-40B4-BE49-F238E27FC236}">
                    <a16:creationId xmlns:a16="http://schemas.microsoft.com/office/drawing/2014/main" id="{87557BA2-6363-9310-7758-7E46B2725CB3}"/>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133" name="Freeform 132">
                <a:extLst>
                  <a:ext uri="{FF2B5EF4-FFF2-40B4-BE49-F238E27FC236}">
                    <a16:creationId xmlns:a16="http://schemas.microsoft.com/office/drawing/2014/main" id="{98E3995A-00E8-9970-E347-1DB033726417}"/>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134" name="Freeform 133">
                <a:extLst>
                  <a:ext uri="{FF2B5EF4-FFF2-40B4-BE49-F238E27FC236}">
                    <a16:creationId xmlns:a16="http://schemas.microsoft.com/office/drawing/2014/main" id="{E557F3F2-0097-5608-0D6B-ADBD20A05750}"/>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135" name="Freeform 134">
                <a:extLst>
                  <a:ext uri="{FF2B5EF4-FFF2-40B4-BE49-F238E27FC236}">
                    <a16:creationId xmlns:a16="http://schemas.microsoft.com/office/drawing/2014/main" id="{A1EE9404-4BD9-8680-1C8A-3B583B492853}"/>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136" name="Freeform 135">
                <a:extLst>
                  <a:ext uri="{FF2B5EF4-FFF2-40B4-BE49-F238E27FC236}">
                    <a16:creationId xmlns:a16="http://schemas.microsoft.com/office/drawing/2014/main" id="{FC84855E-D060-5D16-8F8D-2BD34D9B94F5}"/>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137" name="Freeform 136">
                <a:extLst>
                  <a:ext uri="{FF2B5EF4-FFF2-40B4-BE49-F238E27FC236}">
                    <a16:creationId xmlns:a16="http://schemas.microsoft.com/office/drawing/2014/main" id="{031F79CD-4C5E-D24F-635E-7A7B48781101}"/>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138" name="Freeform 137">
                <a:extLst>
                  <a:ext uri="{FF2B5EF4-FFF2-40B4-BE49-F238E27FC236}">
                    <a16:creationId xmlns:a16="http://schemas.microsoft.com/office/drawing/2014/main" id="{DAD1797E-9105-FA8E-4A81-FDC253F04EAD}"/>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139" name="Freeform 138">
                <a:extLst>
                  <a:ext uri="{FF2B5EF4-FFF2-40B4-BE49-F238E27FC236}">
                    <a16:creationId xmlns:a16="http://schemas.microsoft.com/office/drawing/2014/main" id="{6CDD0DC3-97C4-C10E-1058-099303CC93F6}"/>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140" name="Freeform 139">
                <a:extLst>
                  <a:ext uri="{FF2B5EF4-FFF2-40B4-BE49-F238E27FC236}">
                    <a16:creationId xmlns:a16="http://schemas.microsoft.com/office/drawing/2014/main" id="{CEBC9053-842B-8221-2B9E-1E02856F9974}"/>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57" name="Graphic 8">
              <a:extLst>
                <a:ext uri="{FF2B5EF4-FFF2-40B4-BE49-F238E27FC236}">
                  <a16:creationId xmlns:a16="http://schemas.microsoft.com/office/drawing/2014/main" id="{C3D6A2E6-7175-657A-FFEE-732370A03645}"/>
                </a:ext>
              </a:extLst>
            </p:cNvPr>
            <p:cNvGrpSpPr/>
            <p:nvPr/>
          </p:nvGrpSpPr>
          <p:grpSpPr>
            <a:xfrm>
              <a:off x="265625" y="6323271"/>
              <a:ext cx="1249223" cy="190348"/>
              <a:chOff x="265625" y="6323271"/>
              <a:chExt cx="1249223" cy="190348"/>
            </a:xfrm>
            <a:solidFill>
              <a:srgbClr val="000000"/>
            </a:solidFill>
          </p:grpSpPr>
          <p:sp>
            <p:nvSpPr>
              <p:cNvPr id="58" name="Freeform 57">
                <a:extLst>
                  <a:ext uri="{FF2B5EF4-FFF2-40B4-BE49-F238E27FC236}">
                    <a16:creationId xmlns:a16="http://schemas.microsoft.com/office/drawing/2014/main" id="{6EE5B3D8-4F75-F4A5-6852-90C7E67B399F}"/>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59" name="Freeform 58">
                <a:extLst>
                  <a:ext uri="{FF2B5EF4-FFF2-40B4-BE49-F238E27FC236}">
                    <a16:creationId xmlns:a16="http://schemas.microsoft.com/office/drawing/2014/main" id="{8D359421-6F5E-68EB-A130-9078431086FE}"/>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60" name="Freeform 59">
                <a:extLst>
                  <a:ext uri="{FF2B5EF4-FFF2-40B4-BE49-F238E27FC236}">
                    <a16:creationId xmlns:a16="http://schemas.microsoft.com/office/drawing/2014/main" id="{3B593B1C-97BF-E3FD-9202-FAE7DC7D404F}"/>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61" name="Freeform 60">
                <a:extLst>
                  <a:ext uri="{FF2B5EF4-FFF2-40B4-BE49-F238E27FC236}">
                    <a16:creationId xmlns:a16="http://schemas.microsoft.com/office/drawing/2014/main" id="{684036B4-CA32-5C66-D108-9873B6C3702C}"/>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62" name="Freeform 61">
                <a:extLst>
                  <a:ext uri="{FF2B5EF4-FFF2-40B4-BE49-F238E27FC236}">
                    <a16:creationId xmlns:a16="http://schemas.microsoft.com/office/drawing/2014/main" id="{76DBD31D-FDBB-F787-B22E-2F397F09B546}"/>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63" name="Freeform 62">
                <a:extLst>
                  <a:ext uri="{FF2B5EF4-FFF2-40B4-BE49-F238E27FC236}">
                    <a16:creationId xmlns:a16="http://schemas.microsoft.com/office/drawing/2014/main" id="{98164034-B26F-5ACB-9B90-EBBD1F9B1137}"/>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130" name="Freeform 129">
                <a:extLst>
                  <a:ext uri="{FF2B5EF4-FFF2-40B4-BE49-F238E27FC236}">
                    <a16:creationId xmlns:a16="http://schemas.microsoft.com/office/drawing/2014/main" id="{347DB589-B53E-03EB-2555-D38B1A06D8EF}"/>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
        <p:nvSpPr>
          <p:cNvPr id="33" name="Freeform: Shape 3">
            <a:extLst>
              <a:ext uri="{FF2B5EF4-FFF2-40B4-BE49-F238E27FC236}">
                <a16:creationId xmlns:a16="http://schemas.microsoft.com/office/drawing/2014/main" id="{6814E578-7DFB-C273-472E-4EAD46D26ACD}"/>
              </a:ext>
            </a:extLst>
          </p:cNvPr>
          <p:cNvSpPr/>
          <p:nvPr userDrawn="1"/>
        </p:nvSpPr>
        <p:spPr>
          <a:xfrm>
            <a:off x="-3811" y="-260"/>
            <a:ext cx="6334843" cy="4737302"/>
          </a:xfrm>
          <a:custGeom>
            <a:avLst/>
            <a:gdLst>
              <a:gd name="connsiteX0" fmla="*/ 0 w 6334843"/>
              <a:gd name="connsiteY0" fmla="*/ 0 h 4737302"/>
              <a:gd name="connsiteX1" fmla="*/ 6334843 w 6334843"/>
              <a:gd name="connsiteY1" fmla="*/ 0 h 4737302"/>
              <a:gd name="connsiteX2" fmla="*/ 1987292 w 6334843"/>
              <a:gd name="connsiteY2" fmla="*/ 4347552 h 4737302"/>
              <a:gd name="connsiteX3" fmla="*/ 1046384 w 6334843"/>
              <a:gd name="connsiteY3" fmla="*/ 4737302 h 4737302"/>
              <a:gd name="connsiteX4" fmla="*/ 0 w 6334843"/>
              <a:gd name="connsiteY4" fmla="*/ 4737302 h 47373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334843" h="4737302">
                <a:moveTo>
                  <a:pt x="0" y="0"/>
                </a:moveTo>
                <a:lnTo>
                  <a:pt x="6334843" y="0"/>
                </a:lnTo>
                <a:lnTo>
                  <a:pt x="1987292" y="4347552"/>
                </a:lnTo>
                <a:cubicBezTo>
                  <a:pt x="1737727" y="4597117"/>
                  <a:pt x="1399274" y="4737302"/>
                  <a:pt x="1046384" y="4737302"/>
                </a:cubicBezTo>
                <a:lnTo>
                  <a:pt x="0" y="4737302"/>
                </a:lnTo>
                <a:close/>
              </a:path>
            </a:pathLst>
          </a:custGeom>
          <a:gradFill flip="none" rotWithShape="1">
            <a:gsLst>
              <a:gs pos="7000">
                <a:schemeClr val="accent4"/>
              </a:gs>
              <a:gs pos="83000">
                <a:schemeClr val="accent3"/>
              </a:gs>
            </a:gsLst>
            <a:lin ang="19200000" scaled="0"/>
            <a:tileRect/>
          </a:gradFill>
          <a:ln w="0" cap="flat">
            <a:noFill/>
            <a:prstDash val="solid"/>
            <a:miter/>
          </a:ln>
        </p:spPr>
        <p:txBody>
          <a:bodyPr rtlCol="0" anchor="ctr"/>
          <a:lstStyle/>
          <a:p>
            <a:endParaRPr lang="en-US" dirty="0"/>
          </a:p>
        </p:txBody>
      </p:sp>
      <p:sp>
        <p:nvSpPr>
          <p:cNvPr id="34" name="Freeform: Shape 4">
            <a:extLst>
              <a:ext uri="{FF2B5EF4-FFF2-40B4-BE49-F238E27FC236}">
                <a16:creationId xmlns:a16="http://schemas.microsoft.com/office/drawing/2014/main" id="{03689AEB-304C-881F-44CE-28E14E31AD6E}"/>
              </a:ext>
            </a:extLst>
          </p:cNvPr>
          <p:cNvSpPr/>
          <p:nvPr userDrawn="1"/>
        </p:nvSpPr>
        <p:spPr>
          <a:xfrm>
            <a:off x="-7657" y="648483"/>
            <a:ext cx="12205474" cy="5413289"/>
          </a:xfrm>
          <a:custGeom>
            <a:avLst/>
            <a:gdLst>
              <a:gd name="connsiteX0" fmla="*/ 7251847 w 12205474"/>
              <a:gd name="connsiteY0" fmla="*/ 0 h 5413289"/>
              <a:gd name="connsiteX1" fmla="*/ 12205474 w 12205474"/>
              <a:gd name="connsiteY1" fmla="*/ 0 h 5413289"/>
              <a:gd name="connsiteX2" fmla="*/ 12205474 w 12205474"/>
              <a:gd name="connsiteY2" fmla="*/ 76269 h 5413289"/>
              <a:gd name="connsiteX3" fmla="*/ 7251847 w 12205474"/>
              <a:gd name="connsiteY3" fmla="*/ 76269 h 5413289"/>
              <a:gd name="connsiteX4" fmla="*/ 6672965 w 12205474"/>
              <a:gd name="connsiteY4" fmla="*/ 191435 h 5413289"/>
              <a:gd name="connsiteX5" fmla="*/ 6182235 w 12205474"/>
              <a:gd name="connsiteY5" fmla="*/ 519327 h 5413289"/>
              <a:gd name="connsiteX6" fmla="*/ 1792619 w 12205474"/>
              <a:gd name="connsiteY6" fmla="*/ 4923656 h 5413289"/>
              <a:gd name="connsiteX7" fmla="*/ 1252315 w 12205474"/>
              <a:gd name="connsiteY7" fmla="*/ 5284725 h 5413289"/>
              <a:gd name="connsiteX8" fmla="*/ 615085 w 12205474"/>
              <a:gd name="connsiteY8" fmla="*/ 5411458 h 5413289"/>
              <a:gd name="connsiteX9" fmla="*/ 0 w 12205474"/>
              <a:gd name="connsiteY9" fmla="*/ 5413289 h 5413289"/>
              <a:gd name="connsiteX10" fmla="*/ 0 w 12205474"/>
              <a:gd name="connsiteY10" fmla="*/ 5336993 h 5413289"/>
              <a:gd name="connsiteX11" fmla="*/ 615085 w 12205474"/>
              <a:gd name="connsiteY11" fmla="*/ 5335189 h 5413289"/>
              <a:gd name="connsiteX12" fmla="*/ 1738659 w 12205474"/>
              <a:gd name="connsiteY12" fmla="*/ 4869823 h 5413289"/>
              <a:gd name="connsiteX13" fmla="*/ 6128274 w 12205474"/>
              <a:gd name="connsiteY13" fmla="*/ 465366 h 5413289"/>
              <a:gd name="connsiteX14" fmla="*/ 7251847 w 12205474"/>
              <a:gd name="connsiteY14" fmla="*/ 0 h 54132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2205474" h="5413289">
                <a:moveTo>
                  <a:pt x="7251847" y="0"/>
                </a:moveTo>
                <a:lnTo>
                  <a:pt x="12205474" y="0"/>
                </a:lnTo>
                <a:lnTo>
                  <a:pt x="12205474" y="76269"/>
                </a:lnTo>
                <a:lnTo>
                  <a:pt x="7251847" y="76269"/>
                </a:lnTo>
                <a:cubicBezTo>
                  <a:pt x="7052214" y="76269"/>
                  <a:pt x="6857409" y="115039"/>
                  <a:pt x="6672965" y="191435"/>
                </a:cubicBezTo>
                <a:cubicBezTo>
                  <a:pt x="6488519" y="267830"/>
                  <a:pt x="6323397" y="378166"/>
                  <a:pt x="6182235" y="519327"/>
                </a:cubicBezTo>
                <a:lnTo>
                  <a:pt x="1792619" y="4923656"/>
                </a:lnTo>
                <a:cubicBezTo>
                  <a:pt x="1637157" y="5079181"/>
                  <a:pt x="1455382" y="5200638"/>
                  <a:pt x="1252315" y="5284725"/>
                </a:cubicBezTo>
                <a:cubicBezTo>
                  <a:pt x="1049248" y="5368811"/>
                  <a:pt x="834867" y="5411458"/>
                  <a:pt x="615085" y="5411458"/>
                </a:cubicBezTo>
                <a:lnTo>
                  <a:pt x="0" y="5413289"/>
                </a:lnTo>
                <a:lnTo>
                  <a:pt x="0" y="5336993"/>
                </a:lnTo>
                <a:lnTo>
                  <a:pt x="615085" y="5335189"/>
                </a:lnTo>
                <a:cubicBezTo>
                  <a:pt x="1036536" y="5335189"/>
                  <a:pt x="1440700" y="5167779"/>
                  <a:pt x="1738659" y="4869823"/>
                </a:cubicBezTo>
                <a:lnTo>
                  <a:pt x="6128274" y="465366"/>
                </a:lnTo>
                <a:cubicBezTo>
                  <a:pt x="6426298" y="167410"/>
                  <a:pt x="6830460" y="0"/>
                  <a:pt x="7251847" y="0"/>
                </a:cubicBezTo>
                <a:close/>
              </a:path>
            </a:pathLst>
          </a:custGeom>
          <a:gradFill>
            <a:gsLst>
              <a:gs pos="20000">
                <a:srgbClr val="0095C4"/>
              </a:gs>
              <a:gs pos="80000">
                <a:schemeClr val="accent4"/>
              </a:gs>
            </a:gsLst>
            <a:lin ang="0" scaled="1"/>
          </a:gradFill>
          <a:ln w="0" cap="flat">
            <a:noFill/>
            <a:prstDash val="solid"/>
            <a:miter/>
          </a:ln>
          <a:effectLst/>
        </p:spPr>
        <p:txBody>
          <a:bodyPr rtlCol="0" anchor="ctr"/>
          <a:lstStyle/>
          <a:p>
            <a:endParaRPr lang="en-US" dirty="0"/>
          </a:p>
        </p:txBody>
      </p:sp>
      <p:grpSp>
        <p:nvGrpSpPr>
          <p:cNvPr id="37" name="Graphic 8">
            <a:extLst>
              <a:ext uri="{FF2B5EF4-FFF2-40B4-BE49-F238E27FC236}">
                <a16:creationId xmlns:a16="http://schemas.microsoft.com/office/drawing/2014/main" id="{BAF838CA-49F3-885B-C026-D4C6B5E51AA9}"/>
              </a:ext>
            </a:extLst>
          </p:cNvPr>
          <p:cNvGrpSpPr/>
          <p:nvPr userDrawn="1"/>
        </p:nvGrpSpPr>
        <p:grpSpPr>
          <a:xfrm>
            <a:off x="265625" y="6323271"/>
            <a:ext cx="1249223" cy="369648"/>
            <a:chOff x="265625" y="6323271"/>
            <a:chExt cx="1249223" cy="369648"/>
          </a:xfrm>
          <a:solidFill>
            <a:srgbClr val="000000"/>
          </a:solidFill>
        </p:grpSpPr>
        <p:grpSp>
          <p:nvGrpSpPr>
            <p:cNvPr id="38" name="Graphic 8">
              <a:extLst>
                <a:ext uri="{FF2B5EF4-FFF2-40B4-BE49-F238E27FC236}">
                  <a16:creationId xmlns:a16="http://schemas.microsoft.com/office/drawing/2014/main" id="{91AFFF59-3E20-ED5A-C64D-6AD2EC10FA71}"/>
                </a:ext>
              </a:extLst>
            </p:cNvPr>
            <p:cNvGrpSpPr/>
            <p:nvPr/>
          </p:nvGrpSpPr>
          <p:grpSpPr>
            <a:xfrm>
              <a:off x="745455" y="6594444"/>
              <a:ext cx="722662" cy="98475"/>
              <a:chOff x="745455" y="6594444"/>
              <a:chExt cx="722662" cy="98475"/>
            </a:xfrm>
            <a:solidFill>
              <a:srgbClr val="000000"/>
            </a:solidFill>
          </p:grpSpPr>
          <p:sp>
            <p:nvSpPr>
              <p:cNvPr id="47" name="Freeform 46">
                <a:extLst>
                  <a:ext uri="{FF2B5EF4-FFF2-40B4-BE49-F238E27FC236}">
                    <a16:creationId xmlns:a16="http://schemas.microsoft.com/office/drawing/2014/main" id="{26A3A367-AF7A-3CE1-7219-BF42CFB83015}"/>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48" name="Freeform 47">
                <a:extLst>
                  <a:ext uri="{FF2B5EF4-FFF2-40B4-BE49-F238E27FC236}">
                    <a16:creationId xmlns:a16="http://schemas.microsoft.com/office/drawing/2014/main" id="{87557BA2-6363-9310-7758-7E46B2725CB3}"/>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49" name="Freeform 48">
                <a:extLst>
                  <a:ext uri="{FF2B5EF4-FFF2-40B4-BE49-F238E27FC236}">
                    <a16:creationId xmlns:a16="http://schemas.microsoft.com/office/drawing/2014/main" id="{98E3995A-00E8-9970-E347-1DB033726417}"/>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50" name="Freeform 49">
                <a:extLst>
                  <a:ext uri="{FF2B5EF4-FFF2-40B4-BE49-F238E27FC236}">
                    <a16:creationId xmlns:a16="http://schemas.microsoft.com/office/drawing/2014/main" id="{E557F3F2-0097-5608-0D6B-ADBD20A05750}"/>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51" name="Freeform 50">
                <a:extLst>
                  <a:ext uri="{FF2B5EF4-FFF2-40B4-BE49-F238E27FC236}">
                    <a16:creationId xmlns:a16="http://schemas.microsoft.com/office/drawing/2014/main" id="{A1EE9404-4BD9-8680-1C8A-3B583B492853}"/>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52" name="Freeform 51">
                <a:extLst>
                  <a:ext uri="{FF2B5EF4-FFF2-40B4-BE49-F238E27FC236}">
                    <a16:creationId xmlns:a16="http://schemas.microsoft.com/office/drawing/2014/main" id="{FC84855E-D060-5D16-8F8D-2BD34D9B94F5}"/>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64" name="Freeform 63">
                <a:extLst>
                  <a:ext uri="{FF2B5EF4-FFF2-40B4-BE49-F238E27FC236}">
                    <a16:creationId xmlns:a16="http://schemas.microsoft.com/office/drawing/2014/main" id="{031F79CD-4C5E-D24F-635E-7A7B48781101}"/>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65" name="Freeform 64">
                <a:extLst>
                  <a:ext uri="{FF2B5EF4-FFF2-40B4-BE49-F238E27FC236}">
                    <a16:creationId xmlns:a16="http://schemas.microsoft.com/office/drawing/2014/main" id="{DAD1797E-9105-FA8E-4A81-FDC253F04EAD}"/>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66" name="Freeform 65">
                <a:extLst>
                  <a:ext uri="{FF2B5EF4-FFF2-40B4-BE49-F238E27FC236}">
                    <a16:creationId xmlns:a16="http://schemas.microsoft.com/office/drawing/2014/main" id="{6CDD0DC3-97C4-C10E-1058-099303CC93F6}"/>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67" name="Freeform 66">
                <a:extLst>
                  <a:ext uri="{FF2B5EF4-FFF2-40B4-BE49-F238E27FC236}">
                    <a16:creationId xmlns:a16="http://schemas.microsoft.com/office/drawing/2014/main" id="{CEBC9053-842B-8221-2B9E-1E02856F9974}"/>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39" name="Graphic 8">
              <a:extLst>
                <a:ext uri="{FF2B5EF4-FFF2-40B4-BE49-F238E27FC236}">
                  <a16:creationId xmlns:a16="http://schemas.microsoft.com/office/drawing/2014/main" id="{C3D6A2E6-7175-657A-FFEE-732370A03645}"/>
                </a:ext>
              </a:extLst>
            </p:cNvPr>
            <p:cNvGrpSpPr/>
            <p:nvPr/>
          </p:nvGrpSpPr>
          <p:grpSpPr>
            <a:xfrm>
              <a:off x="265625" y="6323271"/>
              <a:ext cx="1249223" cy="190348"/>
              <a:chOff x="265625" y="6323271"/>
              <a:chExt cx="1249223" cy="190348"/>
            </a:xfrm>
            <a:solidFill>
              <a:srgbClr val="000000"/>
            </a:solidFill>
          </p:grpSpPr>
          <p:sp>
            <p:nvSpPr>
              <p:cNvPr id="40" name="Freeform 39">
                <a:extLst>
                  <a:ext uri="{FF2B5EF4-FFF2-40B4-BE49-F238E27FC236}">
                    <a16:creationId xmlns:a16="http://schemas.microsoft.com/office/drawing/2014/main" id="{6EE5B3D8-4F75-F4A5-6852-90C7E67B399F}"/>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41" name="Freeform 40">
                <a:extLst>
                  <a:ext uri="{FF2B5EF4-FFF2-40B4-BE49-F238E27FC236}">
                    <a16:creationId xmlns:a16="http://schemas.microsoft.com/office/drawing/2014/main" id="{8D359421-6F5E-68EB-A130-9078431086FE}"/>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42" name="Freeform 41">
                <a:extLst>
                  <a:ext uri="{FF2B5EF4-FFF2-40B4-BE49-F238E27FC236}">
                    <a16:creationId xmlns:a16="http://schemas.microsoft.com/office/drawing/2014/main" id="{3B593B1C-97BF-E3FD-9202-FAE7DC7D404F}"/>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43" name="Freeform 42">
                <a:extLst>
                  <a:ext uri="{FF2B5EF4-FFF2-40B4-BE49-F238E27FC236}">
                    <a16:creationId xmlns:a16="http://schemas.microsoft.com/office/drawing/2014/main" id="{684036B4-CA32-5C66-D108-9873B6C3702C}"/>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44" name="Freeform 43">
                <a:extLst>
                  <a:ext uri="{FF2B5EF4-FFF2-40B4-BE49-F238E27FC236}">
                    <a16:creationId xmlns:a16="http://schemas.microsoft.com/office/drawing/2014/main" id="{76DBD31D-FDBB-F787-B22E-2F397F09B546}"/>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45" name="Freeform 44">
                <a:extLst>
                  <a:ext uri="{FF2B5EF4-FFF2-40B4-BE49-F238E27FC236}">
                    <a16:creationId xmlns:a16="http://schemas.microsoft.com/office/drawing/2014/main" id="{98164034-B26F-5ACB-9B90-EBBD1F9B1137}"/>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46" name="Freeform 45">
                <a:extLst>
                  <a:ext uri="{FF2B5EF4-FFF2-40B4-BE49-F238E27FC236}">
                    <a16:creationId xmlns:a16="http://schemas.microsoft.com/office/drawing/2014/main" id="{347DB589-B53E-03EB-2555-D38B1A06D8EF}"/>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
        <p:nvSpPr>
          <p:cNvPr id="6" name="TextBox 5">
            <a:extLst>
              <a:ext uri="{FF2B5EF4-FFF2-40B4-BE49-F238E27FC236}">
                <a16:creationId xmlns:a16="http://schemas.microsoft.com/office/drawing/2014/main" id="{E6F05D4E-954E-5EA3-A012-EBA68A5DEAED}"/>
              </a:ext>
            </a:extLst>
          </p:cNvPr>
          <p:cNvSpPr txBox="1"/>
          <p:nvPr userDrawn="1"/>
        </p:nvSpPr>
        <p:spPr>
          <a:xfrm>
            <a:off x="1645084" y="6461498"/>
            <a:ext cx="3574697" cy="215444"/>
          </a:xfrm>
          <a:prstGeom prst="rect">
            <a:avLst/>
          </a:prstGeom>
          <a:noFill/>
        </p:spPr>
        <p:txBody>
          <a:bodyPr wrap="none" lIns="0" tIns="0" rIns="0" bIns="0" rtlCol="0">
            <a:spAutoFit/>
          </a:bodyPr>
          <a:lstStyle/>
          <a:p>
            <a:pPr algn="l">
              <a:lnSpc>
                <a:spcPct val="100000"/>
              </a:lnSpc>
            </a:pPr>
            <a:r>
              <a:rPr lang="en-US" sz="700" spc="0" baseline="0" dirty="0">
                <a:ln/>
                <a:solidFill>
                  <a:srgbClr val="000000"/>
                </a:solidFill>
                <a:latin typeface="+mn-lt"/>
                <a:sym typeface="Metropolis-Regular"/>
                <a:rtl val="0"/>
              </a:rPr>
              <a:t>Broadcom Proprietary and Confidential. Copyright © 2026 Broadcom.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700" spc="0" baseline="0" dirty="0">
                <a:ln/>
                <a:solidFill>
                  <a:srgbClr val="000000"/>
                </a:solidFill>
                <a:latin typeface="+mn-lt"/>
                <a:sym typeface="Metropolis-Regular"/>
                <a:rtl val="0"/>
              </a:rPr>
              <a:t>All Rights Reserved. The term “Broadcom” refers to Broadcom Inc. and/or its subsidiaries.</a:t>
            </a:r>
          </a:p>
        </p:txBody>
      </p:sp>
    </p:spTree>
    <p:extLst>
      <p:ext uri="{BB962C8B-B14F-4D97-AF65-F5344CB8AC3E}">
        <p14:creationId xmlns:p14="http://schemas.microsoft.com/office/powerpoint/2010/main" val="34423142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Slide – Aqua">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6007DB4E-DF1B-4B7A-6FC4-46981281D8D1}"/>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l="1042" r="1973" b="1787"/>
          <a:stretch>
            <a:fillRect/>
          </a:stretch>
        </p:blipFill>
        <p:spPr>
          <a:xfrm>
            <a:off x="0" y="658109"/>
            <a:ext cx="12188825" cy="6205839"/>
          </a:xfrm>
          <a:custGeom>
            <a:avLst/>
            <a:gdLst>
              <a:gd name="connsiteX0" fmla="*/ 0 w 12192401"/>
              <a:gd name="connsiteY0" fmla="*/ 0 h 6207660"/>
              <a:gd name="connsiteX1" fmla="*/ 12192401 w 12192401"/>
              <a:gd name="connsiteY1" fmla="*/ 0 h 6207660"/>
              <a:gd name="connsiteX2" fmla="*/ 12192401 w 12192401"/>
              <a:gd name="connsiteY2" fmla="*/ 6207660 h 6207660"/>
              <a:gd name="connsiteX3" fmla="*/ 0 w 12192401"/>
              <a:gd name="connsiteY3" fmla="*/ 6207660 h 6207660"/>
            </a:gdLst>
            <a:ahLst/>
            <a:cxnLst>
              <a:cxn ang="0">
                <a:pos x="connsiteX0" y="connsiteY0"/>
              </a:cxn>
              <a:cxn ang="0">
                <a:pos x="connsiteX1" y="connsiteY1"/>
              </a:cxn>
              <a:cxn ang="0">
                <a:pos x="connsiteX2" y="connsiteY2"/>
              </a:cxn>
              <a:cxn ang="0">
                <a:pos x="connsiteX3" y="connsiteY3"/>
              </a:cxn>
            </a:cxnLst>
            <a:rect l="l" t="t" r="r" b="b"/>
            <a:pathLst>
              <a:path w="12192401" h="6207660">
                <a:moveTo>
                  <a:pt x="0" y="0"/>
                </a:moveTo>
                <a:lnTo>
                  <a:pt x="12192401" y="0"/>
                </a:lnTo>
                <a:lnTo>
                  <a:pt x="12192401" y="6207660"/>
                </a:lnTo>
                <a:lnTo>
                  <a:pt x="0" y="6207660"/>
                </a:lnTo>
                <a:close/>
              </a:path>
            </a:pathLst>
          </a:custGeom>
          <a:effectLst>
            <a:outerShdw blurRad="241300" sx="102000" sy="102000" algn="ctr" rotWithShape="0">
              <a:schemeClr val="accent3">
                <a:alpha val="15000"/>
              </a:schemeClr>
            </a:outerShdw>
          </a:effectLst>
        </p:spPr>
      </p:pic>
      <p:sp>
        <p:nvSpPr>
          <p:cNvPr id="12" name="Freeform: Shape 11">
            <a:extLst>
              <a:ext uri="{FF2B5EF4-FFF2-40B4-BE49-F238E27FC236}">
                <a16:creationId xmlns:a16="http://schemas.microsoft.com/office/drawing/2014/main" id="{A93B8B11-A691-8250-9E87-65BB5A241D07}"/>
              </a:ext>
            </a:extLst>
          </p:cNvPr>
          <p:cNvSpPr/>
          <p:nvPr/>
        </p:nvSpPr>
        <p:spPr>
          <a:xfrm>
            <a:off x="-3811" y="-260"/>
            <a:ext cx="6334843" cy="4737302"/>
          </a:xfrm>
          <a:custGeom>
            <a:avLst/>
            <a:gdLst>
              <a:gd name="connsiteX0" fmla="*/ 0 w 6334843"/>
              <a:gd name="connsiteY0" fmla="*/ 0 h 4737302"/>
              <a:gd name="connsiteX1" fmla="*/ 6334843 w 6334843"/>
              <a:gd name="connsiteY1" fmla="*/ 0 h 4737302"/>
              <a:gd name="connsiteX2" fmla="*/ 1987292 w 6334843"/>
              <a:gd name="connsiteY2" fmla="*/ 4347552 h 4737302"/>
              <a:gd name="connsiteX3" fmla="*/ 1046384 w 6334843"/>
              <a:gd name="connsiteY3" fmla="*/ 4737302 h 4737302"/>
              <a:gd name="connsiteX4" fmla="*/ 0 w 6334843"/>
              <a:gd name="connsiteY4" fmla="*/ 4737302 h 47373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334843" h="4737302">
                <a:moveTo>
                  <a:pt x="0" y="0"/>
                </a:moveTo>
                <a:lnTo>
                  <a:pt x="6334843" y="0"/>
                </a:lnTo>
                <a:lnTo>
                  <a:pt x="1987292" y="4347552"/>
                </a:lnTo>
                <a:cubicBezTo>
                  <a:pt x="1737727" y="4597117"/>
                  <a:pt x="1399274" y="4737302"/>
                  <a:pt x="1046384" y="4737302"/>
                </a:cubicBezTo>
                <a:lnTo>
                  <a:pt x="0" y="4737302"/>
                </a:lnTo>
                <a:close/>
              </a:path>
            </a:pathLst>
          </a:custGeom>
          <a:gradFill flip="none" rotWithShape="1">
            <a:gsLst>
              <a:gs pos="16000">
                <a:schemeClr val="accent2"/>
              </a:gs>
              <a:gs pos="90000">
                <a:schemeClr val="accent3"/>
              </a:gs>
            </a:gsLst>
            <a:lin ang="19200000" scaled="0"/>
            <a:tileRect/>
          </a:gradFill>
          <a:ln w="0" cap="flat">
            <a:noFill/>
            <a:prstDash val="solid"/>
            <a:miter/>
          </a:ln>
        </p:spPr>
        <p:txBody>
          <a:bodyPr rtlCol="0" anchor="ctr"/>
          <a:lstStyle/>
          <a:p>
            <a:endParaRPr lang="en-US" dirty="0"/>
          </a:p>
        </p:txBody>
      </p:sp>
      <p:sp>
        <p:nvSpPr>
          <p:cNvPr id="15" name="Freeform: Shape 14">
            <a:extLst>
              <a:ext uri="{FF2B5EF4-FFF2-40B4-BE49-F238E27FC236}">
                <a16:creationId xmlns:a16="http://schemas.microsoft.com/office/drawing/2014/main" id="{F3963894-AB1A-DA1F-BF82-7542D160FA67}"/>
              </a:ext>
            </a:extLst>
          </p:cNvPr>
          <p:cNvSpPr/>
          <p:nvPr/>
        </p:nvSpPr>
        <p:spPr>
          <a:xfrm>
            <a:off x="-7657" y="648483"/>
            <a:ext cx="12205474" cy="5413289"/>
          </a:xfrm>
          <a:custGeom>
            <a:avLst/>
            <a:gdLst>
              <a:gd name="connsiteX0" fmla="*/ 7251847 w 12205474"/>
              <a:gd name="connsiteY0" fmla="*/ 0 h 5413289"/>
              <a:gd name="connsiteX1" fmla="*/ 12205474 w 12205474"/>
              <a:gd name="connsiteY1" fmla="*/ 0 h 5413289"/>
              <a:gd name="connsiteX2" fmla="*/ 12205474 w 12205474"/>
              <a:gd name="connsiteY2" fmla="*/ 76269 h 5413289"/>
              <a:gd name="connsiteX3" fmla="*/ 7251847 w 12205474"/>
              <a:gd name="connsiteY3" fmla="*/ 76269 h 5413289"/>
              <a:gd name="connsiteX4" fmla="*/ 6672965 w 12205474"/>
              <a:gd name="connsiteY4" fmla="*/ 191435 h 5413289"/>
              <a:gd name="connsiteX5" fmla="*/ 6182235 w 12205474"/>
              <a:gd name="connsiteY5" fmla="*/ 519327 h 5413289"/>
              <a:gd name="connsiteX6" fmla="*/ 1792619 w 12205474"/>
              <a:gd name="connsiteY6" fmla="*/ 4923656 h 5413289"/>
              <a:gd name="connsiteX7" fmla="*/ 1252315 w 12205474"/>
              <a:gd name="connsiteY7" fmla="*/ 5284725 h 5413289"/>
              <a:gd name="connsiteX8" fmla="*/ 615085 w 12205474"/>
              <a:gd name="connsiteY8" fmla="*/ 5411458 h 5413289"/>
              <a:gd name="connsiteX9" fmla="*/ 0 w 12205474"/>
              <a:gd name="connsiteY9" fmla="*/ 5413289 h 5413289"/>
              <a:gd name="connsiteX10" fmla="*/ 0 w 12205474"/>
              <a:gd name="connsiteY10" fmla="*/ 5336993 h 5413289"/>
              <a:gd name="connsiteX11" fmla="*/ 615085 w 12205474"/>
              <a:gd name="connsiteY11" fmla="*/ 5335189 h 5413289"/>
              <a:gd name="connsiteX12" fmla="*/ 1738659 w 12205474"/>
              <a:gd name="connsiteY12" fmla="*/ 4869823 h 5413289"/>
              <a:gd name="connsiteX13" fmla="*/ 6128274 w 12205474"/>
              <a:gd name="connsiteY13" fmla="*/ 465366 h 5413289"/>
              <a:gd name="connsiteX14" fmla="*/ 7251847 w 12205474"/>
              <a:gd name="connsiteY14" fmla="*/ 0 h 54132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2205474" h="5413289">
                <a:moveTo>
                  <a:pt x="7251847" y="0"/>
                </a:moveTo>
                <a:lnTo>
                  <a:pt x="12205474" y="0"/>
                </a:lnTo>
                <a:lnTo>
                  <a:pt x="12205474" y="76269"/>
                </a:lnTo>
                <a:lnTo>
                  <a:pt x="7251847" y="76269"/>
                </a:lnTo>
                <a:cubicBezTo>
                  <a:pt x="7052214" y="76269"/>
                  <a:pt x="6857409" y="115039"/>
                  <a:pt x="6672965" y="191435"/>
                </a:cubicBezTo>
                <a:cubicBezTo>
                  <a:pt x="6488519" y="267830"/>
                  <a:pt x="6323397" y="378166"/>
                  <a:pt x="6182235" y="519327"/>
                </a:cubicBezTo>
                <a:lnTo>
                  <a:pt x="1792619" y="4923656"/>
                </a:lnTo>
                <a:cubicBezTo>
                  <a:pt x="1637157" y="5079181"/>
                  <a:pt x="1455382" y="5200638"/>
                  <a:pt x="1252315" y="5284725"/>
                </a:cubicBezTo>
                <a:cubicBezTo>
                  <a:pt x="1049248" y="5368811"/>
                  <a:pt x="834867" y="5411458"/>
                  <a:pt x="615085" y="5411458"/>
                </a:cubicBezTo>
                <a:lnTo>
                  <a:pt x="0" y="5413289"/>
                </a:lnTo>
                <a:lnTo>
                  <a:pt x="0" y="5336993"/>
                </a:lnTo>
                <a:lnTo>
                  <a:pt x="615085" y="5335189"/>
                </a:lnTo>
                <a:cubicBezTo>
                  <a:pt x="1036536" y="5335189"/>
                  <a:pt x="1440700" y="5167779"/>
                  <a:pt x="1738659" y="4869823"/>
                </a:cubicBezTo>
                <a:lnTo>
                  <a:pt x="6128274" y="465366"/>
                </a:lnTo>
                <a:cubicBezTo>
                  <a:pt x="6426298" y="167410"/>
                  <a:pt x="6830460" y="0"/>
                  <a:pt x="7251847" y="0"/>
                </a:cubicBezTo>
                <a:close/>
              </a:path>
            </a:pathLst>
          </a:custGeom>
          <a:gradFill>
            <a:gsLst>
              <a:gs pos="20000">
                <a:srgbClr val="0095C4"/>
              </a:gs>
              <a:gs pos="80000">
                <a:schemeClr val="accent2"/>
              </a:gs>
            </a:gsLst>
            <a:lin ang="0" scaled="1"/>
          </a:gradFill>
          <a:ln w="0" cap="flat">
            <a:noFill/>
            <a:prstDash val="solid"/>
            <a:miter/>
          </a:ln>
        </p:spPr>
        <p:txBody>
          <a:bodyPr rtlCol="0" anchor="ctr"/>
          <a:lstStyle/>
          <a:p>
            <a:endParaRPr lang="en-US" dirty="0"/>
          </a:p>
        </p:txBody>
      </p:sp>
      <p:sp>
        <p:nvSpPr>
          <p:cNvPr id="13" name="Click to edit Speaker Name ">
            <a:extLst>
              <a:ext uri="{FF2B5EF4-FFF2-40B4-BE49-F238E27FC236}">
                <a16:creationId xmlns:a16="http://schemas.microsoft.com/office/drawing/2014/main" id="{BE8CF301-A89D-F446-8E25-48C52B357C1E}"/>
              </a:ext>
            </a:extLst>
          </p:cNvPr>
          <p:cNvSpPr>
            <a:spLocks noGrp="1"/>
          </p:cNvSpPr>
          <p:nvPr>
            <p:ph type="body" sz="quarter" idx="11" hasCustomPrompt="1"/>
          </p:nvPr>
        </p:nvSpPr>
        <p:spPr>
          <a:xfrm>
            <a:off x="6592948" y="4737425"/>
            <a:ext cx="5402202" cy="355601"/>
          </a:xfrm>
        </p:spPr>
        <p:txBody>
          <a:bodyPr anchor="b"/>
          <a:lstStyle>
            <a:lvl1pPr marL="0" marR="0" indent="0" algn="l" defTabSz="914400" rtl="0" eaLnBrk="1" fontAlgn="auto" latinLnBrk="0" hangingPunct="1">
              <a:lnSpc>
                <a:spcPct val="100000"/>
              </a:lnSpc>
              <a:spcBef>
                <a:spcPts val="1800"/>
              </a:spcBef>
              <a:spcAft>
                <a:spcPts val="0"/>
              </a:spcAft>
              <a:buClr>
                <a:schemeClr val="tx1">
                  <a:lumMod val="60000"/>
                  <a:lumOff val="40000"/>
                </a:schemeClr>
              </a:buClr>
              <a:buSzPct val="90000"/>
              <a:buFont typeface="Arial" panose="020B0604020202020204" pitchFamily="34" charset="0"/>
              <a:buNone/>
              <a:tabLst/>
              <a:defRPr lang="en-US" sz="1600" b="0" i="0" u="none" strike="noStrike" smtClean="0">
                <a:solidFill>
                  <a:schemeClr val="tx1"/>
                </a:solidFill>
                <a:effectLst/>
              </a:defRPr>
            </a:lvl1pPr>
          </a:lstStyle>
          <a:p>
            <a:pPr marL="0" marR="0" lvl="0" indent="0" algn="l" defTabSz="914400" rtl="0" eaLnBrk="1" fontAlgn="auto" latinLnBrk="0" hangingPunct="1">
              <a:lnSpc>
                <a:spcPct val="100000"/>
              </a:lnSpc>
              <a:spcBef>
                <a:spcPts val="1800"/>
              </a:spcBef>
              <a:spcAft>
                <a:spcPts val="0"/>
              </a:spcAft>
              <a:buClr>
                <a:schemeClr val="tx1">
                  <a:lumMod val="60000"/>
                  <a:lumOff val="40000"/>
                </a:schemeClr>
              </a:buClr>
              <a:buSzPct val="90000"/>
              <a:buFont typeface="Arial" panose="020B0604020202020204" pitchFamily="34" charset="0"/>
              <a:buNone/>
              <a:tabLst/>
              <a:defRPr/>
            </a:pPr>
            <a:r>
              <a:rPr lang="en-US"/>
              <a:t>Speaker Name (Insert pronouns)</a:t>
            </a:r>
          </a:p>
        </p:txBody>
      </p:sp>
      <p:sp>
        <p:nvSpPr>
          <p:cNvPr id="14" name="Click to edit role">
            <a:extLst>
              <a:ext uri="{FF2B5EF4-FFF2-40B4-BE49-F238E27FC236}">
                <a16:creationId xmlns:a16="http://schemas.microsoft.com/office/drawing/2014/main" id="{A6793BDF-BE4B-0441-BDFD-DE9B2F59D3D0}"/>
              </a:ext>
            </a:extLst>
          </p:cNvPr>
          <p:cNvSpPr>
            <a:spLocks noGrp="1"/>
          </p:cNvSpPr>
          <p:nvPr>
            <p:ph type="body" sz="quarter" idx="12" hasCustomPrompt="1"/>
          </p:nvPr>
        </p:nvSpPr>
        <p:spPr>
          <a:xfrm>
            <a:off x="6592948" y="5117480"/>
            <a:ext cx="5402202" cy="355601"/>
          </a:xfrm>
        </p:spPr>
        <p:txBody>
          <a:bodyPr/>
          <a:lstStyle>
            <a:lvl1pPr algn="l">
              <a:buNone/>
              <a:defRPr sz="1600">
                <a:solidFill>
                  <a:schemeClr val="tx1"/>
                </a:solidFill>
              </a:defRPr>
            </a:lvl1pPr>
          </a:lstStyle>
          <a:p>
            <a:pPr lvl="0"/>
            <a:r>
              <a:rPr lang="en-US" dirty="0"/>
              <a:t>Role / Division, Broadcom</a:t>
            </a:r>
          </a:p>
        </p:txBody>
      </p:sp>
      <p:sp>
        <p:nvSpPr>
          <p:cNvPr id="17" name="Click to edit role">
            <a:extLst>
              <a:ext uri="{FF2B5EF4-FFF2-40B4-BE49-F238E27FC236}">
                <a16:creationId xmlns:a16="http://schemas.microsoft.com/office/drawing/2014/main" id="{DF9375A3-70DB-2E43-AFE1-9357176168C4}"/>
              </a:ext>
            </a:extLst>
          </p:cNvPr>
          <p:cNvSpPr>
            <a:spLocks noGrp="1"/>
          </p:cNvSpPr>
          <p:nvPr>
            <p:ph type="body" sz="quarter" idx="14" hasCustomPrompt="1"/>
          </p:nvPr>
        </p:nvSpPr>
        <p:spPr>
          <a:xfrm>
            <a:off x="6592948" y="5485986"/>
            <a:ext cx="5402202" cy="355601"/>
          </a:xfrm>
        </p:spPr>
        <p:txBody>
          <a:bodyPr/>
          <a:lstStyle>
            <a:lvl1pPr algn="l">
              <a:buNone/>
              <a:defRPr sz="1400">
                <a:solidFill>
                  <a:schemeClr val="tx1"/>
                </a:solidFill>
              </a:defRPr>
            </a:lvl1pPr>
          </a:lstStyle>
          <a:p>
            <a:pPr lvl="0"/>
            <a:r>
              <a:rPr lang="en-US"/>
              <a:t>Date</a:t>
            </a:r>
          </a:p>
        </p:txBody>
      </p:sp>
      <p:grpSp>
        <p:nvGrpSpPr>
          <p:cNvPr id="8" name="Graphic 8">
            <a:extLst>
              <a:ext uri="{FF2B5EF4-FFF2-40B4-BE49-F238E27FC236}">
                <a16:creationId xmlns:a16="http://schemas.microsoft.com/office/drawing/2014/main" id="{D1A5F4CE-EB72-C266-1B3B-9C54BD2303E1}"/>
              </a:ext>
            </a:extLst>
          </p:cNvPr>
          <p:cNvGrpSpPr/>
          <p:nvPr/>
        </p:nvGrpSpPr>
        <p:grpSpPr>
          <a:xfrm>
            <a:off x="265625" y="6323271"/>
            <a:ext cx="1249223" cy="369648"/>
            <a:chOff x="265625" y="6323271"/>
            <a:chExt cx="1249223" cy="369648"/>
          </a:xfrm>
          <a:solidFill>
            <a:srgbClr val="000000"/>
          </a:solidFill>
        </p:grpSpPr>
        <p:grpSp>
          <p:nvGrpSpPr>
            <p:cNvPr id="9" name="Graphic 8">
              <a:extLst>
                <a:ext uri="{FF2B5EF4-FFF2-40B4-BE49-F238E27FC236}">
                  <a16:creationId xmlns:a16="http://schemas.microsoft.com/office/drawing/2014/main" id="{2137E5D9-482E-8131-7FF0-1050E105997F}"/>
                </a:ext>
              </a:extLst>
            </p:cNvPr>
            <p:cNvGrpSpPr/>
            <p:nvPr/>
          </p:nvGrpSpPr>
          <p:grpSpPr>
            <a:xfrm>
              <a:off x="745455" y="6594444"/>
              <a:ext cx="722662" cy="98475"/>
              <a:chOff x="745455" y="6594444"/>
              <a:chExt cx="722662" cy="98475"/>
            </a:xfrm>
            <a:solidFill>
              <a:srgbClr val="000000"/>
            </a:solidFill>
          </p:grpSpPr>
          <p:sp>
            <p:nvSpPr>
              <p:cNvPr id="23" name="Freeform 22">
                <a:extLst>
                  <a:ext uri="{FF2B5EF4-FFF2-40B4-BE49-F238E27FC236}">
                    <a16:creationId xmlns:a16="http://schemas.microsoft.com/office/drawing/2014/main" id="{401D4578-40C7-2585-4FDC-D46680518109}"/>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24" name="Freeform 23">
                <a:extLst>
                  <a:ext uri="{FF2B5EF4-FFF2-40B4-BE49-F238E27FC236}">
                    <a16:creationId xmlns:a16="http://schemas.microsoft.com/office/drawing/2014/main" id="{7D357427-0517-5C7D-A2F9-9FA354E4992F}"/>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25" name="Freeform 24">
                <a:extLst>
                  <a:ext uri="{FF2B5EF4-FFF2-40B4-BE49-F238E27FC236}">
                    <a16:creationId xmlns:a16="http://schemas.microsoft.com/office/drawing/2014/main" id="{1F2840FE-B7E9-55F1-1465-C3EC98EC0ACE}"/>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26" name="Freeform 25">
                <a:extLst>
                  <a:ext uri="{FF2B5EF4-FFF2-40B4-BE49-F238E27FC236}">
                    <a16:creationId xmlns:a16="http://schemas.microsoft.com/office/drawing/2014/main" id="{935EB82F-29DB-B50B-2148-8B6B0BBCAF7F}"/>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27" name="Freeform 26">
                <a:extLst>
                  <a:ext uri="{FF2B5EF4-FFF2-40B4-BE49-F238E27FC236}">
                    <a16:creationId xmlns:a16="http://schemas.microsoft.com/office/drawing/2014/main" id="{88238D6F-727C-429B-85BB-BB97763DD8B3}"/>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28" name="Freeform 27">
                <a:extLst>
                  <a:ext uri="{FF2B5EF4-FFF2-40B4-BE49-F238E27FC236}">
                    <a16:creationId xmlns:a16="http://schemas.microsoft.com/office/drawing/2014/main" id="{9C614CC9-29E5-4669-6FEA-79EC278FE091}"/>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29" name="Freeform 28">
                <a:extLst>
                  <a:ext uri="{FF2B5EF4-FFF2-40B4-BE49-F238E27FC236}">
                    <a16:creationId xmlns:a16="http://schemas.microsoft.com/office/drawing/2014/main" id="{77E21B9D-99B5-B6C1-54E7-0043458780C4}"/>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30" name="Freeform 29">
                <a:extLst>
                  <a:ext uri="{FF2B5EF4-FFF2-40B4-BE49-F238E27FC236}">
                    <a16:creationId xmlns:a16="http://schemas.microsoft.com/office/drawing/2014/main" id="{4D857C41-1105-53B4-027A-9AAD9B68FE20}"/>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31" name="Freeform 30">
                <a:extLst>
                  <a:ext uri="{FF2B5EF4-FFF2-40B4-BE49-F238E27FC236}">
                    <a16:creationId xmlns:a16="http://schemas.microsoft.com/office/drawing/2014/main" id="{8E094421-7705-4F5D-AD3D-5BE22A2FAF77}"/>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32" name="Freeform 31">
                <a:extLst>
                  <a:ext uri="{FF2B5EF4-FFF2-40B4-BE49-F238E27FC236}">
                    <a16:creationId xmlns:a16="http://schemas.microsoft.com/office/drawing/2014/main" id="{485723E5-9424-E475-7092-E94E9597350E}"/>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10" name="Graphic 8">
              <a:extLst>
                <a:ext uri="{FF2B5EF4-FFF2-40B4-BE49-F238E27FC236}">
                  <a16:creationId xmlns:a16="http://schemas.microsoft.com/office/drawing/2014/main" id="{C1BCA891-9818-3C98-5E5D-CAAA5BC1C8D8}"/>
                </a:ext>
              </a:extLst>
            </p:cNvPr>
            <p:cNvGrpSpPr/>
            <p:nvPr/>
          </p:nvGrpSpPr>
          <p:grpSpPr>
            <a:xfrm>
              <a:off x="265625" y="6323271"/>
              <a:ext cx="1249223" cy="190348"/>
              <a:chOff x="265625" y="6323271"/>
              <a:chExt cx="1249223" cy="190348"/>
            </a:xfrm>
            <a:solidFill>
              <a:srgbClr val="000000"/>
            </a:solidFill>
          </p:grpSpPr>
          <p:sp>
            <p:nvSpPr>
              <p:cNvPr id="11" name="Freeform 10">
                <a:extLst>
                  <a:ext uri="{FF2B5EF4-FFF2-40B4-BE49-F238E27FC236}">
                    <a16:creationId xmlns:a16="http://schemas.microsoft.com/office/drawing/2014/main" id="{88AEA6DD-162C-57F8-3709-64B3B9BC62BC}"/>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16" name="Freeform 15">
                <a:extLst>
                  <a:ext uri="{FF2B5EF4-FFF2-40B4-BE49-F238E27FC236}">
                    <a16:creationId xmlns:a16="http://schemas.microsoft.com/office/drawing/2014/main" id="{FC17F96D-EC21-771A-4BFB-097D052B25FC}"/>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18" name="Freeform 17">
                <a:extLst>
                  <a:ext uri="{FF2B5EF4-FFF2-40B4-BE49-F238E27FC236}">
                    <a16:creationId xmlns:a16="http://schemas.microsoft.com/office/drawing/2014/main" id="{D310231D-256A-7136-6FBC-2E63F32653FC}"/>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19" name="Freeform 18">
                <a:extLst>
                  <a:ext uri="{FF2B5EF4-FFF2-40B4-BE49-F238E27FC236}">
                    <a16:creationId xmlns:a16="http://schemas.microsoft.com/office/drawing/2014/main" id="{4D14B69E-286C-4E39-05BC-F4A507A000EE}"/>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20" name="Freeform 19">
                <a:extLst>
                  <a:ext uri="{FF2B5EF4-FFF2-40B4-BE49-F238E27FC236}">
                    <a16:creationId xmlns:a16="http://schemas.microsoft.com/office/drawing/2014/main" id="{C86A5B8B-2CA3-DA7C-8F1D-838462A90136}"/>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21" name="Freeform 20">
                <a:extLst>
                  <a:ext uri="{FF2B5EF4-FFF2-40B4-BE49-F238E27FC236}">
                    <a16:creationId xmlns:a16="http://schemas.microsoft.com/office/drawing/2014/main" id="{CDAF0B3D-FBD5-4563-20CD-70B391907C0A}"/>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22" name="Freeform 21">
                <a:extLst>
                  <a:ext uri="{FF2B5EF4-FFF2-40B4-BE49-F238E27FC236}">
                    <a16:creationId xmlns:a16="http://schemas.microsoft.com/office/drawing/2014/main" id="{BC54CD76-F7DE-5D47-2726-1FB2EE8F9EBE}"/>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
        <p:nvSpPr>
          <p:cNvPr id="3" name="Title click to edit">
            <a:extLst>
              <a:ext uri="{FF2B5EF4-FFF2-40B4-BE49-F238E27FC236}">
                <a16:creationId xmlns:a16="http://schemas.microsoft.com/office/drawing/2014/main" id="{3D2AD2AB-2D36-6FA3-D90D-BBA20ECE200F}"/>
              </a:ext>
            </a:extLst>
          </p:cNvPr>
          <p:cNvSpPr>
            <a:spLocks noGrp="1"/>
          </p:cNvSpPr>
          <p:nvPr>
            <p:ph type="title" hasCustomPrompt="1"/>
          </p:nvPr>
        </p:nvSpPr>
        <p:spPr>
          <a:xfrm>
            <a:off x="6592949" y="1701846"/>
            <a:ext cx="5102866" cy="1234440"/>
          </a:xfrm>
        </p:spPr>
        <p:txBody>
          <a:bodyPr wrap="square" anchor="b"/>
          <a:lstStyle>
            <a:lvl1pPr algn="l">
              <a:defRPr sz="4000" b="0" cap="none" baseline="0">
                <a:solidFill>
                  <a:schemeClr val="accent2"/>
                </a:solidFill>
              </a:defRPr>
            </a:lvl1pPr>
          </a:lstStyle>
          <a:p>
            <a:r>
              <a:rPr lang="en-US"/>
              <a:t>Title Slide – Blue Theme</a:t>
            </a:r>
          </a:p>
        </p:txBody>
      </p:sp>
      <p:sp>
        <p:nvSpPr>
          <p:cNvPr id="4" name="Subtitle click to edit">
            <a:extLst>
              <a:ext uri="{FF2B5EF4-FFF2-40B4-BE49-F238E27FC236}">
                <a16:creationId xmlns:a16="http://schemas.microsoft.com/office/drawing/2014/main" id="{CC0EBB9D-D839-7841-ED94-78F86A22AB93}"/>
              </a:ext>
            </a:extLst>
          </p:cNvPr>
          <p:cNvSpPr>
            <a:spLocks noGrp="1"/>
          </p:cNvSpPr>
          <p:nvPr>
            <p:ph type="subTitle" idx="10" hasCustomPrompt="1"/>
          </p:nvPr>
        </p:nvSpPr>
        <p:spPr>
          <a:xfrm>
            <a:off x="6592948" y="2986547"/>
            <a:ext cx="5116452" cy="416403"/>
          </a:xfrm>
        </p:spPr>
        <p:txBody>
          <a:bodyPr/>
          <a:lstStyle>
            <a:lvl1pPr marL="0" indent="0" algn="l">
              <a:buNone/>
              <a:defRPr sz="2400">
                <a:solidFill>
                  <a:schemeClr val="tx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subtitle placeholder</a:t>
            </a:r>
          </a:p>
        </p:txBody>
      </p:sp>
      <p:sp>
        <p:nvSpPr>
          <p:cNvPr id="35" name="Freeform: Shape 14">
            <a:extLst>
              <a:ext uri="{FF2B5EF4-FFF2-40B4-BE49-F238E27FC236}">
                <a16:creationId xmlns:a16="http://schemas.microsoft.com/office/drawing/2014/main" id="{F3963894-AB1A-DA1F-BF82-7542D160FA67}"/>
              </a:ext>
            </a:extLst>
          </p:cNvPr>
          <p:cNvSpPr/>
          <p:nvPr userDrawn="1"/>
        </p:nvSpPr>
        <p:spPr>
          <a:xfrm>
            <a:off x="-7657" y="648483"/>
            <a:ext cx="12205474" cy="5413289"/>
          </a:xfrm>
          <a:custGeom>
            <a:avLst/>
            <a:gdLst>
              <a:gd name="connsiteX0" fmla="*/ 7251847 w 12205474"/>
              <a:gd name="connsiteY0" fmla="*/ 0 h 5413289"/>
              <a:gd name="connsiteX1" fmla="*/ 12205474 w 12205474"/>
              <a:gd name="connsiteY1" fmla="*/ 0 h 5413289"/>
              <a:gd name="connsiteX2" fmla="*/ 12205474 w 12205474"/>
              <a:gd name="connsiteY2" fmla="*/ 76269 h 5413289"/>
              <a:gd name="connsiteX3" fmla="*/ 7251847 w 12205474"/>
              <a:gd name="connsiteY3" fmla="*/ 76269 h 5413289"/>
              <a:gd name="connsiteX4" fmla="*/ 6672965 w 12205474"/>
              <a:gd name="connsiteY4" fmla="*/ 191435 h 5413289"/>
              <a:gd name="connsiteX5" fmla="*/ 6182235 w 12205474"/>
              <a:gd name="connsiteY5" fmla="*/ 519327 h 5413289"/>
              <a:gd name="connsiteX6" fmla="*/ 1792619 w 12205474"/>
              <a:gd name="connsiteY6" fmla="*/ 4923656 h 5413289"/>
              <a:gd name="connsiteX7" fmla="*/ 1252315 w 12205474"/>
              <a:gd name="connsiteY7" fmla="*/ 5284725 h 5413289"/>
              <a:gd name="connsiteX8" fmla="*/ 615085 w 12205474"/>
              <a:gd name="connsiteY8" fmla="*/ 5411458 h 5413289"/>
              <a:gd name="connsiteX9" fmla="*/ 0 w 12205474"/>
              <a:gd name="connsiteY9" fmla="*/ 5413289 h 5413289"/>
              <a:gd name="connsiteX10" fmla="*/ 0 w 12205474"/>
              <a:gd name="connsiteY10" fmla="*/ 5336993 h 5413289"/>
              <a:gd name="connsiteX11" fmla="*/ 615085 w 12205474"/>
              <a:gd name="connsiteY11" fmla="*/ 5335189 h 5413289"/>
              <a:gd name="connsiteX12" fmla="*/ 1738659 w 12205474"/>
              <a:gd name="connsiteY12" fmla="*/ 4869823 h 5413289"/>
              <a:gd name="connsiteX13" fmla="*/ 6128274 w 12205474"/>
              <a:gd name="connsiteY13" fmla="*/ 465366 h 5413289"/>
              <a:gd name="connsiteX14" fmla="*/ 7251847 w 12205474"/>
              <a:gd name="connsiteY14" fmla="*/ 0 h 54132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2205474" h="5413289">
                <a:moveTo>
                  <a:pt x="7251847" y="0"/>
                </a:moveTo>
                <a:lnTo>
                  <a:pt x="12205474" y="0"/>
                </a:lnTo>
                <a:lnTo>
                  <a:pt x="12205474" y="76269"/>
                </a:lnTo>
                <a:lnTo>
                  <a:pt x="7251847" y="76269"/>
                </a:lnTo>
                <a:cubicBezTo>
                  <a:pt x="7052214" y="76269"/>
                  <a:pt x="6857409" y="115039"/>
                  <a:pt x="6672965" y="191435"/>
                </a:cubicBezTo>
                <a:cubicBezTo>
                  <a:pt x="6488519" y="267830"/>
                  <a:pt x="6323397" y="378166"/>
                  <a:pt x="6182235" y="519327"/>
                </a:cubicBezTo>
                <a:lnTo>
                  <a:pt x="1792619" y="4923656"/>
                </a:lnTo>
                <a:cubicBezTo>
                  <a:pt x="1637157" y="5079181"/>
                  <a:pt x="1455382" y="5200638"/>
                  <a:pt x="1252315" y="5284725"/>
                </a:cubicBezTo>
                <a:cubicBezTo>
                  <a:pt x="1049248" y="5368811"/>
                  <a:pt x="834867" y="5411458"/>
                  <a:pt x="615085" y="5411458"/>
                </a:cubicBezTo>
                <a:lnTo>
                  <a:pt x="0" y="5413289"/>
                </a:lnTo>
                <a:lnTo>
                  <a:pt x="0" y="5336993"/>
                </a:lnTo>
                <a:lnTo>
                  <a:pt x="615085" y="5335189"/>
                </a:lnTo>
                <a:cubicBezTo>
                  <a:pt x="1036536" y="5335189"/>
                  <a:pt x="1440700" y="5167779"/>
                  <a:pt x="1738659" y="4869823"/>
                </a:cubicBezTo>
                <a:lnTo>
                  <a:pt x="6128274" y="465366"/>
                </a:lnTo>
                <a:cubicBezTo>
                  <a:pt x="6426298" y="167410"/>
                  <a:pt x="6830460" y="0"/>
                  <a:pt x="7251847" y="0"/>
                </a:cubicBezTo>
                <a:close/>
              </a:path>
            </a:pathLst>
          </a:custGeom>
          <a:gradFill>
            <a:gsLst>
              <a:gs pos="20000">
                <a:srgbClr val="0095C4"/>
              </a:gs>
              <a:gs pos="80000">
                <a:schemeClr val="accent2"/>
              </a:gs>
            </a:gsLst>
            <a:lin ang="0" scaled="1"/>
          </a:gradFill>
          <a:ln w="0" cap="flat">
            <a:noFill/>
            <a:prstDash val="solid"/>
            <a:miter/>
          </a:ln>
        </p:spPr>
        <p:txBody>
          <a:bodyPr rtlCol="0" anchor="ctr"/>
          <a:lstStyle/>
          <a:p>
            <a:endParaRPr lang="en-US" dirty="0"/>
          </a:p>
        </p:txBody>
      </p:sp>
      <p:grpSp>
        <p:nvGrpSpPr>
          <p:cNvPr id="38" name="Graphic 8">
            <a:extLst>
              <a:ext uri="{FF2B5EF4-FFF2-40B4-BE49-F238E27FC236}">
                <a16:creationId xmlns:a16="http://schemas.microsoft.com/office/drawing/2014/main" id="{D1A5F4CE-EB72-C266-1B3B-9C54BD2303E1}"/>
              </a:ext>
            </a:extLst>
          </p:cNvPr>
          <p:cNvGrpSpPr/>
          <p:nvPr userDrawn="1"/>
        </p:nvGrpSpPr>
        <p:grpSpPr>
          <a:xfrm>
            <a:off x="265625" y="6323271"/>
            <a:ext cx="1249223" cy="369648"/>
            <a:chOff x="265625" y="6323271"/>
            <a:chExt cx="1249223" cy="369648"/>
          </a:xfrm>
          <a:solidFill>
            <a:srgbClr val="000000"/>
          </a:solidFill>
        </p:grpSpPr>
        <p:grpSp>
          <p:nvGrpSpPr>
            <p:cNvPr id="39" name="Graphic 8">
              <a:extLst>
                <a:ext uri="{FF2B5EF4-FFF2-40B4-BE49-F238E27FC236}">
                  <a16:creationId xmlns:a16="http://schemas.microsoft.com/office/drawing/2014/main" id="{2137E5D9-482E-8131-7FF0-1050E105997F}"/>
                </a:ext>
              </a:extLst>
            </p:cNvPr>
            <p:cNvGrpSpPr/>
            <p:nvPr/>
          </p:nvGrpSpPr>
          <p:grpSpPr>
            <a:xfrm>
              <a:off x="745455" y="6594444"/>
              <a:ext cx="722662" cy="98475"/>
              <a:chOff x="745455" y="6594444"/>
              <a:chExt cx="722662" cy="98475"/>
            </a:xfrm>
            <a:solidFill>
              <a:srgbClr val="000000"/>
            </a:solidFill>
          </p:grpSpPr>
          <p:sp>
            <p:nvSpPr>
              <p:cNvPr id="48" name="Freeform 47">
                <a:extLst>
                  <a:ext uri="{FF2B5EF4-FFF2-40B4-BE49-F238E27FC236}">
                    <a16:creationId xmlns:a16="http://schemas.microsoft.com/office/drawing/2014/main" id="{401D4578-40C7-2585-4FDC-D46680518109}"/>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49" name="Freeform 48">
                <a:extLst>
                  <a:ext uri="{FF2B5EF4-FFF2-40B4-BE49-F238E27FC236}">
                    <a16:creationId xmlns:a16="http://schemas.microsoft.com/office/drawing/2014/main" id="{7D357427-0517-5C7D-A2F9-9FA354E4992F}"/>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50" name="Freeform 49">
                <a:extLst>
                  <a:ext uri="{FF2B5EF4-FFF2-40B4-BE49-F238E27FC236}">
                    <a16:creationId xmlns:a16="http://schemas.microsoft.com/office/drawing/2014/main" id="{1F2840FE-B7E9-55F1-1465-C3EC98EC0ACE}"/>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51" name="Freeform 50">
                <a:extLst>
                  <a:ext uri="{FF2B5EF4-FFF2-40B4-BE49-F238E27FC236}">
                    <a16:creationId xmlns:a16="http://schemas.microsoft.com/office/drawing/2014/main" id="{935EB82F-29DB-B50B-2148-8B6B0BBCAF7F}"/>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52" name="Freeform 51">
                <a:extLst>
                  <a:ext uri="{FF2B5EF4-FFF2-40B4-BE49-F238E27FC236}">
                    <a16:creationId xmlns:a16="http://schemas.microsoft.com/office/drawing/2014/main" id="{88238D6F-727C-429B-85BB-BB97763DD8B3}"/>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53" name="Freeform 52">
                <a:extLst>
                  <a:ext uri="{FF2B5EF4-FFF2-40B4-BE49-F238E27FC236}">
                    <a16:creationId xmlns:a16="http://schemas.microsoft.com/office/drawing/2014/main" id="{9C614CC9-29E5-4669-6FEA-79EC278FE091}"/>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54" name="Freeform 53">
                <a:extLst>
                  <a:ext uri="{FF2B5EF4-FFF2-40B4-BE49-F238E27FC236}">
                    <a16:creationId xmlns:a16="http://schemas.microsoft.com/office/drawing/2014/main" id="{77E21B9D-99B5-B6C1-54E7-0043458780C4}"/>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55" name="Freeform 54">
                <a:extLst>
                  <a:ext uri="{FF2B5EF4-FFF2-40B4-BE49-F238E27FC236}">
                    <a16:creationId xmlns:a16="http://schemas.microsoft.com/office/drawing/2014/main" id="{4D857C41-1105-53B4-027A-9AAD9B68FE20}"/>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56" name="Freeform 55">
                <a:extLst>
                  <a:ext uri="{FF2B5EF4-FFF2-40B4-BE49-F238E27FC236}">
                    <a16:creationId xmlns:a16="http://schemas.microsoft.com/office/drawing/2014/main" id="{8E094421-7705-4F5D-AD3D-5BE22A2FAF77}"/>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57" name="Freeform 56">
                <a:extLst>
                  <a:ext uri="{FF2B5EF4-FFF2-40B4-BE49-F238E27FC236}">
                    <a16:creationId xmlns:a16="http://schemas.microsoft.com/office/drawing/2014/main" id="{485723E5-9424-E475-7092-E94E9597350E}"/>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40" name="Graphic 8">
              <a:extLst>
                <a:ext uri="{FF2B5EF4-FFF2-40B4-BE49-F238E27FC236}">
                  <a16:creationId xmlns:a16="http://schemas.microsoft.com/office/drawing/2014/main" id="{C1BCA891-9818-3C98-5E5D-CAAA5BC1C8D8}"/>
                </a:ext>
              </a:extLst>
            </p:cNvPr>
            <p:cNvGrpSpPr/>
            <p:nvPr/>
          </p:nvGrpSpPr>
          <p:grpSpPr>
            <a:xfrm>
              <a:off x="265625" y="6323271"/>
              <a:ext cx="1249223" cy="190348"/>
              <a:chOff x="265625" y="6323271"/>
              <a:chExt cx="1249223" cy="190348"/>
            </a:xfrm>
            <a:solidFill>
              <a:srgbClr val="000000"/>
            </a:solidFill>
          </p:grpSpPr>
          <p:sp>
            <p:nvSpPr>
              <p:cNvPr id="41" name="Freeform 40">
                <a:extLst>
                  <a:ext uri="{FF2B5EF4-FFF2-40B4-BE49-F238E27FC236}">
                    <a16:creationId xmlns:a16="http://schemas.microsoft.com/office/drawing/2014/main" id="{88AEA6DD-162C-57F8-3709-64B3B9BC62BC}"/>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42" name="Freeform 41">
                <a:extLst>
                  <a:ext uri="{FF2B5EF4-FFF2-40B4-BE49-F238E27FC236}">
                    <a16:creationId xmlns:a16="http://schemas.microsoft.com/office/drawing/2014/main" id="{FC17F96D-EC21-771A-4BFB-097D052B25FC}"/>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43" name="Freeform 42">
                <a:extLst>
                  <a:ext uri="{FF2B5EF4-FFF2-40B4-BE49-F238E27FC236}">
                    <a16:creationId xmlns:a16="http://schemas.microsoft.com/office/drawing/2014/main" id="{D310231D-256A-7136-6FBC-2E63F32653FC}"/>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44" name="Freeform 43">
                <a:extLst>
                  <a:ext uri="{FF2B5EF4-FFF2-40B4-BE49-F238E27FC236}">
                    <a16:creationId xmlns:a16="http://schemas.microsoft.com/office/drawing/2014/main" id="{4D14B69E-286C-4E39-05BC-F4A507A000EE}"/>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45" name="Freeform 44">
                <a:extLst>
                  <a:ext uri="{FF2B5EF4-FFF2-40B4-BE49-F238E27FC236}">
                    <a16:creationId xmlns:a16="http://schemas.microsoft.com/office/drawing/2014/main" id="{C86A5B8B-2CA3-DA7C-8F1D-838462A90136}"/>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46" name="Freeform 45">
                <a:extLst>
                  <a:ext uri="{FF2B5EF4-FFF2-40B4-BE49-F238E27FC236}">
                    <a16:creationId xmlns:a16="http://schemas.microsoft.com/office/drawing/2014/main" id="{CDAF0B3D-FBD5-4563-20CD-70B391907C0A}"/>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47" name="Freeform 46">
                <a:extLst>
                  <a:ext uri="{FF2B5EF4-FFF2-40B4-BE49-F238E27FC236}">
                    <a16:creationId xmlns:a16="http://schemas.microsoft.com/office/drawing/2014/main" id="{BC54CD76-F7DE-5D47-2726-1FB2EE8F9EBE}"/>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
        <p:nvSpPr>
          <p:cNvPr id="5" name="TextBox 4">
            <a:extLst>
              <a:ext uri="{FF2B5EF4-FFF2-40B4-BE49-F238E27FC236}">
                <a16:creationId xmlns:a16="http://schemas.microsoft.com/office/drawing/2014/main" id="{DAC4568A-0320-BB95-EB37-40F255DCBF74}"/>
              </a:ext>
            </a:extLst>
          </p:cNvPr>
          <p:cNvSpPr txBox="1"/>
          <p:nvPr userDrawn="1"/>
        </p:nvSpPr>
        <p:spPr>
          <a:xfrm>
            <a:off x="1645084" y="6461498"/>
            <a:ext cx="3574697" cy="215444"/>
          </a:xfrm>
          <a:prstGeom prst="rect">
            <a:avLst/>
          </a:prstGeom>
          <a:noFill/>
        </p:spPr>
        <p:txBody>
          <a:bodyPr wrap="none" lIns="0" tIns="0" rIns="0" bIns="0" rtlCol="0">
            <a:spAutoFit/>
          </a:bodyPr>
          <a:lstStyle/>
          <a:p>
            <a:pPr algn="l">
              <a:lnSpc>
                <a:spcPct val="100000"/>
              </a:lnSpc>
            </a:pPr>
            <a:r>
              <a:rPr lang="en-US" sz="700" spc="0" baseline="0" dirty="0">
                <a:ln/>
                <a:solidFill>
                  <a:srgbClr val="000000"/>
                </a:solidFill>
                <a:latin typeface="+mn-lt"/>
                <a:sym typeface="Metropolis-Regular"/>
                <a:rtl val="0"/>
              </a:rPr>
              <a:t>Broadcom Proprietary and Confidential. Copyright © 2026 Broadcom.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700" spc="0" baseline="0" dirty="0">
                <a:ln/>
                <a:solidFill>
                  <a:srgbClr val="000000"/>
                </a:solidFill>
                <a:latin typeface="+mn-lt"/>
                <a:sym typeface="Metropolis-Regular"/>
                <a:rtl val="0"/>
              </a:rPr>
              <a:t>All Rights Reserved. The term “Broadcom” refers to Broadcom Inc. and/or its subsidiaries.</a:t>
            </a:r>
          </a:p>
        </p:txBody>
      </p:sp>
    </p:spTree>
    <p:extLst>
      <p:ext uri="{BB962C8B-B14F-4D97-AF65-F5344CB8AC3E}">
        <p14:creationId xmlns:p14="http://schemas.microsoft.com/office/powerpoint/2010/main" val="36217253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Slide – Plum">
    <p:spTree>
      <p:nvGrpSpPr>
        <p:cNvPr id="1" name=""/>
        <p:cNvGrpSpPr/>
        <p:nvPr/>
      </p:nvGrpSpPr>
      <p:grpSpPr>
        <a:xfrm>
          <a:off x="0" y="0"/>
          <a:ext cx="0" cy="0"/>
          <a:chOff x="0" y="0"/>
          <a:chExt cx="0" cy="0"/>
        </a:xfrm>
      </p:grpSpPr>
      <p:pic>
        <p:nvPicPr>
          <p:cNvPr id="56" name="Graphic 55">
            <a:extLst>
              <a:ext uri="{FF2B5EF4-FFF2-40B4-BE49-F238E27FC236}">
                <a16:creationId xmlns:a16="http://schemas.microsoft.com/office/drawing/2014/main" id="{CC06A3C2-D9D3-F0BE-4283-65EFB0C40361}"/>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l="1042" r="1973" b="1787"/>
          <a:stretch>
            <a:fillRect/>
          </a:stretch>
        </p:blipFill>
        <p:spPr>
          <a:xfrm>
            <a:off x="0" y="658109"/>
            <a:ext cx="12188825" cy="6205839"/>
          </a:xfrm>
          <a:custGeom>
            <a:avLst/>
            <a:gdLst>
              <a:gd name="connsiteX0" fmla="*/ 0 w 12192401"/>
              <a:gd name="connsiteY0" fmla="*/ 0 h 6207660"/>
              <a:gd name="connsiteX1" fmla="*/ 12192401 w 12192401"/>
              <a:gd name="connsiteY1" fmla="*/ 0 h 6207660"/>
              <a:gd name="connsiteX2" fmla="*/ 12192401 w 12192401"/>
              <a:gd name="connsiteY2" fmla="*/ 6207660 h 6207660"/>
              <a:gd name="connsiteX3" fmla="*/ 0 w 12192401"/>
              <a:gd name="connsiteY3" fmla="*/ 6207660 h 6207660"/>
            </a:gdLst>
            <a:ahLst/>
            <a:cxnLst>
              <a:cxn ang="0">
                <a:pos x="connsiteX0" y="connsiteY0"/>
              </a:cxn>
              <a:cxn ang="0">
                <a:pos x="connsiteX1" y="connsiteY1"/>
              </a:cxn>
              <a:cxn ang="0">
                <a:pos x="connsiteX2" y="connsiteY2"/>
              </a:cxn>
              <a:cxn ang="0">
                <a:pos x="connsiteX3" y="connsiteY3"/>
              </a:cxn>
            </a:cxnLst>
            <a:rect l="l" t="t" r="r" b="b"/>
            <a:pathLst>
              <a:path w="12192401" h="6207660">
                <a:moveTo>
                  <a:pt x="0" y="0"/>
                </a:moveTo>
                <a:lnTo>
                  <a:pt x="12192401" y="0"/>
                </a:lnTo>
                <a:lnTo>
                  <a:pt x="12192401" y="6207660"/>
                </a:lnTo>
                <a:lnTo>
                  <a:pt x="0" y="6207660"/>
                </a:lnTo>
                <a:close/>
              </a:path>
            </a:pathLst>
          </a:custGeom>
          <a:effectLst>
            <a:outerShdw blurRad="241300" sx="102000" sy="102000" algn="ctr" rotWithShape="0">
              <a:schemeClr val="accent3">
                <a:alpha val="15000"/>
              </a:schemeClr>
            </a:outerShdw>
          </a:effectLst>
        </p:spPr>
      </p:pic>
      <p:sp>
        <p:nvSpPr>
          <p:cNvPr id="42" name="Freeform: Shape 41">
            <a:extLst>
              <a:ext uri="{FF2B5EF4-FFF2-40B4-BE49-F238E27FC236}">
                <a16:creationId xmlns:a16="http://schemas.microsoft.com/office/drawing/2014/main" id="{044BC68A-DC70-D408-944E-73F6554FC359}"/>
              </a:ext>
            </a:extLst>
          </p:cNvPr>
          <p:cNvSpPr/>
          <p:nvPr userDrawn="1"/>
        </p:nvSpPr>
        <p:spPr>
          <a:xfrm>
            <a:off x="-3811" y="-260"/>
            <a:ext cx="6334843" cy="4737302"/>
          </a:xfrm>
          <a:custGeom>
            <a:avLst/>
            <a:gdLst>
              <a:gd name="connsiteX0" fmla="*/ 0 w 6334843"/>
              <a:gd name="connsiteY0" fmla="*/ 0 h 4737302"/>
              <a:gd name="connsiteX1" fmla="*/ 6334843 w 6334843"/>
              <a:gd name="connsiteY1" fmla="*/ 0 h 4737302"/>
              <a:gd name="connsiteX2" fmla="*/ 1987292 w 6334843"/>
              <a:gd name="connsiteY2" fmla="*/ 4347552 h 4737302"/>
              <a:gd name="connsiteX3" fmla="*/ 1046384 w 6334843"/>
              <a:gd name="connsiteY3" fmla="*/ 4737302 h 4737302"/>
              <a:gd name="connsiteX4" fmla="*/ 0 w 6334843"/>
              <a:gd name="connsiteY4" fmla="*/ 4737302 h 47373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334843" h="4737302">
                <a:moveTo>
                  <a:pt x="0" y="0"/>
                </a:moveTo>
                <a:lnTo>
                  <a:pt x="6334843" y="0"/>
                </a:lnTo>
                <a:lnTo>
                  <a:pt x="1987292" y="4347552"/>
                </a:lnTo>
                <a:cubicBezTo>
                  <a:pt x="1737727" y="4597117"/>
                  <a:pt x="1399274" y="4737302"/>
                  <a:pt x="1046384" y="4737302"/>
                </a:cubicBezTo>
                <a:lnTo>
                  <a:pt x="0" y="4737302"/>
                </a:lnTo>
                <a:close/>
              </a:path>
            </a:pathLst>
          </a:custGeom>
          <a:gradFill flip="none" rotWithShape="1">
            <a:gsLst>
              <a:gs pos="45000">
                <a:srgbClr val="4764A1"/>
              </a:gs>
              <a:gs pos="16000">
                <a:schemeClr val="accent5"/>
              </a:gs>
              <a:gs pos="90000">
                <a:schemeClr val="accent3"/>
              </a:gs>
            </a:gsLst>
            <a:lin ang="19200000" scaled="0"/>
            <a:tileRect/>
          </a:gradFill>
          <a:ln w="0" cap="flat">
            <a:noFill/>
            <a:prstDash val="solid"/>
            <a:miter/>
          </a:ln>
        </p:spPr>
        <p:txBody>
          <a:bodyPr rtlCol="0" anchor="ctr"/>
          <a:lstStyle/>
          <a:p>
            <a:endParaRPr lang="en-US" dirty="0"/>
          </a:p>
        </p:txBody>
      </p:sp>
      <p:sp>
        <p:nvSpPr>
          <p:cNvPr id="14" name="Click to edit Speaker Name ">
            <a:extLst>
              <a:ext uri="{FF2B5EF4-FFF2-40B4-BE49-F238E27FC236}">
                <a16:creationId xmlns:a16="http://schemas.microsoft.com/office/drawing/2014/main" id="{179DB1F6-DFFE-5E43-994F-B7DBFB112CAC}"/>
              </a:ext>
            </a:extLst>
          </p:cNvPr>
          <p:cNvSpPr>
            <a:spLocks noGrp="1"/>
          </p:cNvSpPr>
          <p:nvPr>
            <p:ph type="body" sz="quarter" idx="11" hasCustomPrompt="1"/>
          </p:nvPr>
        </p:nvSpPr>
        <p:spPr>
          <a:xfrm>
            <a:off x="6592948" y="4737425"/>
            <a:ext cx="5402202" cy="355601"/>
          </a:xfrm>
        </p:spPr>
        <p:txBody>
          <a:bodyPr anchor="b"/>
          <a:lstStyle>
            <a:lvl1pPr marL="0" marR="0" indent="0" algn="l" defTabSz="914400" rtl="0" eaLnBrk="1" fontAlgn="auto" latinLnBrk="0" hangingPunct="1">
              <a:lnSpc>
                <a:spcPct val="100000"/>
              </a:lnSpc>
              <a:spcBef>
                <a:spcPts val="1800"/>
              </a:spcBef>
              <a:spcAft>
                <a:spcPts val="0"/>
              </a:spcAft>
              <a:buClr>
                <a:schemeClr val="tx1">
                  <a:lumMod val="60000"/>
                  <a:lumOff val="40000"/>
                </a:schemeClr>
              </a:buClr>
              <a:buSzPct val="90000"/>
              <a:buFont typeface="Arial" panose="020B0604020202020204" pitchFamily="34" charset="0"/>
              <a:buNone/>
              <a:tabLst/>
              <a:defRPr lang="en-US" sz="1600" b="0" i="0" u="none" strike="noStrike" smtClean="0">
                <a:solidFill>
                  <a:schemeClr val="tx1"/>
                </a:solidFill>
                <a:effectLst/>
              </a:defRPr>
            </a:lvl1pPr>
          </a:lstStyle>
          <a:p>
            <a:pPr marL="0" marR="0" lvl="0" indent="0" algn="l" defTabSz="914400" rtl="0" eaLnBrk="1" fontAlgn="auto" latinLnBrk="0" hangingPunct="1">
              <a:lnSpc>
                <a:spcPct val="100000"/>
              </a:lnSpc>
              <a:spcBef>
                <a:spcPts val="1800"/>
              </a:spcBef>
              <a:spcAft>
                <a:spcPts val="0"/>
              </a:spcAft>
              <a:buClr>
                <a:schemeClr val="tx1">
                  <a:lumMod val="60000"/>
                  <a:lumOff val="40000"/>
                </a:schemeClr>
              </a:buClr>
              <a:buSzPct val="90000"/>
              <a:buFont typeface="Arial" panose="020B0604020202020204" pitchFamily="34" charset="0"/>
              <a:buNone/>
              <a:tabLst/>
              <a:defRPr/>
            </a:pPr>
            <a:r>
              <a:rPr lang="en-US"/>
              <a:t>Speaker Name (Insert pronouns)</a:t>
            </a:r>
          </a:p>
        </p:txBody>
      </p:sp>
      <p:sp>
        <p:nvSpPr>
          <p:cNvPr id="15" name="Click to edit role">
            <a:extLst>
              <a:ext uri="{FF2B5EF4-FFF2-40B4-BE49-F238E27FC236}">
                <a16:creationId xmlns:a16="http://schemas.microsoft.com/office/drawing/2014/main" id="{6C710D35-A62F-6545-8876-C6793E801C84}"/>
              </a:ext>
            </a:extLst>
          </p:cNvPr>
          <p:cNvSpPr>
            <a:spLocks noGrp="1"/>
          </p:cNvSpPr>
          <p:nvPr>
            <p:ph type="body" sz="quarter" idx="12" hasCustomPrompt="1"/>
          </p:nvPr>
        </p:nvSpPr>
        <p:spPr>
          <a:xfrm>
            <a:off x="6592948" y="5117480"/>
            <a:ext cx="5402202" cy="355601"/>
          </a:xfrm>
        </p:spPr>
        <p:txBody>
          <a:bodyPr/>
          <a:lstStyle>
            <a:lvl1pPr algn="l">
              <a:buNone/>
              <a:defRPr sz="1600">
                <a:solidFill>
                  <a:schemeClr val="tx1"/>
                </a:solidFill>
              </a:defRPr>
            </a:lvl1pPr>
          </a:lstStyle>
          <a:p>
            <a:pPr lvl="0"/>
            <a:r>
              <a:rPr lang="en-US" dirty="0"/>
              <a:t>Role / Division, Broadcom</a:t>
            </a:r>
          </a:p>
        </p:txBody>
      </p:sp>
      <p:sp>
        <p:nvSpPr>
          <p:cNvPr id="17" name="Click to edit role">
            <a:extLst>
              <a:ext uri="{FF2B5EF4-FFF2-40B4-BE49-F238E27FC236}">
                <a16:creationId xmlns:a16="http://schemas.microsoft.com/office/drawing/2014/main" id="{B7F8A130-4773-4943-B490-D62738C5089B}"/>
              </a:ext>
            </a:extLst>
          </p:cNvPr>
          <p:cNvSpPr>
            <a:spLocks noGrp="1"/>
          </p:cNvSpPr>
          <p:nvPr>
            <p:ph type="body" sz="quarter" idx="14" hasCustomPrompt="1"/>
          </p:nvPr>
        </p:nvSpPr>
        <p:spPr>
          <a:xfrm>
            <a:off x="6592948" y="5485986"/>
            <a:ext cx="5402202" cy="355601"/>
          </a:xfrm>
        </p:spPr>
        <p:txBody>
          <a:bodyPr/>
          <a:lstStyle>
            <a:lvl1pPr algn="l">
              <a:buNone/>
              <a:defRPr sz="1400">
                <a:solidFill>
                  <a:schemeClr val="tx1"/>
                </a:solidFill>
              </a:defRPr>
            </a:lvl1pPr>
          </a:lstStyle>
          <a:p>
            <a:pPr lvl="0"/>
            <a:r>
              <a:rPr lang="en-US"/>
              <a:t>Date</a:t>
            </a:r>
          </a:p>
        </p:txBody>
      </p:sp>
      <p:grpSp>
        <p:nvGrpSpPr>
          <p:cNvPr id="8" name="Graphic 8">
            <a:extLst>
              <a:ext uri="{FF2B5EF4-FFF2-40B4-BE49-F238E27FC236}">
                <a16:creationId xmlns:a16="http://schemas.microsoft.com/office/drawing/2014/main" id="{4F10736E-6ED5-0C6E-6075-508D9F639A18}"/>
              </a:ext>
            </a:extLst>
          </p:cNvPr>
          <p:cNvGrpSpPr/>
          <p:nvPr/>
        </p:nvGrpSpPr>
        <p:grpSpPr>
          <a:xfrm>
            <a:off x="265625" y="6323271"/>
            <a:ext cx="1249223" cy="369648"/>
            <a:chOff x="265625" y="6323271"/>
            <a:chExt cx="1249223" cy="369648"/>
          </a:xfrm>
          <a:solidFill>
            <a:srgbClr val="000000"/>
          </a:solidFill>
        </p:grpSpPr>
        <p:grpSp>
          <p:nvGrpSpPr>
            <p:cNvPr id="9" name="Graphic 8">
              <a:extLst>
                <a:ext uri="{FF2B5EF4-FFF2-40B4-BE49-F238E27FC236}">
                  <a16:creationId xmlns:a16="http://schemas.microsoft.com/office/drawing/2014/main" id="{D557BC25-A922-05FC-1A76-D49030DB2267}"/>
                </a:ext>
              </a:extLst>
            </p:cNvPr>
            <p:cNvGrpSpPr/>
            <p:nvPr/>
          </p:nvGrpSpPr>
          <p:grpSpPr>
            <a:xfrm>
              <a:off x="745455" y="6594444"/>
              <a:ext cx="722662" cy="98475"/>
              <a:chOff x="745455" y="6594444"/>
              <a:chExt cx="722662" cy="98475"/>
            </a:xfrm>
            <a:solidFill>
              <a:srgbClr val="000000"/>
            </a:solidFill>
          </p:grpSpPr>
          <p:sp>
            <p:nvSpPr>
              <p:cNvPr id="23" name="Freeform 22">
                <a:extLst>
                  <a:ext uri="{FF2B5EF4-FFF2-40B4-BE49-F238E27FC236}">
                    <a16:creationId xmlns:a16="http://schemas.microsoft.com/office/drawing/2014/main" id="{E523BF60-312B-1E34-6880-BC3B5C2FB758}"/>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24" name="Freeform 23">
                <a:extLst>
                  <a:ext uri="{FF2B5EF4-FFF2-40B4-BE49-F238E27FC236}">
                    <a16:creationId xmlns:a16="http://schemas.microsoft.com/office/drawing/2014/main" id="{6E52B076-2610-E4C9-CEC0-57CF7104EE08}"/>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25" name="Freeform 24">
                <a:extLst>
                  <a:ext uri="{FF2B5EF4-FFF2-40B4-BE49-F238E27FC236}">
                    <a16:creationId xmlns:a16="http://schemas.microsoft.com/office/drawing/2014/main" id="{8CC2BE44-AF25-347C-4A92-7783845A362B}"/>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26" name="Freeform 25">
                <a:extLst>
                  <a:ext uri="{FF2B5EF4-FFF2-40B4-BE49-F238E27FC236}">
                    <a16:creationId xmlns:a16="http://schemas.microsoft.com/office/drawing/2014/main" id="{34953679-859B-D0DA-4ABF-07E9F272DAD6}"/>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27" name="Freeform 26">
                <a:extLst>
                  <a:ext uri="{FF2B5EF4-FFF2-40B4-BE49-F238E27FC236}">
                    <a16:creationId xmlns:a16="http://schemas.microsoft.com/office/drawing/2014/main" id="{DB109C9C-4551-1EB8-2259-0F9209674E9E}"/>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28" name="Freeform 27">
                <a:extLst>
                  <a:ext uri="{FF2B5EF4-FFF2-40B4-BE49-F238E27FC236}">
                    <a16:creationId xmlns:a16="http://schemas.microsoft.com/office/drawing/2014/main" id="{929155CA-1046-8977-BCEE-14423F67DFAE}"/>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29" name="Freeform 28">
                <a:extLst>
                  <a:ext uri="{FF2B5EF4-FFF2-40B4-BE49-F238E27FC236}">
                    <a16:creationId xmlns:a16="http://schemas.microsoft.com/office/drawing/2014/main" id="{9217C2BD-2BFB-EBAE-BCB1-6E002578E6C9}"/>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30" name="Freeform 29">
                <a:extLst>
                  <a:ext uri="{FF2B5EF4-FFF2-40B4-BE49-F238E27FC236}">
                    <a16:creationId xmlns:a16="http://schemas.microsoft.com/office/drawing/2014/main" id="{66D9CBF5-66C1-BF9F-86E0-C51B10B8BECF}"/>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31" name="Freeform 30">
                <a:extLst>
                  <a:ext uri="{FF2B5EF4-FFF2-40B4-BE49-F238E27FC236}">
                    <a16:creationId xmlns:a16="http://schemas.microsoft.com/office/drawing/2014/main" id="{B2149A32-E8CE-21A2-AF4D-E3E8EF4CD02E}"/>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32" name="Freeform 31">
                <a:extLst>
                  <a:ext uri="{FF2B5EF4-FFF2-40B4-BE49-F238E27FC236}">
                    <a16:creationId xmlns:a16="http://schemas.microsoft.com/office/drawing/2014/main" id="{780C4423-7890-B27D-0AD6-86D259CD1CFD}"/>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10" name="Graphic 8">
              <a:extLst>
                <a:ext uri="{FF2B5EF4-FFF2-40B4-BE49-F238E27FC236}">
                  <a16:creationId xmlns:a16="http://schemas.microsoft.com/office/drawing/2014/main" id="{E499E6B1-EF26-255F-D439-2060C0C8D8C4}"/>
                </a:ext>
              </a:extLst>
            </p:cNvPr>
            <p:cNvGrpSpPr/>
            <p:nvPr/>
          </p:nvGrpSpPr>
          <p:grpSpPr>
            <a:xfrm>
              <a:off x="265625" y="6323271"/>
              <a:ext cx="1249223" cy="190348"/>
              <a:chOff x="265625" y="6323271"/>
              <a:chExt cx="1249223" cy="190348"/>
            </a:xfrm>
            <a:solidFill>
              <a:srgbClr val="000000"/>
            </a:solidFill>
          </p:grpSpPr>
          <p:sp>
            <p:nvSpPr>
              <p:cNvPr id="11" name="Freeform 10">
                <a:extLst>
                  <a:ext uri="{FF2B5EF4-FFF2-40B4-BE49-F238E27FC236}">
                    <a16:creationId xmlns:a16="http://schemas.microsoft.com/office/drawing/2014/main" id="{5D3E6056-C980-C277-4EB0-3122E1B37834}"/>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16" name="Freeform 15">
                <a:extLst>
                  <a:ext uri="{FF2B5EF4-FFF2-40B4-BE49-F238E27FC236}">
                    <a16:creationId xmlns:a16="http://schemas.microsoft.com/office/drawing/2014/main" id="{BCA28A45-3EC9-4897-18A7-3B83D668F037}"/>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18" name="Freeform 17">
                <a:extLst>
                  <a:ext uri="{FF2B5EF4-FFF2-40B4-BE49-F238E27FC236}">
                    <a16:creationId xmlns:a16="http://schemas.microsoft.com/office/drawing/2014/main" id="{E1542068-8764-5E63-7689-E23588FB9F96}"/>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19" name="Freeform 18">
                <a:extLst>
                  <a:ext uri="{FF2B5EF4-FFF2-40B4-BE49-F238E27FC236}">
                    <a16:creationId xmlns:a16="http://schemas.microsoft.com/office/drawing/2014/main" id="{82CE85A8-18B9-28CA-3CA7-AF69CD0E7E65}"/>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20" name="Freeform 19">
                <a:extLst>
                  <a:ext uri="{FF2B5EF4-FFF2-40B4-BE49-F238E27FC236}">
                    <a16:creationId xmlns:a16="http://schemas.microsoft.com/office/drawing/2014/main" id="{7240059C-90E8-4CCA-BF9E-22A49938C59A}"/>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21" name="Freeform 20">
                <a:extLst>
                  <a:ext uri="{FF2B5EF4-FFF2-40B4-BE49-F238E27FC236}">
                    <a16:creationId xmlns:a16="http://schemas.microsoft.com/office/drawing/2014/main" id="{78783A41-2765-E1DC-1DCD-C4E2CF3FF0E8}"/>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22" name="Freeform 21">
                <a:extLst>
                  <a:ext uri="{FF2B5EF4-FFF2-40B4-BE49-F238E27FC236}">
                    <a16:creationId xmlns:a16="http://schemas.microsoft.com/office/drawing/2014/main" id="{354F7A79-211B-C147-2C67-7F3BF390F351}"/>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
        <p:nvSpPr>
          <p:cNvPr id="3" name="Title click to edit">
            <a:extLst>
              <a:ext uri="{FF2B5EF4-FFF2-40B4-BE49-F238E27FC236}">
                <a16:creationId xmlns:a16="http://schemas.microsoft.com/office/drawing/2014/main" id="{7692B9CF-CBD9-8BB1-F230-4EB7B6F8F864}"/>
              </a:ext>
            </a:extLst>
          </p:cNvPr>
          <p:cNvSpPr>
            <a:spLocks noGrp="1"/>
          </p:cNvSpPr>
          <p:nvPr>
            <p:ph type="title" hasCustomPrompt="1"/>
          </p:nvPr>
        </p:nvSpPr>
        <p:spPr>
          <a:xfrm>
            <a:off x="6592949" y="1701846"/>
            <a:ext cx="5102866" cy="1234440"/>
          </a:xfrm>
        </p:spPr>
        <p:txBody>
          <a:bodyPr wrap="square" anchor="b"/>
          <a:lstStyle>
            <a:lvl1pPr algn="l">
              <a:defRPr sz="4000" b="0" cap="none" baseline="0">
                <a:solidFill>
                  <a:schemeClr val="accent2"/>
                </a:solidFill>
              </a:defRPr>
            </a:lvl1pPr>
          </a:lstStyle>
          <a:p>
            <a:r>
              <a:rPr lang="en-US"/>
              <a:t>Title Slide – Purple Theme</a:t>
            </a:r>
          </a:p>
        </p:txBody>
      </p:sp>
      <p:sp>
        <p:nvSpPr>
          <p:cNvPr id="4" name="Subtitle click to edit">
            <a:extLst>
              <a:ext uri="{FF2B5EF4-FFF2-40B4-BE49-F238E27FC236}">
                <a16:creationId xmlns:a16="http://schemas.microsoft.com/office/drawing/2014/main" id="{5D44BD56-856D-6181-240D-ED5454B98CF0}"/>
              </a:ext>
            </a:extLst>
          </p:cNvPr>
          <p:cNvSpPr>
            <a:spLocks noGrp="1"/>
          </p:cNvSpPr>
          <p:nvPr>
            <p:ph type="subTitle" idx="10" hasCustomPrompt="1"/>
          </p:nvPr>
        </p:nvSpPr>
        <p:spPr>
          <a:xfrm>
            <a:off x="6592948" y="2986547"/>
            <a:ext cx="5116452" cy="416403"/>
          </a:xfrm>
        </p:spPr>
        <p:txBody>
          <a:bodyPr/>
          <a:lstStyle>
            <a:lvl1pPr marL="0" indent="0" algn="l">
              <a:buNone/>
              <a:defRPr sz="2400">
                <a:solidFill>
                  <a:schemeClr val="tx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subtitle placeholder</a:t>
            </a:r>
          </a:p>
        </p:txBody>
      </p:sp>
      <p:sp>
        <p:nvSpPr>
          <p:cNvPr id="68" name="Freeform: Shape 67">
            <a:extLst>
              <a:ext uri="{FF2B5EF4-FFF2-40B4-BE49-F238E27FC236}">
                <a16:creationId xmlns:a16="http://schemas.microsoft.com/office/drawing/2014/main" id="{0D16AAF9-608F-69E5-7209-741EB708452B}"/>
              </a:ext>
            </a:extLst>
          </p:cNvPr>
          <p:cNvSpPr/>
          <p:nvPr/>
        </p:nvSpPr>
        <p:spPr>
          <a:xfrm>
            <a:off x="-7657" y="648483"/>
            <a:ext cx="12205474" cy="5413289"/>
          </a:xfrm>
          <a:custGeom>
            <a:avLst/>
            <a:gdLst>
              <a:gd name="connsiteX0" fmla="*/ 7251847 w 12205474"/>
              <a:gd name="connsiteY0" fmla="*/ 0 h 5413289"/>
              <a:gd name="connsiteX1" fmla="*/ 12205474 w 12205474"/>
              <a:gd name="connsiteY1" fmla="*/ 0 h 5413289"/>
              <a:gd name="connsiteX2" fmla="*/ 12205474 w 12205474"/>
              <a:gd name="connsiteY2" fmla="*/ 76269 h 5413289"/>
              <a:gd name="connsiteX3" fmla="*/ 7251847 w 12205474"/>
              <a:gd name="connsiteY3" fmla="*/ 76269 h 5413289"/>
              <a:gd name="connsiteX4" fmla="*/ 6672965 w 12205474"/>
              <a:gd name="connsiteY4" fmla="*/ 191435 h 5413289"/>
              <a:gd name="connsiteX5" fmla="*/ 6182235 w 12205474"/>
              <a:gd name="connsiteY5" fmla="*/ 519327 h 5413289"/>
              <a:gd name="connsiteX6" fmla="*/ 1792619 w 12205474"/>
              <a:gd name="connsiteY6" fmla="*/ 4923656 h 5413289"/>
              <a:gd name="connsiteX7" fmla="*/ 1252315 w 12205474"/>
              <a:gd name="connsiteY7" fmla="*/ 5284725 h 5413289"/>
              <a:gd name="connsiteX8" fmla="*/ 615085 w 12205474"/>
              <a:gd name="connsiteY8" fmla="*/ 5411458 h 5413289"/>
              <a:gd name="connsiteX9" fmla="*/ 0 w 12205474"/>
              <a:gd name="connsiteY9" fmla="*/ 5413289 h 5413289"/>
              <a:gd name="connsiteX10" fmla="*/ 0 w 12205474"/>
              <a:gd name="connsiteY10" fmla="*/ 5336993 h 5413289"/>
              <a:gd name="connsiteX11" fmla="*/ 615085 w 12205474"/>
              <a:gd name="connsiteY11" fmla="*/ 5335189 h 5413289"/>
              <a:gd name="connsiteX12" fmla="*/ 1738659 w 12205474"/>
              <a:gd name="connsiteY12" fmla="*/ 4869823 h 5413289"/>
              <a:gd name="connsiteX13" fmla="*/ 6128274 w 12205474"/>
              <a:gd name="connsiteY13" fmla="*/ 465366 h 5413289"/>
              <a:gd name="connsiteX14" fmla="*/ 7251847 w 12205474"/>
              <a:gd name="connsiteY14" fmla="*/ 0 h 54132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2205474" h="5413289">
                <a:moveTo>
                  <a:pt x="7251847" y="0"/>
                </a:moveTo>
                <a:lnTo>
                  <a:pt x="12205474" y="0"/>
                </a:lnTo>
                <a:lnTo>
                  <a:pt x="12205474" y="76269"/>
                </a:lnTo>
                <a:lnTo>
                  <a:pt x="7251847" y="76269"/>
                </a:lnTo>
                <a:cubicBezTo>
                  <a:pt x="7052214" y="76269"/>
                  <a:pt x="6857409" y="115039"/>
                  <a:pt x="6672965" y="191435"/>
                </a:cubicBezTo>
                <a:cubicBezTo>
                  <a:pt x="6488519" y="267830"/>
                  <a:pt x="6323397" y="378166"/>
                  <a:pt x="6182235" y="519327"/>
                </a:cubicBezTo>
                <a:lnTo>
                  <a:pt x="1792619" y="4923656"/>
                </a:lnTo>
                <a:cubicBezTo>
                  <a:pt x="1637157" y="5079181"/>
                  <a:pt x="1455382" y="5200638"/>
                  <a:pt x="1252315" y="5284725"/>
                </a:cubicBezTo>
                <a:cubicBezTo>
                  <a:pt x="1049248" y="5368811"/>
                  <a:pt x="834867" y="5411458"/>
                  <a:pt x="615085" y="5411458"/>
                </a:cubicBezTo>
                <a:lnTo>
                  <a:pt x="0" y="5413289"/>
                </a:lnTo>
                <a:lnTo>
                  <a:pt x="0" y="5336993"/>
                </a:lnTo>
                <a:lnTo>
                  <a:pt x="615085" y="5335189"/>
                </a:lnTo>
                <a:cubicBezTo>
                  <a:pt x="1036536" y="5335189"/>
                  <a:pt x="1440700" y="5167779"/>
                  <a:pt x="1738659" y="4869823"/>
                </a:cubicBezTo>
                <a:lnTo>
                  <a:pt x="6128274" y="465366"/>
                </a:lnTo>
                <a:cubicBezTo>
                  <a:pt x="6426298" y="167410"/>
                  <a:pt x="6830460" y="0"/>
                  <a:pt x="7251847" y="0"/>
                </a:cubicBezTo>
                <a:close/>
              </a:path>
            </a:pathLst>
          </a:custGeom>
          <a:gradFill>
            <a:gsLst>
              <a:gs pos="20000">
                <a:srgbClr val="0095C4"/>
              </a:gs>
              <a:gs pos="80000">
                <a:srgbClr val="6C4B91"/>
              </a:gs>
            </a:gsLst>
            <a:lin ang="0" scaled="1"/>
          </a:gradFill>
          <a:ln w="0" cap="flat">
            <a:noFill/>
            <a:prstDash val="solid"/>
            <a:miter/>
          </a:ln>
        </p:spPr>
        <p:txBody>
          <a:bodyPr rtlCol="0" anchor="ctr"/>
          <a:lstStyle/>
          <a:p>
            <a:endParaRPr lang="en-US" dirty="0"/>
          </a:p>
        </p:txBody>
      </p:sp>
      <p:grpSp>
        <p:nvGrpSpPr>
          <p:cNvPr id="37" name="Graphic 8">
            <a:extLst>
              <a:ext uri="{FF2B5EF4-FFF2-40B4-BE49-F238E27FC236}">
                <a16:creationId xmlns:a16="http://schemas.microsoft.com/office/drawing/2014/main" id="{4F10736E-6ED5-0C6E-6075-508D9F639A18}"/>
              </a:ext>
            </a:extLst>
          </p:cNvPr>
          <p:cNvGrpSpPr/>
          <p:nvPr userDrawn="1"/>
        </p:nvGrpSpPr>
        <p:grpSpPr>
          <a:xfrm>
            <a:off x="265625" y="6323271"/>
            <a:ext cx="1249223" cy="369648"/>
            <a:chOff x="265625" y="6323271"/>
            <a:chExt cx="1249223" cy="369648"/>
          </a:xfrm>
          <a:solidFill>
            <a:srgbClr val="000000"/>
          </a:solidFill>
        </p:grpSpPr>
        <p:grpSp>
          <p:nvGrpSpPr>
            <p:cNvPr id="38" name="Graphic 8">
              <a:extLst>
                <a:ext uri="{FF2B5EF4-FFF2-40B4-BE49-F238E27FC236}">
                  <a16:creationId xmlns:a16="http://schemas.microsoft.com/office/drawing/2014/main" id="{D557BC25-A922-05FC-1A76-D49030DB2267}"/>
                </a:ext>
              </a:extLst>
            </p:cNvPr>
            <p:cNvGrpSpPr/>
            <p:nvPr/>
          </p:nvGrpSpPr>
          <p:grpSpPr>
            <a:xfrm>
              <a:off x="745455" y="6594444"/>
              <a:ext cx="722662" cy="98475"/>
              <a:chOff x="745455" y="6594444"/>
              <a:chExt cx="722662" cy="98475"/>
            </a:xfrm>
            <a:solidFill>
              <a:srgbClr val="000000"/>
            </a:solidFill>
          </p:grpSpPr>
          <p:sp>
            <p:nvSpPr>
              <p:cNvPr id="48" name="Freeform 47">
                <a:extLst>
                  <a:ext uri="{FF2B5EF4-FFF2-40B4-BE49-F238E27FC236}">
                    <a16:creationId xmlns:a16="http://schemas.microsoft.com/office/drawing/2014/main" id="{E523BF60-312B-1E34-6880-BC3B5C2FB758}"/>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49" name="Freeform 48">
                <a:extLst>
                  <a:ext uri="{FF2B5EF4-FFF2-40B4-BE49-F238E27FC236}">
                    <a16:creationId xmlns:a16="http://schemas.microsoft.com/office/drawing/2014/main" id="{6E52B076-2610-E4C9-CEC0-57CF7104EE08}"/>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50" name="Freeform 49">
                <a:extLst>
                  <a:ext uri="{FF2B5EF4-FFF2-40B4-BE49-F238E27FC236}">
                    <a16:creationId xmlns:a16="http://schemas.microsoft.com/office/drawing/2014/main" id="{8CC2BE44-AF25-347C-4A92-7783845A362B}"/>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51" name="Freeform 50">
                <a:extLst>
                  <a:ext uri="{FF2B5EF4-FFF2-40B4-BE49-F238E27FC236}">
                    <a16:creationId xmlns:a16="http://schemas.microsoft.com/office/drawing/2014/main" id="{34953679-859B-D0DA-4ABF-07E9F272DAD6}"/>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52" name="Freeform 51">
                <a:extLst>
                  <a:ext uri="{FF2B5EF4-FFF2-40B4-BE49-F238E27FC236}">
                    <a16:creationId xmlns:a16="http://schemas.microsoft.com/office/drawing/2014/main" id="{DB109C9C-4551-1EB8-2259-0F9209674E9E}"/>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53" name="Freeform 52">
                <a:extLst>
                  <a:ext uri="{FF2B5EF4-FFF2-40B4-BE49-F238E27FC236}">
                    <a16:creationId xmlns:a16="http://schemas.microsoft.com/office/drawing/2014/main" id="{929155CA-1046-8977-BCEE-14423F67DFAE}"/>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54" name="Freeform 53">
                <a:extLst>
                  <a:ext uri="{FF2B5EF4-FFF2-40B4-BE49-F238E27FC236}">
                    <a16:creationId xmlns:a16="http://schemas.microsoft.com/office/drawing/2014/main" id="{9217C2BD-2BFB-EBAE-BCB1-6E002578E6C9}"/>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55" name="Freeform 54">
                <a:extLst>
                  <a:ext uri="{FF2B5EF4-FFF2-40B4-BE49-F238E27FC236}">
                    <a16:creationId xmlns:a16="http://schemas.microsoft.com/office/drawing/2014/main" id="{66D9CBF5-66C1-BF9F-86E0-C51B10B8BECF}"/>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57" name="Freeform 56">
                <a:extLst>
                  <a:ext uri="{FF2B5EF4-FFF2-40B4-BE49-F238E27FC236}">
                    <a16:creationId xmlns:a16="http://schemas.microsoft.com/office/drawing/2014/main" id="{B2149A32-E8CE-21A2-AF4D-E3E8EF4CD02E}"/>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58" name="Freeform 57">
                <a:extLst>
                  <a:ext uri="{FF2B5EF4-FFF2-40B4-BE49-F238E27FC236}">
                    <a16:creationId xmlns:a16="http://schemas.microsoft.com/office/drawing/2014/main" id="{780C4423-7890-B27D-0AD6-86D259CD1CFD}"/>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39" name="Graphic 8">
              <a:extLst>
                <a:ext uri="{FF2B5EF4-FFF2-40B4-BE49-F238E27FC236}">
                  <a16:creationId xmlns:a16="http://schemas.microsoft.com/office/drawing/2014/main" id="{E499E6B1-EF26-255F-D439-2060C0C8D8C4}"/>
                </a:ext>
              </a:extLst>
            </p:cNvPr>
            <p:cNvGrpSpPr/>
            <p:nvPr/>
          </p:nvGrpSpPr>
          <p:grpSpPr>
            <a:xfrm>
              <a:off x="265625" y="6323271"/>
              <a:ext cx="1249223" cy="190348"/>
              <a:chOff x="265625" y="6323271"/>
              <a:chExt cx="1249223" cy="190348"/>
            </a:xfrm>
            <a:solidFill>
              <a:srgbClr val="000000"/>
            </a:solidFill>
          </p:grpSpPr>
          <p:sp>
            <p:nvSpPr>
              <p:cNvPr id="40" name="Freeform 39">
                <a:extLst>
                  <a:ext uri="{FF2B5EF4-FFF2-40B4-BE49-F238E27FC236}">
                    <a16:creationId xmlns:a16="http://schemas.microsoft.com/office/drawing/2014/main" id="{5D3E6056-C980-C277-4EB0-3122E1B37834}"/>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41" name="Freeform 40">
                <a:extLst>
                  <a:ext uri="{FF2B5EF4-FFF2-40B4-BE49-F238E27FC236}">
                    <a16:creationId xmlns:a16="http://schemas.microsoft.com/office/drawing/2014/main" id="{BCA28A45-3EC9-4897-18A7-3B83D668F037}"/>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43" name="Freeform 42">
                <a:extLst>
                  <a:ext uri="{FF2B5EF4-FFF2-40B4-BE49-F238E27FC236}">
                    <a16:creationId xmlns:a16="http://schemas.microsoft.com/office/drawing/2014/main" id="{E1542068-8764-5E63-7689-E23588FB9F96}"/>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44" name="Freeform 43">
                <a:extLst>
                  <a:ext uri="{FF2B5EF4-FFF2-40B4-BE49-F238E27FC236}">
                    <a16:creationId xmlns:a16="http://schemas.microsoft.com/office/drawing/2014/main" id="{82CE85A8-18B9-28CA-3CA7-AF69CD0E7E65}"/>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45" name="Freeform 44">
                <a:extLst>
                  <a:ext uri="{FF2B5EF4-FFF2-40B4-BE49-F238E27FC236}">
                    <a16:creationId xmlns:a16="http://schemas.microsoft.com/office/drawing/2014/main" id="{7240059C-90E8-4CCA-BF9E-22A49938C59A}"/>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46" name="Freeform 45">
                <a:extLst>
                  <a:ext uri="{FF2B5EF4-FFF2-40B4-BE49-F238E27FC236}">
                    <a16:creationId xmlns:a16="http://schemas.microsoft.com/office/drawing/2014/main" id="{78783A41-2765-E1DC-1DCD-C4E2CF3FF0E8}"/>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47" name="Freeform 46">
                <a:extLst>
                  <a:ext uri="{FF2B5EF4-FFF2-40B4-BE49-F238E27FC236}">
                    <a16:creationId xmlns:a16="http://schemas.microsoft.com/office/drawing/2014/main" id="{354F7A79-211B-C147-2C67-7F3BF390F351}"/>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
        <p:nvSpPr>
          <p:cNvPr id="59" name="Freeform: Shape 67">
            <a:extLst>
              <a:ext uri="{FF2B5EF4-FFF2-40B4-BE49-F238E27FC236}">
                <a16:creationId xmlns:a16="http://schemas.microsoft.com/office/drawing/2014/main" id="{0D16AAF9-608F-69E5-7209-741EB708452B}"/>
              </a:ext>
            </a:extLst>
          </p:cNvPr>
          <p:cNvSpPr/>
          <p:nvPr userDrawn="1"/>
        </p:nvSpPr>
        <p:spPr>
          <a:xfrm>
            <a:off x="-7657" y="648483"/>
            <a:ext cx="12205474" cy="5413289"/>
          </a:xfrm>
          <a:custGeom>
            <a:avLst/>
            <a:gdLst>
              <a:gd name="connsiteX0" fmla="*/ 7251847 w 12205474"/>
              <a:gd name="connsiteY0" fmla="*/ 0 h 5413289"/>
              <a:gd name="connsiteX1" fmla="*/ 12205474 w 12205474"/>
              <a:gd name="connsiteY1" fmla="*/ 0 h 5413289"/>
              <a:gd name="connsiteX2" fmla="*/ 12205474 w 12205474"/>
              <a:gd name="connsiteY2" fmla="*/ 76269 h 5413289"/>
              <a:gd name="connsiteX3" fmla="*/ 7251847 w 12205474"/>
              <a:gd name="connsiteY3" fmla="*/ 76269 h 5413289"/>
              <a:gd name="connsiteX4" fmla="*/ 6672965 w 12205474"/>
              <a:gd name="connsiteY4" fmla="*/ 191435 h 5413289"/>
              <a:gd name="connsiteX5" fmla="*/ 6182235 w 12205474"/>
              <a:gd name="connsiteY5" fmla="*/ 519327 h 5413289"/>
              <a:gd name="connsiteX6" fmla="*/ 1792619 w 12205474"/>
              <a:gd name="connsiteY6" fmla="*/ 4923656 h 5413289"/>
              <a:gd name="connsiteX7" fmla="*/ 1252315 w 12205474"/>
              <a:gd name="connsiteY7" fmla="*/ 5284725 h 5413289"/>
              <a:gd name="connsiteX8" fmla="*/ 615085 w 12205474"/>
              <a:gd name="connsiteY8" fmla="*/ 5411458 h 5413289"/>
              <a:gd name="connsiteX9" fmla="*/ 0 w 12205474"/>
              <a:gd name="connsiteY9" fmla="*/ 5413289 h 5413289"/>
              <a:gd name="connsiteX10" fmla="*/ 0 w 12205474"/>
              <a:gd name="connsiteY10" fmla="*/ 5336993 h 5413289"/>
              <a:gd name="connsiteX11" fmla="*/ 615085 w 12205474"/>
              <a:gd name="connsiteY11" fmla="*/ 5335189 h 5413289"/>
              <a:gd name="connsiteX12" fmla="*/ 1738659 w 12205474"/>
              <a:gd name="connsiteY12" fmla="*/ 4869823 h 5413289"/>
              <a:gd name="connsiteX13" fmla="*/ 6128274 w 12205474"/>
              <a:gd name="connsiteY13" fmla="*/ 465366 h 5413289"/>
              <a:gd name="connsiteX14" fmla="*/ 7251847 w 12205474"/>
              <a:gd name="connsiteY14" fmla="*/ 0 h 54132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2205474" h="5413289">
                <a:moveTo>
                  <a:pt x="7251847" y="0"/>
                </a:moveTo>
                <a:lnTo>
                  <a:pt x="12205474" y="0"/>
                </a:lnTo>
                <a:lnTo>
                  <a:pt x="12205474" y="76269"/>
                </a:lnTo>
                <a:lnTo>
                  <a:pt x="7251847" y="76269"/>
                </a:lnTo>
                <a:cubicBezTo>
                  <a:pt x="7052214" y="76269"/>
                  <a:pt x="6857409" y="115039"/>
                  <a:pt x="6672965" y="191435"/>
                </a:cubicBezTo>
                <a:cubicBezTo>
                  <a:pt x="6488519" y="267830"/>
                  <a:pt x="6323397" y="378166"/>
                  <a:pt x="6182235" y="519327"/>
                </a:cubicBezTo>
                <a:lnTo>
                  <a:pt x="1792619" y="4923656"/>
                </a:lnTo>
                <a:cubicBezTo>
                  <a:pt x="1637157" y="5079181"/>
                  <a:pt x="1455382" y="5200638"/>
                  <a:pt x="1252315" y="5284725"/>
                </a:cubicBezTo>
                <a:cubicBezTo>
                  <a:pt x="1049248" y="5368811"/>
                  <a:pt x="834867" y="5411458"/>
                  <a:pt x="615085" y="5411458"/>
                </a:cubicBezTo>
                <a:lnTo>
                  <a:pt x="0" y="5413289"/>
                </a:lnTo>
                <a:lnTo>
                  <a:pt x="0" y="5336993"/>
                </a:lnTo>
                <a:lnTo>
                  <a:pt x="615085" y="5335189"/>
                </a:lnTo>
                <a:cubicBezTo>
                  <a:pt x="1036536" y="5335189"/>
                  <a:pt x="1440700" y="5167779"/>
                  <a:pt x="1738659" y="4869823"/>
                </a:cubicBezTo>
                <a:lnTo>
                  <a:pt x="6128274" y="465366"/>
                </a:lnTo>
                <a:cubicBezTo>
                  <a:pt x="6426298" y="167410"/>
                  <a:pt x="6830460" y="0"/>
                  <a:pt x="7251847" y="0"/>
                </a:cubicBezTo>
                <a:close/>
              </a:path>
            </a:pathLst>
          </a:custGeom>
          <a:gradFill>
            <a:gsLst>
              <a:gs pos="20000">
                <a:srgbClr val="0095C4"/>
              </a:gs>
              <a:gs pos="80000">
                <a:srgbClr val="6C4B91"/>
              </a:gs>
            </a:gsLst>
            <a:lin ang="0" scaled="1"/>
          </a:gradFill>
          <a:ln w="0" cap="flat">
            <a:noFill/>
            <a:prstDash val="solid"/>
            <a:miter/>
          </a:ln>
        </p:spPr>
        <p:txBody>
          <a:bodyPr rtlCol="0" anchor="ctr"/>
          <a:lstStyle/>
          <a:p>
            <a:endParaRPr lang="en-US" dirty="0"/>
          </a:p>
        </p:txBody>
      </p:sp>
      <p:sp>
        <p:nvSpPr>
          <p:cNvPr id="2" name="TextBox 1">
            <a:extLst>
              <a:ext uri="{FF2B5EF4-FFF2-40B4-BE49-F238E27FC236}">
                <a16:creationId xmlns:a16="http://schemas.microsoft.com/office/drawing/2014/main" id="{FA76E0D8-08E5-5C29-F0C2-9A437B893DA8}"/>
              </a:ext>
            </a:extLst>
          </p:cNvPr>
          <p:cNvSpPr txBox="1"/>
          <p:nvPr userDrawn="1"/>
        </p:nvSpPr>
        <p:spPr>
          <a:xfrm>
            <a:off x="1645084" y="6461498"/>
            <a:ext cx="3574697" cy="215444"/>
          </a:xfrm>
          <a:prstGeom prst="rect">
            <a:avLst/>
          </a:prstGeom>
          <a:noFill/>
        </p:spPr>
        <p:txBody>
          <a:bodyPr wrap="none" lIns="0" tIns="0" rIns="0" bIns="0" rtlCol="0">
            <a:spAutoFit/>
          </a:bodyPr>
          <a:lstStyle/>
          <a:p>
            <a:pPr algn="l">
              <a:lnSpc>
                <a:spcPct val="100000"/>
              </a:lnSpc>
            </a:pPr>
            <a:r>
              <a:rPr lang="en-US" sz="700" spc="0" baseline="0" dirty="0">
                <a:ln/>
                <a:solidFill>
                  <a:srgbClr val="000000"/>
                </a:solidFill>
                <a:latin typeface="+mn-lt"/>
                <a:sym typeface="Metropolis-Regular"/>
                <a:rtl val="0"/>
              </a:rPr>
              <a:t>Broadcom Proprietary and Confidential. Copyright © 2026 Broadcom.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700" spc="0" baseline="0" dirty="0">
                <a:ln/>
                <a:solidFill>
                  <a:srgbClr val="000000"/>
                </a:solidFill>
                <a:latin typeface="+mn-lt"/>
                <a:sym typeface="Metropolis-Regular"/>
                <a:rtl val="0"/>
              </a:rPr>
              <a:t>All Rights Reserved. The term “Broadcom” refers to Broadcom Inc. and/or its subsidiaries.</a:t>
            </a:r>
          </a:p>
        </p:txBody>
      </p:sp>
    </p:spTree>
    <p:extLst>
      <p:ext uri="{BB962C8B-B14F-4D97-AF65-F5344CB8AC3E}">
        <p14:creationId xmlns:p14="http://schemas.microsoft.com/office/powerpoint/2010/main" val="26650635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730" name="page number">
            <a:extLst>
              <a:ext uri="{FF2B5EF4-FFF2-40B4-BE49-F238E27FC236}">
                <a16:creationId xmlns:a16="http://schemas.microsoft.com/office/drawing/2014/main" id="{AB8D1A6B-3CE6-468D-804E-6300F8B6DC81}"/>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5" name="page number">
            <a:extLst>
              <a:ext uri="{FF2B5EF4-FFF2-40B4-BE49-F238E27FC236}">
                <a16:creationId xmlns:a16="http://schemas.microsoft.com/office/drawing/2014/main" id="{AB8D1A6B-3CE6-468D-804E-6300F8B6DC81}"/>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4" name="Text Placeholder 3">
            <a:extLst>
              <a:ext uri="{FF2B5EF4-FFF2-40B4-BE49-F238E27FC236}">
                <a16:creationId xmlns:a16="http://schemas.microsoft.com/office/drawing/2014/main" id="{B6CCD82C-92EF-52E3-6D43-409D112BB960}"/>
              </a:ext>
            </a:extLst>
          </p:cNvPr>
          <p:cNvSpPr>
            <a:spLocks noGrp="1"/>
          </p:cNvSpPr>
          <p:nvPr>
            <p:ph type="body" sz="quarter" idx="24"/>
          </p:nvPr>
        </p:nvSpPr>
        <p:spPr>
          <a:xfrm>
            <a:off x="609600" y="1267608"/>
            <a:ext cx="1939925" cy="1969770"/>
          </a:xfrm>
        </p:spPr>
        <p:txBody>
          <a:bodyPr>
            <a:spAutoFit/>
          </a:bodyPr>
          <a:lstStyle>
            <a:lvl1pPr>
              <a:defRPr sz="3200">
                <a:solidFill>
                  <a:schemeClr val="accent2"/>
                </a:solidFill>
                <a:latin typeface="+mj-lt"/>
              </a:defRPr>
            </a:lvl1pPr>
          </a:lstStyle>
          <a:p>
            <a:pPr lvl="0"/>
            <a:r>
              <a:rPr lang="en-US"/>
              <a:t>Click to edit Master text styles</a:t>
            </a:r>
          </a:p>
        </p:txBody>
      </p:sp>
      <p:sp>
        <p:nvSpPr>
          <p:cNvPr id="7" name="Text Placeholder 6">
            <a:extLst>
              <a:ext uri="{FF2B5EF4-FFF2-40B4-BE49-F238E27FC236}">
                <a16:creationId xmlns:a16="http://schemas.microsoft.com/office/drawing/2014/main" id="{E948148D-4A41-A447-0432-B69E69A94358}"/>
              </a:ext>
            </a:extLst>
          </p:cNvPr>
          <p:cNvSpPr>
            <a:spLocks noGrp="1"/>
          </p:cNvSpPr>
          <p:nvPr>
            <p:ph type="body" sz="quarter" idx="25"/>
          </p:nvPr>
        </p:nvSpPr>
        <p:spPr>
          <a:xfrm>
            <a:off x="2894013" y="1267608"/>
            <a:ext cx="7335837" cy="4337050"/>
          </a:xfrm>
        </p:spPr>
        <p:txBody>
          <a:bodyPr/>
          <a:lstStyle>
            <a:lvl1pPr marL="342900" indent="-342900">
              <a:buClr>
                <a:schemeClr val="accent2"/>
              </a:buClr>
              <a:buFont typeface="Arial" panose="020B0604020202020204" pitchFamily="34" charset="0"/>
              <a:buChar char="•"/>
              <a:defRPr sz="2800"/>
            </a:lvl1pPr>
            <a:lvl2pPr marL="804863" indent="-347663">
              <a:buClr>
                <a:schemeClr val="accent2"/>
              </a:buClr>
              <a:defRPr sz="2400"/>
            </a:lvl2pPr>
            <a:lvl3pPr marL="1033463" indent="-346075">
              <a:buClr>
                <a:schemeClr val="accent2"/>
              </a:buClr>
              <a:defRPr sz="2000"/>
            </a:lvl3pPr>
            <a:lvl4pPr marL="1262063" indent="-342900">
              <a:buClr>
                <a:schemeClr val="accent2"/>
              </a:buClr>
              <a:defRPr sz="1800"/>
            </a:lvl4pPr>
            <a:lvl5pPr marL="1490663" indent="-347663">
              <a:buClr>
                <a:schemeClr val="accent2"/>
              </a:buCl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516671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ection Header – Leaf">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9108" y="938794"/>
            <a:ext cx="6427626" cy="1229360"/>
          </a:xfrm>
        </p:spPr>
        <p:txBody>
          <a:bodyPr wrap="square" anchor="b"/>
          <a:lstStyle>
            <a:lvl1pPr algn="l">
              <a:defRPr sz="3600" b="0" cap="none" baseline="0">
                <a:solidFill>
                  <a:schemeClr val="accent2"/>
                </a:solidFill>
              </a:defRPr>
            </a:lvl1pPr>
          </a:lstStyle>
          <a:p>
            <a:r>
              <a:rPr lang="en-US"/>
              <a:t>Section Title Option 1</a:t>
            </a:r>
            <a:br>
              <a:rPr lang="en-US"/>
            </a:br>
            <a:r>
              <a:rPr lang="en-US"/>
              <a:t>Green Theme</a:t>
            </a:r>
          </a:p>
        </p:txBody>
      </p:sp>
      <p:sp>
        <p:nvSpPr>
          <p:cNvPr id="128" name="Subtitle">
            <a:extLst>
              <a:ext uri="{FF2B5EF4-FFF2-40B4-BE49-F238E27FC236}">
                <a16:creationId xmlns:a16="http://schemas.microsoft.com/office/drawing/2014/main" id="{6EBAFA4D-7B92-4E38-8320-94F3BCA2E41C}"/>
              </a:ext>
            </a:extLst>
          </p:cNvPr>
          <p:cNvSpPr>
            <a:spLocks noGrp="1"/>
          </p:cNvSpPr>
          <p:nvPr>
            <p:ph type="subTitle" idx="10" hasCustomPrompt="1"/>
          </p:nvPr>
        </p:nvSpPr>
        <p:spPr>
          <a:xfrm>
            <a:off x="602966" y="2267712"/>
            <a:ext cx="6408402" cy="700882"/>
          </a:xfrm>
        </p:spPr>
        <p:txBody>
          <a:bodyPr/>
          <a:lstStyle>
            <a:lvl1pPr marL="0" indent="0" algn="l">
              <a:buNone/>
              <a:defRPr sz="2400">
                <a:solidFill>
                  <a:schemeClr val="tx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text</a:t>
            </a:r>
          </a:p>
        </p:txBody>
      </p:sp>
      <p:sp>
        <p:nvSpPr>
          <p:cNvPr id="14" name="page number">
            <a:extLst>
              <a:ext uri="{FF2B5EF4-FFF2-40B4-BE49-F238E27FC236}">
                <a16:creationId xmlns:a16="http://schemas.microsoft.com/office/drawing/2014/main" id="{20A83C12-6BEB-4E4C-9FB0-AA1FB4C661B1}"/>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11" name="Freeform: Shape 10">
            <a:extLst>
              <a:ext uri="{FF2B5EF4-FFF2-40B4-BE49-F238E27FC236}">
                <a16:creationId xmlns:a16="http://schemas.microsoft.com/office/drawing/2014/main" id="{4D880B34-1E61-BED8-9D19-CC47E69A1FF0}"/>
              </a:ext>
            </a:extLst>
          </p:cNvPr>
          <p:cNvSpPr/>
          <p:nvPr userDrawn="1"/>
        </p:nvSpPr>
        <p:spPr>
          <a:xfrm>
            <a:off x="6525510" y="666685"/>
            <a:ext cx="5663315" cy="5331994"/>
          </a:xfrm>
          <a:custGeom>
            <a:avLst/>
            <a:gdLst>
              <a:gd name="connsiteX0" fmla="*/ 5663315 w 5663315"/>
              <a:gd name="connsiteY0" fmla="*/ 0 h 5331994"/>
              <a:gd name="connsiteX1" fmla="*/ 5663315 w 5663315"/>
              <a:gd name="connsiteY1" fmla="*/ 2653504 h 5331994"/>
              <a:gd name="connsiteX2" fmla="*/ 3356810 w 5663315"/>
              <a:gd name="connsiteY2" fmla="*/ 4960016 h 5331994"/>
              <a:gd name="connsiteX3" fmla="*/ 2458806 w 5663315"/>
              <a:gd name="connsiteY3" fmla="*/ 5331994 h 5331994"/>
              <a:gd name="connsiteX4" fmla="*/ 127247 w 5663315"/>
              <a:gd name="connsiteY4" fmla="*/ 5331994 h 5331994"/>
              <a:gd name="connsiteX5" fmla="*/ 37459 w 5663315"/>
              <a:gd name="connsiteY5" fmla="*/ 5115208 h 5331994"/>
              <a:gd name="connsiteX6" fmla="*/ 4781475 w 5663315"/>
              <a:gd name="connsiteY6" fmla="*/ 371179 h 5331994"/>
              <a:gd name="connsiteX7" fmla="*/ 5553942 w 5663315"/>
              <a:gd name="connsiteY7" fmla="*/ 5414 h 5331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663315" h="5331994">
                <a:moveTo>
                  <a:pt x="5663315" y="0"/>
                </a:moveTo>
                <a:lnTo>
                  <a:pt x="5663315" y="2653504"/>
                </a:lnTo>
                <a:lnTo>
                  <a:pt x="3356810" y="4960016"/>
                </a:lnTo>
                <a:cubicBezTo>
                  <a:pt x="3118625" y="5198201"/>
                  <a:pt x="2795605" y="5331994"/>
                  <a:pt x="2458806" y="5331994"/>
                </a:cubicBezTo>
                <a:lnTo>
                  <a:pt x="127247" y="5331994"/>
                </a:lnTo>
                <a:cubicBezTo>
                  <a:pt x="14092" y="5331994"/>
                  <a:pt x="-42549" y="5195217"/>
                  <a:pt x="37459" y="5115208"/>
                </a:cubicBezTo>
                <a:lnTo>
                  <a:pt x="4781475" y="371179"/>
                </a:lnTo>
                <a:cubicBezTo>
                  <a:pt x="4989831" y="162766"/>
                  <a:pt x="5263188" y="34280"/>
                  <a:pt x="5553942" y="5414"/>
                </a:cubicBezTo>
                <a:close/>
              </a:path>
            </a:pathLst>
          </a:custGeom>
          <a:gradFill>
            <a:gsLst>
              <a:gs pos="21000">
                <a:schemeClr val="accent4"/>
              </a:gs>
              <a:gs pos="89000">
                <a:schemeClr val="accent3"/>
              </a:gs>
            </a:gsLst>
            <a:lin ang="18900000" scaled="1"/>
          </a:gradFill>
          <a:ln w="0" cap="flat">
            <a:noFill/>
            <a:prstDash val="solid"/>
            <a:miter/>
          </a:ln>
        </p:spPr>
        <p:txBody>
          <a:bodyPr rtlCol="0" anchor="ctr"/>
          <a:lstStyle/>
          <a:p>
            <a:endParaRPr lang="en-US" dirty="0"/>
          </a:p>
        </p:txBody>
      </p:sp>
      <p:sp>
        <p:nvSpPr>
          <p:cNvPr id="6" name="page number">
            <a:extLst>
              <a:ext uri="{FF2B5EF4-FFF2-40B4-BE49-F238E27FC236}">
                <a16:creationId xmlns:a16="http://schemas.microsoft.com/office/drawing/2014/main" id="{20A83C12-6BEB-4E4C-9FB0-AA1FB4C661B1}"/>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42849365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ection Header – Aqua">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9107" y="938794"/>
            <a:ext cx="6587869" cy="1229360"/>
          </a:xfrm>
        </p:spPr>
        <p:txBody>
          <a:bodyPr wrap="square" anchor="b"/>
          <a:lstStyle>
            <a:lvl1pPr algn="l">
              <a:defRPr sz="3600" b="0" cap="none" baseline="0">
                <a:solidFill>
                  <a:schemeClr val="accent2"/>
                </a:solidFill>
              </a:defRPr>
            </a:lvl1pPr>
          </a:lstStyle>
          <a:p>
            <a:r>
              <a:rPr lang="en-US"/>
              <a:t>Section Title Option 2</a:t>
            </a:r>
            <a:br>
              <a:rPr lang="en-US"/>
            </a:br>
            <a:r>
              <a:rPr lang="en-US"/>
              <a:t>Blue Theme</a:t>
            </a:r>
          </a:p>
        </p:txBody>
      </p:sp>
      <p:sp>
        <p:nvSpPr>
          <p:cNvPr id="128" name="Subtitle">
            <a:extLst>
              <a:ext uri="{FF2B5EF4-FFF2-40B4-BE49-F238E27FC236}">
                <a16:creationId xmlns:a16="http://schemas.microsoft.com/office/drawing/2014/main" id="{6EBAFA4D-7B92-4E38-8320-94F3BCA2E41C}"/>
              </a:ext>
            </a:extLst>
          </p:cNvPr>
          <p:cNvSpPr>
            <a:spLocks noGrp="1"/>
          </p:cNvSpPr>
          <p:nvPr>
            <p:ph type="subTitle" idx="10" hasCustomPrompt="1"/>
          </p:nvPr>
        </p:nvSpPr>
        <p:spPr>
          <a:xfrm>
            <a:off x="602966" y="2267712"/>
            <a:ext cx="6574010" cy="700882"/>
          </a:xfrm>
        </p:spPr>
        <p:txBody>
          <a:bodyPr/>
          <a:lstStyle>
            <a:lvl1pPr marL="0" indent="0" algn="l">
              <a:buNone/>
              <a:defRPr sz="2400">
                <a:solidFill>
                  <a:schemeClr val="tx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text</a:t>
            </a:r>
          </a:p>
        </p:txBody>
      </p:sp>
      <p:sp>
        <p:nvSpPr>
          <p:cNvPr id="15" name="page number">
            <a:extLst>
              <a:ext uri="{FF2B5EF4-FFF2-40B4-BE49-F238E27FC236}">
                <a16:creationId xmlns:a16="http://schemas.microsoft.com/office/drawing/2014/main" id="{274E202C-D42A-664B-A387-688ED8610969}"/>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4" name="Freeform: Shape 3">
            <a:extLst>
              <a:ext uri="{FF2B5EF4-FFF2-40B4-BE49-F238E27FC236}">
                <a16:creationId xmlns:a16="http://schemas.microsoft.com/office/drawing/2014/main" id="{BBDEC133-91F8-98FE-DF2D-3917EC311D68}"/>
              </a:ext>
            </a:extLst>
          </p:cNvPr>
          <p:cNvSpPr/>
          <p:nvPr/>
        </p:nvSpPr>
        <p:spPr>
          <a:xfrm>
            <a:off x="6524631" y="635863"/>
            <a:ext cx="5663315" cy="5331994"/>
          </a:xfrm>
          <a:custGeom>
            <a:avLst/>
            <a:gdLst>
              <a:gd name="connsiteX0" fmla="*/ 5663315 w 5663315"/>
              <a:gd name="connsiteY0" fmla="*/ 0 h 5331994"/>
              <a:gd name="connsiteX1" fmla="*/ 5663315 w 5663315"/>
              <a:gd name="connsiteY1" fmla="*/ 2653504 h 5331994"/>
              <a:gd name="connsiteX2" fmla="*/ 3356810 w 5663315"/>
              <a:gd name="connsiteY2" fmla="*/ 4960016 h 5331994"/>
              <a:gd name="connsiteX3" fmla="*/ 2458806 w 5663315"/>
              <a:gd name="connsiteY3" fmla="*/ 5331994 h 5331994"/>
              <a:gd name="connsiteX4" fmla="*/ 127247 w 5663315"/>
              <a:gd name="connsiteY4" fmla="*/ 5331994 h 5331994"/>
              <a:gd name="connsiteX5" fmla="*/ 37459 w 5663315"/>
              <a:gd name="connsiteY5" fmla="*/ 5115208 h 5331994"/>
              <a:gd name="connsiteX6" fmla="*/ 4781475 w 5663315"/>
              <a:gd name="connsiteY6" fmla="*/ 371179 h 5331994"/>
              <a:gd name="connsiteX7" fmla="*/ 5553942 w 5663315"/>
              <a:gd name="connsiteY7" fmla="*/ 5414 h 5331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663315" h="5331994">
                <a:moveTo>
                  <a:pt x="5663315" y="0"/>
                </a:moveTo>
                <a:lnTo>
                  <a:pt x="5663315" y="2653504"/>
                </a:lnTo>
                <a:lnTo>
                  <a:pt x="3356810" y="4960016"/>
                </a:lnTo>
                <a:cubicBezTo>
                  <a:pt x="3118625" y="5198201"/>
                  <a:pt x="2795605" y="5331994"/>
                  <a:pt x="2458806" y="5331994"/>
                </a:cubicBezTo>
                <a:lnTo>
                  <a:pt x="127247" y="5331994"/>
                </a:lnTo>
                <a:cubicBezTo>
                  <a:pt x="14092" y="5331994"/>
                  <a:pt x="-42549" y="5195217"/>
                  <a:pt x="37459" y="5115208"/>
                </a:cubicBezTo>
                <a:lnTo>
                  <a:pt x="4781475" y="371179"/>
                </a:lnTo>
                <a:cubicBezTo>
                  <a:pt x="4989831" y="162766"/>
                  <a:pt x="5263188" y="34280"/>
                  <a:pt x="5553942" y="5414"/>
                </a:cubicBezTo>
                <a:close/>
              </a:path>
            </a:pathLst>
          </a:custGeom>
          <a:gradFill>
            <a:gsLst>
              <a:gs pos="21000">
                <a:schemeClr val="accent2"/>
              </a:gs>
              <a:gs pos="89000">
                <a:schemeClr val="accent3"/>
              </a:gs>
            </a:gsLst>
            <a:lin ang="18900000" scaled="1"/>
          </a:gradFill>
          <a:ln w="0" cap="flat">
            <a:noFill/>
            <a:prstDash val="solid"/>
            <a:miter/>
          </a:ln>
        </p:spPr>
        <p:txBody>
          <a:bodyPr rtlCol="0" anchor="ctr"/>
          <a:lstStyle/>
          <a:p>
            <a:endParaRPr lang="en-US" dirty="0"/>
          </a:p>
        </p:txBody>
      </p:sp>
      <p:sp>
        <p:nvSpPr>
          <p:cNvPr id="6" name="page number">
            <a:extLst>
              <a:ext uri="{FF2B5EF4-FFF2-40B4-BE49-F238E27FC236}">
                <a16:creationId xmlns:a16="http://schemas.microsoft.com/office/drawing/2014/main" id="{274E202C-D42A-664B-A387-688ED8610969}"/>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42724335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ection Header – Plum">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9107" y="938794"/>
            <a:ext cx="6555971" cy="1229360"/>
          </a:xfrm>
        </p:spPr>
        <p:txBody>
          <a:bodyPr wrap="square" anchor="b"/>
          <a:lstStyle>
            <a:lvl1pPr algn="l">
              <a:defRPr sz="3600" b="0" cap="none" baseline="0">
                <a:solidFill>
                  <a:schemeClr val="accent2"/>
                </a:solidFill>
              </a:defRPr>
            </a:lvl1pPr>
          </a:lstStyle>
          <a:p>
            <a:r>
              <a:rPr lang="en-US"/>
              <a:t>Section Title Option 3 </a:t>
            </a:r>
            <a:br>
              <a:rPr lang="en-US"/>
            </a:br>
            <a:r>
              <a:rPr lang="en-US"/>
              <a:t>Purple Theme</a:t>
            </a:r>
          </a:p>
        </p:txBody>
      </p:sp>
      <p:sp>
        <p:nvSpPr>
          <p:cNvPr id="128" name="Subtitle">
            <a:extLst>
              <a:ext uri="{FF2B5EF4-FFF2-40B4-BE49-F238E27FC236}">
                <a16:creationId xmlns:a16="http://schemas.microsoft.com/office/drawing/2014/main" id="{6EBAFA4D-7B92-4E38-8320-94F3BCA2E41C}"/>
              </a:ext>
            </a:extLst>
          </p:cNvPr>
          <p:cNvSpPr>
            <a:spLocks noGrp="1"/>
          </p:cNvSpPr>
          <p:nvPr>
            <p:ph type="subTitle" idx="10" hasCustomPrompt="1"/>
          </p:nvPr>
        </p:nvSpPr>
        <p:spPr>
          <a:xfrm>
            <a:off x="602966" y="2267712"/>
            <a:ext cx="6542112" cy="700882"/>
          </a:xfrm>
        </p:spPr>
        <p:txBody>
          <a:bodyPr/>
          <a:lstStyle>
            <a:lvl1pPr marL="0" indent="0" algn="l">
              <a:buNone/>
              <a:defRPr sz="2400">
                <a:solidFill>
                  <a:schemeClr val="tx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text</a:t>
            </a:r>
          </a:p>
        </p:txBody>
      </p:sp>
      <p:sp>
        <p:nvSpPr>
          <p:cNvPr id="15" name="page number">
            <a:extLst>
              <a:ext uri="{FF2B5EF4-FFF2-40B4-BE49-F238E27FC236}">
                <a16:creationId xmlns:a16="http://schemas.microsoft.com/office/drawing/2014/main" id="{8424C6A4-7F55-9842-969F-317F913DCB90}"/>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4" name="Freeform: Shape 3">
            <a:extLst>
              <a:ext uri="{FF2B5EF4-FFF2-40B4-BE49-F238E27FC236}">
                <a16:creationId xmlns:a16="http://schemas.microsoft.com/office/drawing/2014/main" id="{D43FD454-1DEA-D13A-0DE1-B9CABA1ED1FE}"/>
              </a:ext>
            </a:extLst>
          </p:cNvPr>
          <p:cNvSpPr/>
          <p:nvPr/>
        </p:nvSpPr>
        <p:spPr>
          <a:xfrm>
            <a:off x="6524631" y="635863"/>
            <a:ext cx="5663315" cy="5331994"/>
          </a:xfrm>
          <a:custGeom>
            <a:avLst/>
            <a:gdLst>
              <a:gd name="connsiteX0" fmla="*/ 5663315 w 5663315"/>
              <a:gd name="connsiteY0" fmla="*/ 0 h 5331994"/>
              <a:gd name="connsiteX1" fmla="*/ 5663315 w 5663315"/>
              <a:gd name="connsiteY1" fmla="*/ 2653504 h 5331994"/>
              <a:gd name="connsiteX2" fmla="*/ 3356810 w 5663315"/>
              <a:gd name="connsiteY2" fmla="*/ 4960016 h 5331994"/>
              <a:gd name="connsiteX3" fmla="*/ 2458806 w 5663315"/>
              <a:gd name="connsiteY3" fmla="*/ 5331994 h 5331994"/>
              <a:gd name="connsiteX4" fmla="*/ 127247 w 5663315"/>
              <a:gd name="connsiteY4" fmla="*/ 5331994 h 5331994"/>
              <a:gd name="connsiteX5" fmla="*/ 37459 w 5663315"/>
              <a:gd name="connsiteY5" fmla="*/ 5115208 h 5331994"/>
              <a:gd name="connsiteX6" fmla="*/ 4781475 w 5663315"/>
              <a:gd name="connsiteY6" fmla="*/ 371179 h 5331994"/>
              <a:gd name="connsiteX7" fmla="*/ 5553942 w 5663315"/>
              <a:gd name="connsiteY7" fmla="*/ 5414 h 5331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663315" h="5331994">
                <a:moveTo>
                  <a:pt x="5663315" y="0"/>
                </a:moveTo>
                <a:lnTo>
                  <a:pt x="5663315" y="2653504"/>
                </a:lnTo>
                <a:lnTo>
                  <a:pt x="3356810" y="4960016"/>
                </a:lnTo>
                <a:cubicBezTo>
                  <a:pt x="3118625" y="5198201"/>
                  <a:pt x="2795605" y="5331994"/>
                  <a:pt x="2458806" y="5331994"/>
                </a:cubicBezTo>
                <a:lnTo>
                  <a:pt x="127247" y="5331994"/>
                </a:lnTo>
                <a:cubicBezTo>
                  <a:pt x="14092" y="5331994"/>
                  <a:pt x="-42549" y="5195217"/>
                  <a:pt x="37459" y="5115208"/>
                </a:cubicBezTo>
                <a:lnTo>
                  <a:pt x="4781475" y="371179"/>
                </a:lnTo>
                <a:cubicBezTo>
                  <a:pt x="4989831" y="162766"/>
                  <a:pt x="5263188" y="34280"/>
                  <a:pt x="5553942" y="5414"/>
                </a:cubicBezTo>
                <a:close/>
              </a:path>
            </a:pathLst>
          </a:custGeom>
          <a:gradFill>
            <a:gsLst>
              <a:gs pos="21000">
                <a:schemeClr val="accent5"/>
              </a:gs>
              <a:gs pos="89000">
                <a:schemeClr val="accent3"/>
              </a:gs>
            </a:gsLst>
            <a:lin ang="18900000" scaled="1"/>
          </a:gradFill>
          <a:ln w="0" cap="flat">
            <a:noFill/>
            <a:prstDash val="solid"/>
            <a:miter/>
          </a:ln>
        </p:spPr>
        <p:txBody>
          <a:bodyPr rtlCol="0" anchor="ctr"/>
          <a:lstStyle/>
          <a:p>
            <a:endParaRPr lang="en-US" dirty="0"/>
          </a:p>
        </p:txBody>
      </p:sp>
      <p:sp>
        <p:nvSpPr>
          <p:cNvPr id="6" name="page number">
            <a:extLst>
              <a:ext uri="{FF2B5EF4-FFF2-40B4-BE49-F238E27FC236}">
                <a16:creationId xmlns:a16="http://schemas.microsoft.com/office/drawing/2014/main" id="{8424C6A4-7F55-9842-969F-317F913DCB90}"/>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34665698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ection Header – Photo">
    <p:spTree>
      <p:nvGrpSpPr>
        <p:cNvPr id="1" name=""/>
        <p:cNvGrpSpPr/>
        <p:nvPr/>
      </p:nvGrpSpPr>
      <p:grpSpPr>
        <a:xfrm>
          <a:off x="0" y="0"/>
          <a:ext cx="0" cy="0"/>
          <a:chOff x="0" y="0"/>
          <a:chExt cx="0" cy="0"/>
        </a:xfrm>
      </p:grpSpPr>
      <p:pic>
        <p:nvPicPr>
          <p:cNvPr id="20" name="Picture 19" descr="A blue sky with white clouds&#10;&#10;Description automatically generated">
            <a:extLst>
              <a:ext uri="{FF2B5EF4-FFF2-40B4-BE49-F238E27FC236}">
                <a16:creationId xmlns:a16="http://schemas.microsoft.com/office/drawing/2014/main" id="{D1601FB6-7205-3D56-8322-782554EE9238}"/>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4679974" y="1239062"/>
            <a:ext cx="7508851" cy="5631638"/>
          </a:xfrm>
          <a:prstGeom prst="rect">
            <a:avLst/>
          </a:prstGeom>
        </p:spPr>
      </p:pic>
      <p:pic>
        <p:nvPicPr>
          <p:cNvPr id="21" name="Picture 20">
            <a:extLst>
              <a:ext uri="{FF2B5EF4-FFF2-40B4-BE49-F238E27FC236}">
                <a16:creationId xmlns:a16="http://schemas.microsoft.com/office/drawing/2014/main" id="{4FB41C97-3B72-BBBF-039B-56D8186F8F96}"/>
              </a:ext>
            </a:extLst>
          </p:cNvPr>
          <p:cNvPicPr>
            <a:picLocks noChangeAspect="1"/>
          </p:cNvPicPr>
          <p:nvPr/>
        </p:nvPicPr>
        <p:blipFill>
          <a:blip r:embed="rId3"/>
          <a:stretch>
            <a:fillRect/>
          </a:stretch>
        </p:blipFill>
        <p:spPr>
          <a:xfrm>
            <a:off x="879" y="-496"/>
            <a:ext cx="12187945" cy="6858495"/>
          </a:xfrm>
          <a:prstGeom prst="rect">
            <a:avLst/>
          </a:prstGeom>
        </p:spPr>
      </p:pic>
      <p:sp>
        <p:nvSpPr>
          <p:cNvPr id="15" name="Freeform: Shape 14">
            <a:extLst>
              <a:ext uri="{FF2B5EF4-FFF2-40B4-BE49-F238E27FC236}">
                <a16:creationId xmlns:a16="http://schemas.microsoft.com/office/drawing/2014/main" id="{C417634E-D293-9DD1-5893-0DC6BD57B448}"/>
              </a:ext>
            </a:extLst>
          </p:cNvPr>
          <p:cNvSpPr/>
          <p:nvPr/>
        </p:nvSpPr>
        <p:spPr>
          <a:xfrm>
            <a:off x="5801096" y="1239062"/>
            <a:ext cx="6406144" cy="5618939"/>
          </a:xfrm>
          <a:custGeom>
            <a:avLst/>
            <a:gdLst>
              <a:gd name="connsiteX0" fmla="*/ 6312206 w 6406144"/>
              <a:gd name="connsiteY0" fmla="*/ 0 h 5618939"/>
              <a:gd name="connsiteX1" fmla="*/ 6406144 w 6406144"/>
              <a:gd name="connsiteY1" fmla="*/ 0 h 5618939"/>
              <a:gd name="connsiteX2" fmla="*/ 6406144 w 6406144"/>
              <a:gd name="connsiteY2" fmla="*/ 76059 h 5618939"/>
              <a:gd name="connsiteX3" fmla="*/ 6312206 w 6406144"/>
              <a:gd name="connsiteY3" fmla="*/ 76059 h 5618939"/>
              <a:gd name="connsiteX4" fmla="*/ 5192668 w 6406144"/>
              <a:gd name="connsiteY4" fmla="*/ 539757 h 5618939"/>
              <a:gd name="connsiteX5" fmla="*/ 118525 w 6406144"/>
              <a:gd name="connsiteY5" fmla="*/ 5613965 h 5618939"/>
              <a:gd name="connsiteX6" fmla="*/ 113031 w 6406144"/>
              <a:gd name="connsiteY6" fmla="*/ 5618939 h 5618939"/>
              <a:gd name="connsiteX7" fmla="*/ 0 w 6406144"/>
              <a:gd name="connsiteY7" fmla="*/ 5618939 h 5618939"/>
              <a:gd name="connsiteX8" fmla="*/ 64758 w 6406144"/>
              <a:gd name="connsiteY8" fmla="*/ 5560198 h 5618939"/>
              <a:gd name="connsiteX9" fmla="*/ 5138965 w 6406144"/>
              <a:gd name="connsiteY9" fmla="*/ 485927 h 5618939"/>
              <a:gd name="connsiteX10" fmla="*/ 5677265 w 6406144"/>
              <a:gd name="connsiteY10" fmla="*/ 126279 h 5618939"/>
              <a:gd name="connsiteX11" fmla="*/ 6312206 w 6406144"/>
              <a:gd name="connsiteY11" fmla="*/ 0 h 56189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406144" h="5618939">
                <a:moveTo>
                  <a:pt x="6312206" y="0"/>
                </a:moveTo>
                <a:lnTo>
                  <a:pt x="6406144" y="0"/>
                </a:lnTo>
                <a:lnTo>
                  <a:pt x="6406144" y="76059"/>
                </a:lnTo>
                <a:lnTo>
                  <a:pt x="6312206" y="76059"/>
                </a:lnTo>
                <a:cubicBezTo>
                  <a:pt x="5892268" y="76059"/>
                  <a:pt x="5489557" y="242868"/>
                  <a:pt x="5192668" y="539757"/>
                </a:cubicBezTo>
                <a:lnTo>
                  <a:pt x="118525" y="5613965"/>
                </a:lnTo>
                <a:lnTo>
                  <a:pt x="113031" y="5618939"/>
                </a:lnTo>
                <a:lnTo>
                  <a:pt x="0" y="5618939"/>
                </a:lnTo>
                <a:lnTo>
                  <a:pt x="64758" y="5560198"/>
                </a:lnTo>
                <a:lnTo>
                  <a:pt x="5138965" y="485927"/>
                </a:lnTo>
                <a:cubicBezTo>
                  <a:pt x="5293805" y="331086"/>
                  <a:pt x="5474927" y="210064"/>
                  <a:pt x="5677265" y="126279"/>
                </a:cubicBezTo>
                <a:cubicBezTo>
                  <a:pt x="5879602" y="42494"/>
                  <a:pt x="6093212" y="0"/>
                  <a:pt x="6312206" y="0"/>
                </a:cubicBezTo>
                <a:close/>
              </a:path>
            </a:pathLst>
          </a:custGeom>
          <a:gradFill>
            <a:gsLst>
              <a:gs pos="22000">
                <a:schemeClr val="accent3"/>
              </a:gs>
              <a:gs pos="80000">
                <a:schemeClr val="accent4"/>
              </a:gs>
            </a:gsLst>
            <a:lin ang="0" scaled="1"/>
          </a:gradFill>
          <a:ln w="0" cap="flat">
            <a:noFill/>
            <a:prstDash val="solid"/>
            <a:miter/>
          </a:ln>
        </p:spPr>
        <p:txBody>
          <a:bodyPr rtlCol="0" anchor="ctr"/>
          <a:lstStyle/>
          <a:p>
            <a:endParaRPr lang="en-US" dirty="0"/>
          </a:p>
        </p:txBody>
      </p:sp>
      <p:sp>
        <p:nvSpPr>
          <p:cNvPr id="17" name="Title 1">
            <a:extLst>
              <a:ext uri="{FF2B5EF4-FFF2-40B4-BE49-F238E27FC236}">
                <a16:creationId xmlns:a16="http://schemas.microsoft.com/office/drawing/2014/main" id="{2AC6091C-E947-4C0C-85B0-C87C084ACBB4}"/>
              </a:ext>
            </a:extLst>
          </p:cNvPr>
          <p:cNvSpPr>
            <a:spLocks noGrp="1"/>
          </p:cNvSpPr>
          <p:nvPr>
            <p:ph type="title" hasCustomPrompt="1"/>
          </p:nvPr>
        </p:nvSpPr>
        <p:spPr>
          <a:xfrm>
            <a:off x="589108" y="938794"/>
            <a:ext cx="6427626" cy="1229360"/>
          </a:xfrm>
        </p:spPr>
        <p:txBody>
          <a:bodyPr wrap="square" anchor="b"/>
          <a:lstStyle>
            <a:lvl1pPr algn="l">
              <a:defRPr sz="3600" b="0" cap="none" baseline="0">
                <a:solidFill>
                  <a:schemeClr val="accent2"/>
                </a:solidFill>
              </a:defRPr>
            </a:lvl1pPr>
          </a:lstStyle>
          <a:p>
            <a:r>
              <a:rPr lang="en-US" dirty="0"/>
              <a:t>Section Title</a:t>
            </a:r>
            <a:br>
              <a:rPr lang="en-US" dirty="0"/>
            </a:br>
            <a:r>
              <a:rPr lang="en-US" dirty="0"/>
              <a:t>with photo</a:t>
            </a:r>
          </a:p>
        </p:txBody>
      </p:sp>
      <p:sp>
        <p:nvSpPr>
          <p:cNvPr id="18" name="Subtitle">
            <a:extLst>
              <a:ext uri="{FF2B5EF4-FFF2-40B4-BE49-F238E27FC236}">
                <a16:creationId xmlns:a16="http://schemas.microsoft.com/office/drawing/2014/main" id="{A2044BBD-0109-43FF-A52D-8FA2841A4DF6}"/>
              </a:ext>
            </a:extLst>
          </p:cNvPr>
          <p:cNvSpPr>
            <a:spLocks noGrp="1"/>
          </p:cNvSpPr>
          <p:nvPr>
            <p:ph type="subTitle" idx="10" hasCustomPrompt="1"/>
          </p:nvPr>
        </p:nvSpPr>
        <p:spPr>
          <a:xfrm>
            <a:off x="602966" y="2267712"/>
            <a:ext cx="6408402" cy="700882"/>
          </a:xfrm>
        </p:spPr>
        <p:txBody>
          <a:bodyPr/>
          <a:lstStyle>
            <a:lvl1pPr marL="0" indent="0" algn="l">
              <a:buNone/>
              <a:defRPr sz="2400">
                <a:solidFill>
                  <a:schemeClr val="tx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text</a:t>
            </a:r>
          </a:p>
        </p:txBody>
      </p:sp>
      <p:sp>
        <p:nvSpPr>
          <p:cNvPr id="4" name="TextBox 3">
            <a:extLst>
              <a:ext uri="{FF2B5EF4-FFF2-40B4-BE49-F238E27FC236}">
                <a16:creationId xmlns:a16="http://schemas.microsoft.com/office/drawing/2014/main" id="{5C20FE76-7A87-7399-596D-E0FEF058B0CD}"/>
              </a:ext>
            </a:extLst>
          </p:cNvPr>
          <p:cNvSpPr txBox="1"/>
          <p:nvPr/>
        </p:nvSpPr>
        <p:spPr>
          <a:xfrm>
            <a:off x="1645084" y="6461498"/>
            <a:ext cx="3052118" cy="127086"/>
          </a:xfrm>
          <a:prstGeom prst="rect">
            <a:avLst/>
          </a:prstGeom>
          <a:noFill/>
        </p:spPr>
        <p:txBody>
          <a:bodyPr wrap="none" lIns="0" tIns="0" rIns="0" bIns="0" rtlCol="0">
            <a:spAutoFit/>
          </a:bodyPr>
          <a:lstStyle/>
          <a:p>
            <a:pPr algn="l">
              <a:lnSpc>
                <a:spcPct val="130000"/>
              </a:lnSpc>
            </a:pPr>
            <a:r>
              <a:rPr lang="en-US" sz="700" spc="0" baseline="0" dirty="0">
                <a:ln/>
                <a:solidFill>
                  <a:srgbClr val="000000"/>
                </a:solidFill>
                <a:latin typeface="Metropolis-Regular"/>
                <a:sym typeface="Metropolis-Regular"/>
                <a:rtl val="0"/>
              </a:rPr>
              <a:t>Broadcom Proprietary and Confidential. Copyright © 2024 Broadcom.  </a:t>
            </a:r>
          </a:p>
        </p:txBody>
      </p:sp>
      <p:sp>
        <p:nvSpPr>
          <p:cNvPr id="5" name="TextBox 4">
            <a:extLst>
              <a:ext uri="{FF2B5EF4-FFF2-40B4-BE49-F238E27FC236}">
                <a16:creationId xmlns:a16="http://schemas.microsoft.com/office/drawing/2014/main" id="{3EFBD153-E1CF-732C-38F2-BE38AC4DA9BE}"/>
              </a:ext>
            </a:extLst>
          </p:cNvPr>
          <p:cNvSpPr txBox="1"/>
          <p:nvPr/>
        </p:nvSpPr>
        <p:spPr>
          <a:xfrm>
            <a:off x="1645084" y="6569434"/>
            <a:ext cx="3855223" cy="127086"/>
          </a:xfrm>
          <a:prstGeom prst="rect">
            <a:avLst/>
          </a:prstGeom>
          <a:noFill/>
        </p:spPr>
        <p:txBody>
          <a:bodyPr wrap="none" lIns="0" tIns="0" rIns="0" bIns="0" rtlCol="0">
            <a:spAutoFit/>
          </a:bodyPr>
          <a:lstStyle/>
          <a:p>
            <a:pPr algn="l">
              <a:lnSpc>
                <a:spcPct val="130000"/>
              </a:lnSpc>
            </a:pPr>
            <a:r>
              <a:rPr lang="en-US" sz="700" spc="0" baseline="0" dirty="0">
                <a:ln/>
                <a:solidFill>
                  <a:srgbClr val="000000"/>
                </a:solidFill>
                <a:latin typeface="Metropolis-Regular"/>
                <a:sym typeface="Metropolis-Regular"/>
                <a:rtl val="0"/>
              </a:rPr>
              <a:t>All Rights Reserved. The term “Broadcom” refers to Broadcom Inc. and/or its subsidiaries.</a:t>
            </a:r>
          </a:p>
        </p:txBody>
      </p:sp>
      <p:grpSp>
        <p:nvGrpSpPr>
          <p:cNvPr id="6" name="Graphic 8">
            <a:extLst>
              <a:ext uri="{FF2B5EF4-FFF2-40B4-BE49-F238E27FC236}">
                <a16:creationId xmlns:a16="http://schemas.microsoft.com/office/drawing/2014/main" id="{5FB75E1E-5ECF-39E5-683F-83EA2E7C5F92}"/>
              </a:ext>
            </a:extLst>
          </p:cNvPr>
          <p:cNvGrpSpPr/>
          <p:nvPr/>
        </p:nvGrpSpPr>
        <p:grpSpPr>
          <a:xfrm>
            <a:off x="265625" y="6323271"/>
            <a:ext cx="1249223" cy="369648"/>
            <a:chOff x="265625" y="6323271"/>
            <a:chExt cx="1249223" cy="369648"/>
          </a:xfrm>
          <a:solidFill>
            <a:srgbClr val="000000"/>
          </a:solidFill>
        </p:grpSpPr>
        <p:grpSp>
          <p:nvGrpSpPr>
            <p:cNvPr id="7" name="Graphic 8">
              <a:extLst>
                <a:ext uri="{FF2B5EF4-FFF2-40B4-BE49-F238E27FC236}">
                  <a16:creationId xmlns:a16="http://schemas.microsoft.com/office/drawing/2014/main" id="{A736F19C-96C1-E942-EC49-229F7A3B68F2}"/>
                </a:ext>
              </a:extLst>
            </p:cNvPr>
            <p:cNvGrpSpPr/>
            <p:nvPr/>
          </p:nvGrpSpPr>
          <p:grpSpPr>
            <a:xfrm>
              <a:off x="745455" y="6594444"/>
              <a:ext cx="722662" cy="98475"/>
              <a:chOff x="745455" y="6594444"/>
              <a:chExt cx="722662" cy="98475"/>
            </a:xfrm>
            <a:solidFill>
              <a:srgbClr val="000000"/>
            </a:solidFill>
          </p:grpSpPr>
          <p:sp>
            <p:nvSpPr>
              <p:cNvPr id="26" name="Freeform 25">
                <a:extLst>
                  <a:ext uri="{FF2B5EF4-FFF2-40B4-BE49-F238E27FC236}">
                    <a16:creationId xmlns:a16="http://schemas.microsoft.com/office/drawing/2014/main" id="{EB1A2322-1B68-222D-5C7B-21BC4BC5E9B2}"/>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27" name="Freeform 26">
                <a:extLst>
                  <a:ext uri="{FF2B5EF4-FFF2-40B4-BE49-F238E27FC236}">
                    <a16:creationId xmlns:a16="http://schemas.microsoft.com/office/drawing/2014/main" id="{E3142B55-436D-ED55-5414-22B3121F6B08}"/>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28" name="Freeform 27">
                <a:extLst>
                  <a:ext uri="{FF2B5EF4-FFF2-40B4-BE49-F238E27FC236}">
                    <a16:creationId xmlns:a16="http://schemas.microsoft.com/office/drawing/2014/main" id="{A95B898B-465D-B4F2-6571-A666D3CD81EC}"/>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29" name="Freeform 28">
                <a:extLst>
                  <a:ext uri="{FF2B5EF4-FFF2-40B4-BE49-F238E27FC236}">
                    <a16:creationId xmlns:a16="http://schemas.microsoft.com/office/drawing/2014/main" id="{A6885C5F-AB44-9AFC-AF3D-CFDB30C35748}"/>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31" name="Freeform 30">
                <a:extLst>
                  <a:ext uri="{FF2B5EF4-FFF2-40B4-BE49-F238E27FC236}">
                    <a16:creationId xmlns:a16="http://schemas.microsoft.com/office/drawing/2014/main" id="{2ABC8F96-B643-EE7D-4B62-9CBDC7BFD07B}"/>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32" name="Freeform 31">
                <a:extLst>
                  <a:ext uri="{FF2B5EF4-FFF2-40B4-BE49-F238E27FC236}">
                    <a16:creationId xmlns:a16="http://schemas.microsoft.com/office/drawing/2014/main" id="{42B7B857-129B-BC06-1EE1-5C3BC6B5267D}"/>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33" name="Freeform 32">
                <a:extLst>
                  <a:ext uri="{FF2B5EF4-FFF2-40B4-BE49-F238E27FC236}">
                    <a16:creationId xmlns:a16="http://schemas.microsoft.com/office/drawing/2014/main" id="{DE7871B6-7C77-63CC-29EB-8804C9EC8002}"/>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34" name="Freeform 33">
                <a:extLst>
                  <a:ext uri="{FF2B5EF4-FFF2-40B4-BE49-F238E27FC236}">
                    <a16:creationId xmlns:a16="http://schemas.microsoft.com/office/drawing/2014/main" id="{5CACC287-3144-5F41-8878-740F834ADF8A}"/>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35" name="Freeform 34">
                <a:extLst>
                  <a:ext uri="{FF2B5EF4-FFF2-40B4-BE49-F238E27FC236}">
                    <a16:creationId xmlns:a16="http://schemas.microsoft.com/office/drawing/2014/main" id="{F8C02031-CB2A-138B-7806-B09A9CE926CA}"/>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36" name="Freeform 35">
                <a:extLst>
                  <a:ext uri="{FF2B5EF4-FFF2-40B4-BE49-F238E27FC236}">
                    <a16:creationId xmlns:a16="http://schemas.microsoft.com/office/drawing/2014/main" id="{78B31A38-6074-8D62-E841-01F7C003A861}"/>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8" name="Graphic 8">
              <a:extLst>
                <a:ext uri="{FF2B5EF4-FFF2-40B4-BE49-F238E27FC236}">
                  <a16:creationId xmlns:a16="http://schemas.microsoft.com/office/drawing/2014/main" id="{77DD52C8-412A-7D6C-40F7-9F9263703088}"/>
                </a:ext>
              </a:extLst>
            </p:cNvPr>
            <p:cNvGrpSpPr/>
            <p:nvPr/>
          </p:nvGrpSpPr>
          <p:grpSpPr>
            <a:xfrm>
              <a:off x="265625" y="6323271"/>
              <a:ext cx="1249223" cy="190348"/>
              <a:chOff x="265625" y="6323271"/>
              <a:chExt cx="1249223" cy="190348"/>
            </a:xfrm>
            <a:solidFill>
              <a:srgbClr val="000000"/>
            </a:solidFill>
          </p:grpSpPr>
          <p:sp>
            <p:nvSpPr>
              <p:cNvPr id="9" name="Freeform 8">
                <a:extLst>
                  <a:ext uri="{FF2B5EF4-FFF2-40B4-BE49-F238E27FC236}">
                    <a16:creationId xmlns:a16="http://schemas.microsoft.com/office/drawing/2014/main" id="{FA0598CE-0EFB-5D16-AD05-A617D8FD0114}"/>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10" name="Freeform 9">
                <a:extLst>
                  <a:ext uri="{FF2B5EF4-FFF2-40B4-BE49-F238E27FC236}">
                    <a16:creationId xmlns:a16="http://schemas.microsoft.com/office/drawing/2014/main" id="{1B18338C-ED9F-9E96-D92B-177F967C7B38}"/>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11" name="Freeform 10">
                <a:extLst>
                  <a:ext uri="{FF2B5EF4-FFF2-40B4-BE49-F238E27FC236}">
                    <a16:creationId xmlns:a16="http://schemas.microsoft.com/office/drawing/2014/main" id="{49AA51AF-6364-0953-6B79-D6A5BB8E5A57}"/>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12" name="Freeform 11">
                <a:extLst>
                  <a:ext uri="{FF2B5EF4-FFF2-40B4-BE49-F238E27FC236}">
                    <a16:creationId xmlns:a16="http://schemas.microsoft.com/office/drawing/2014/main" id="{BA45DA74-A818-75F8-ADB4-89A89BB2FAA4}"/>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13" name="Freeform 12">
                <a:extLst>
                  <a:ext uri="{FF2B5EF4-FFF2-40B4-BE49-F238E27FC236}">
                    <a16:creationId xmlns:a16="http://schemas.microsoft.com/office/drawing/2014/main" id="{7CCC9E1A-1D2F-F8A5-404B-348175CD2EAD}"/>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14" name="Freeform 13">
                <a:extLst>
                  <a:ext uri="{FF2B5EF4-FFF2-40B4-BE49-F238E27FC236}">
                    <a16:creationId xmlns:a16="http://schemas.microsoft.com/office/drawing/2014/main" id="{866EE839-CF73-18CC-B4C4-9D7E5AFFDB12}"/>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25" name="Freeform 24">
                <a:extLst>
                  <a:ext uri="{FF2B5EF4-FFF2-40B4-BE49-F238E27FC236}">
                    <a16:creationId xmlns:a16="http://schemas.microsoft.com/office/drawing/2014/main" id="{0634225E-0119-0295-531B-BE94DFF783F1}"/>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
        <p:nvSpPr>
          <p:cNvPr id="19" name="page number">
            <a:extLst>
              <a:ext uri="{FF2B5EF4-FFF2-40B4-BE49-F238E27FC236}">
                <a16:creationId xmlns:a16="http://schemas.microsoft.com/office/drawing/2014/main" id="{75CEFF6F-DEAE-124A-A7E8-4A2D776D0794}"/>
              </a:ext>
            </a:extLst>
          </p:cNvPr>
          <p:cNvSpPr txBox="1"/>
          <p:nvPr/>
        </p:nvSpPr>
        <p:spPr bwMode="white">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solidFill>
                  <a:schemeClr val="bg1"/>
                </a:solidFill>
              </a:rPr>
              <a:pPr lvl="0" algn="r"/>
              <a:t>‹#›</a:t>
            </a:fld>
            <a:endParaRPr lang="en-US" dirty="0">
              <a:solidFill>
                <a:schemeClr val="bg1"/>
              </a:solidFill>
            </a:endParaRPr>
          </a:p>
        </p:txBody>
      </p:sp>
      <p:pic>
        <p:nvPicPr>
          <p:cNvPr id="30" name="Picture 29" descr="A blue sky with white clouds&#10;&#10;Description automatically generated">
            <a:extLst>
              <a:ext uri="{FF2B5EF4-FFF2-40B4-BE49-F238E27FC236}">
                <a16:creationId xmlns:a16="http://schemas.microsoft.com/office/drawing/2014/main" id="{D1601FB6-7205-3D56-8322-782554EE9238}"/>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4679974" y="1239062"/>
            <a:ext cx="7508851" cy="5631638"/>
          </a:xfrm>
          <a:prstGeom prst="rect">
            <a:avLst/>
          </a:prstGeom>
        </p:spPr>
      </p:pic>
      <p:pic>
        <p:nvPicPr>
          <p:cNvPr id="37" name="Picture 36">
            <a:extLst>
              <a:ext uri="{FF2B5EF4-FFF2-40B4-BE49-F238E27FC236}">
                <a16:creationId xmlns:a16="http://schemas.microsoft.com/office/drawing/2014/main" id="{4FB41C97-3B72-BBBF-039B-56D8186F8F96}"/>
              </a:ext>
            </a:extLst>
          </p:cNvPr>
          <p:cNvPicPr>
            <a:picLocks noChangeAspect="1"/>
          </p:cNvPicPr>
          <p:nvPr userDrawn="1"/>
        </p:nvPicPr>
        <p:blipFill>
          <a:blip r:embed="rId3"/>
          <a:stretch>
            <a:fillRect/>
          </a:stretch>
        </p:blipFill>
        <p:spPr>
          <a:xfrm>
            <a:off x="879" y="-496"/>
            <a:ext cx="12187945" cy="6858495"/>
          </a:xfrm>
          <a:prstGeom prst="rect">
            <a:avLst/>
          </a:prstGeom>
        </p:spPr>
      </p:pic>
      <p:sp>
        <p:nvSpPr>
          <p:cNvPr id="38" name="Freeform: Shape 14">
            <a:extLst>
              <a:ext uri="{FF2B5EF4-FFF2-40B4-BE49-F238E27FC236}">
                <a16:creationId xmlns:a16="http://schemas.microsoft.com/office/drawing/2014/main" id="{C417634E-D293-9DD1-5893-0DC6BD57B448}"/>
              </a:ext>
            </a:extLst>
          </p:cNvPr>
          <p:cNvSpPr/>
          <p:nvPr userDrawn="1"/>
        </p:nvSpPr>
        <p:spPr>
          <a:xfrm>
            <a:off x="5801096" y="1239062"/>
            <a:ext cx="6406144" cy="5618939"/>
          </a:xfrm>
          <a:custGeom>
            <a:avLst/>
            <a:gdLst>
              <a:gd name="connsiteX0" fmla="*/ 6312206 w 6406144"/>
              <a:gd name="connsiteY0" fmla="*/ 0 h 5618939"/>
              <a:gd name="connsiteX1" fmla="*/ 6406144 w 6406144"/>
              <a:gd name="connsiteY1" fmla="*/ 0 h 5618939"/>
              <a:gd name="connsiteX2" fmla="*/ 6406144 w 6406144"/>
              <a:gd name="connsiteY2" fmla="*/ 76059 h 5618939"/>
              <a:gd name="connsiteX3" fmla="*/ 6312206 w 6406144"/>
              <a:gd name="connsiteY3" fmla="*/ 76059 h 5618939"/>
              <a:gd name="connsiteX4" fmla="*/ 5192668 w 6406144"/>
              <a:gd name="connsiteY4" fmla="*/ 539757 h 5618939"/>
              <a:gd name="connsiteX5" fmla="*/ 118525 w 6406144"/>
              <a:gd name="connsiteY5" fmla="*/ 5613965 h 5618939"/>
              <a:gd name="connsiteX6" fmla="*/ 113031 w 6406144"/>
              <a:gd name="connsiteY6" fmla="*/ 5618939 h 5618939"/>
              <a:gd name="connsiteX7" fmla="*/ 0 w 6406144"/>
              <a:gd name="connsiteY7" fmla="*/ 5618939 h 5618939"/>
              <a:gd name="connsiteX8" fmla="*/ 64758 w 6406144"/>
              <a:gd name="connsiteY8" fmla="*/ 5560198 h 5618939"/>
              <a:gd name="connsiteX9" fmla="*/ 5138965 w 6406144"/>
              <a:gd name="connsiteY9" fmla="*/ 485927 h 5618939"/>
              <a:gd name="connsiteX10" fmla="*/ 5677265 w 6406144"/>
              <a:gd name="connsiteY10" fmla="*/ 126279 h 5618939"/>
              <a:gd name="connsiteX11" fmla="*/ 6312206 w 6406144"/>
              <a:gd name="connsiteY11" fmla="*/ 0 h 56189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406144" h="5618939">
                <a:moveTo>
                  <a:pt x="6312206" y="0"/>
                </a:moveTo>
                <a:lnTo>
                  <a:pt x="6406144" y="0"/>
                </a:lnTo>
                <a:lnTo>
                  <a:pt x="6406144" y="76059"/>
                </a:lnTo>
                <a:lnTo>
                  <a:pt x="6312206" y="76059"/>
                </a:lnTo>
                <a:cubicBezTo>
                  <a:pt x="5892268" y="76059"/>
                  <a:pt x="5489557" y="242868"/>
                  <a:pt x="5192668" y="539757"/>
                </a:cubicBezTo>
                <a:lnTo>
                  <a:pt x="118525" y="5613965"/>
                </a:lnTo>
                <a:lnTo>
                  <a:pt x="113031" y="5618939"/>
                </a:lnTo>
                <a:lnTo>
                  <a:pt x="0" y="5618939"/>
                </a:lnTo>
                <a:lnTo>
                  <a:pt x="64758" y="5560198"/>
                </a:lnTo>
                <a:lnTo>
                  <a:pt x="5138965" y="485927"/>
                </a:lnTo>
                <a:cubicBezTo>
                  <a:pt x="5293805" y="331086"/>
                  <a:pt x="5474927" y="210064"/>
                  <a:pt x="5677265" y="126279"/>
                </a:cubicBezTo>
                <a:cubicBezTo>
                  <a:pt x="5879602" y="42494"/>
                  <a:pt x="6093212" y="0"/>
                  <a:pt x="6312206" y="0"/>
                </a:cubicBezTo>
                <a:close/>
              </a:path>
            </a:pathLst>
          </a:custGeom>
          <a:gradFill>
            <a:gsLst>
              <a:gs pos="22000">
                <a:schemeClr val="accent3"/>
              </a:gs>
              <a:gs pos="80000">
                <a:schemeClr val="accent4"/>
              </a:gs>
            </a:gsLst>
            <a:lin ang="0" scaled="1"/>
          </a:gradFill>
          <a:ln w="0" cap="flat">
            <a:noFill/>
            <a:prstDash val="solid"/>
            <a:miter/>
          </a:ln>
        </p:spPr>
        <p:txBody>
          <a:bodyPr rtlCol="0" anchor="ctr"/>
          <a:lstStyle/>
          <a:p>
            <a:endParaRPr lang="en-US" dirty="0"/>
          </a:p>
        </p:txBody>
      </p:sp>
      <p:grpSp>
        <p:nvGrpSpPr>
          <p:cNvPr id="41" name="Graphic 8">
            <a:extLst>
              <a:ext uri="{FF2B5EF4-FFF2-40B4-BE49-F238E27FC236}">
                <a16:creationId xmlns:a16="http://schemas.microsoft.com/office/drawing/2014/main" id="{5FB75E1E-5ECF-39E5-683F-83EA2E7C5F92}"/>
              </a:ext>
            </a:extLst>
          </p:cNvPr>
          <p:cNvGrpSpPr/>
          <p:nvPr userDrawn="1"/>
        </p:nvGrpSpPr>
        <p:grpSpPr>
          <a:xfrm>
            <a:off x="265625" y="6323271"/>
            <a:ext cx="1249223" cy="369648"/>
            <a:chOff x="265625" y="6323271"/>
            <a:chExt cx="1249223" cy="369648"/>
          </a:xfrm>
          <a:solidFill>
            <a:srgbClr val="000000"/>
          </a:solidFill>
        </p:grpSpPr>
        <p:grpSp>
          <p:nvGrpSpPr>
            <p:cNvPr id="42" name="Graphic 8">
              <a:extLst>
                <a:ext uri="{FF2B5EF4-FFF2-40B4-BE49-F238E27FC236}">
                  <a16:creationId xmlns:a16="http://schemas.microsoft.com/office/drawing/2014/main" id="{A736F19C-96C1-E942-EC49-229F7A3B68F2}"/>
                </a:ext>
              </a:extLst>
            </p:cNvPr>
            <p:cNvGrpSpPr/>
            <p:nvPr/>
          </p:nvGrpSpPr>
          <p:grpSpPr>
            <a:xfrm>
              <a:off x="745455" y="6594444"/>
              <a:ext cx="722662" cy="98475"/>
              <a:chOff x="745455" y="6594444"/>
              <a:chExt cx="722662" cy="98475"/>
            </a:xfrm>
            <a:solidFill>
              <a:srgbClr val="000000"/>
            </a:solidFill>
          </p:grpSpPr>
          <p:sp>
            <p:nvSpPr>
              <p:cNvPr id="51" name="Freeform 50">
                <a:extLst>
                  <a:ext uri="{FF2B5EF4-FFF2-40B4-BE49-F238E27FC236}">
                    <a16:creationId xmlns:a16="http://schemas.microsoft.com/office/drawing/2014/main" id="{EB1A2322-1B68-222D-5C7B-21BC4BC5E9B2}"/>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52" name="Freeform 51">
                <a:extLst>
                  <a:ext uri="{FF2B5EF4-FFF2-40B4-BE49-F238E27FC236}">
                    <a16:creationId xmlns:a16="http://schemas.microsoft.com/office/drawing/2014/main" id="{E3142B55-436D-ED55-5414-22B3121F6B08}"/>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53" name="Freeform 52">
                <a:extLst>
                  <a:ext uri="{FF2B5EF4-FFF2-40B4-BE49-F238E27FC236}">
                    <a16:creationId xmlns:a16="http://schemas.microsoft.com/office/drawing/2014/main" id="{A95B898B-465D-B4F2-6571-A666D3CD81EC}"/>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54" name="Freeform 53">
                <a:extLst>
                  <a:ext uri="{FF2B5EF4-FFF2-40B4-BE49-F238E27FC236}">
                    <a16:creationId xmlns:a16="http://schemas.microsoft.com/office/drawing/2014/main" id="{A6885C5F-AB44-9AFC-AF3D-CFDB30C35748}"/>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55" name="Freeform 54">
                <a:extLst>
                  <a:ext uri="{FF2B5EF4-FFF2-40B4-BE49-F238E27FC236}">
                    <a16:creationId xmlns:a16="http://schemas.microsoft.com/office/drawing/2014/main" id="{2ABC8F96-B643-EE7D-4B62-9CBDC7BFD07B}"/>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56" name="Freeform 55">
                <a:extLst>
                  <a:ext uri="{FF2B5EF4-FFF2-40B4-BE49-F238E27FC236}">
                    <a16:creationId xmlns:a16="http://schemas.microsoft.com/office/drawing/2014/main" id="{42B7B857-129B-BC06-1EE1-5C3BC6B5267D}"/>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57" name="Freeform 56">
                <a:extLst>
                  <a:ext uri="{FF2B5EF4-FFF2-40B4-BE49-F238E27FC236}">
                    <a16:creationId xmlns:a16="http://schemas.microsoft.com/office/drawing/2014/main" id="{DE7871B6-7C77-63CC-29EB-8804C9EC8002}"/>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58" name="Freeform 57">
                <a:extLst>
                  <a:ext uri="{FF2B5EF4-FFF2-40B4-BE49-F238E27FC236}">
                    <a16:creationId xmlns:a16="http://schemas.microsoft.com/office/drawing/2014/main" id="{5CACC287-3144-5F41-8878-740F834ADF8A}"/>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59" name="Freeform 58">
                <a:extLst>
                  <a:ext uri="{FF2B5EF4-FFF2-40B4-BE49-F238E27FC236}">
                    <a16:creationId xmlns:a16="http://schemas.microsoft.com/office/drawing/2014/main" id="{F8C02031-CB2A-138B-7806-B09A9CE926CA}"/>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60" name="Freeform 59">
                <a:extLst>
                  <a:ext uri="{FF2B5EF4-FFF2-40B4-BE49-F238E27FC236}">
                    <a16:creationId xmlns:a16="http://schemas.microsoft.com/office/drawing/2014/main" id="{78B31A38-6074-8D62-E841-01F7C003A861}"/>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43" name="Graphic 8">
              <a:extLst>
                <a:ext uri="{FF2B5EF4-FFF2-40B4-BE49-F238E27FC236}">
                  <a16:creationId xmlns:a16="http://schemas.microsoft.com/office/drawing/2014/main" id="{77DD52C8-412A-7D6C-40F7-9F9263703088}"/>
                </a:ext>
              </a:extLst>
            </p:cNvPr>
            <p:cNvGrpSpPr/>
            <p:nvPr/>
          </p:nvGrpSpPr>
          <p:grpSpPr>
            <a:xfrm>
              <a:off x="265625" y="6323271"/>
              <a:ext cx="1249223" cy="190348"/>
              <a:chOff x="265625" y="6323271"/>
              <a:chExt cx="1249223" cy="190348"/>
            </a:xfrm>
            <a:solidFill>
              <a:srgbClr val="000000"/>
            </a:solidFill>
          </p:grpSpPr>
          <p:sp>
            <p:nvSpPr>
              <p:cNvPr id="44" name="Freeform 43">
                <a:extLst>
                  <a:ext uri="{FF2B5EF4-FFF2-40B4-BE49-F238E27FC236}">
                    <a16:creationId xmlns:a16="http://schemas.microsoft.com/office/drawing/2014/main" id="{FA0598CE-0EFB-5D16-AD05-A617D8FD0114}"/>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45" name="Freeform 44">
                <a:extLst>
                  <a:ext uri="{FF2B5EF4-FFF2-40B4-BE49-F238E27FC236}">
                    <a16:creationId xmlns:a16="http://schemas.microsoft.com/office/drawing/2014/main" id="{1B18338C-ED9F-9E96-D92B-177F967C7B38}"/>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46" name="Freeform 45">
                <a:extLst>
                  <a:ext uri="{FF2B5EF4-FFF2-40B4-BE49-F238E27FC236}">
                    <a16:creationId xmlns:a16="http://schemas.microsoft.com/office/drawing/2014/main" id="{49AA51AF-6364-0953-6B79-D6A5BB8E5A57}"/>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47" name="Freeform 46">
                <a:extLst>
                  <a:ext uri="{FF2B5EF4-FFF2-40B4-BE49-F238E27FC236}">
                    <a16:creationId xmlns:a16="http://schemas.microsoft.com/office/drawing/2014/main" id="{BA45DA74-A818-75F8-ADB4-89A89BB2FAA4}"/>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48" name="Freeform 47">
                <a:extLst>
                  <a:ext uri="{FF2B5EF4-FFF2-40B4-BE49-F238E27FC236}">
                    <a16:creationId xmlns:a16="http://schemas.microsoft.com/office/drawing/2014/main" id="{7CCC9E1A-1D2F-F8A5-404B-348175CD2EAD}"/>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49" name="Freeform 48">
                <a:extLst>
                  <a:ext uri="{FF2B5EF4-FFF2-40B4-BE49-F238E27FC236}">
                    <a16:creationId xmlns:a16="http://schemas.microsoft.com/office/drawing/2014/main" id="{866EE839-CF73-18CC-B4C4-9D7E5AFFDB12}"/>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50" name="Freeform 49">
                <a:extLst>
                  <a:ext uri="{FF2B5EF4-FFF2-40B4-BE49-F238E27FC236}">
                    <a16:creationId xmlns:a16="http://schemas.microsoft.com/office/drawing/2014/main" id="{0634225E-0119-0295-531B-BE94DFF783F1}"/>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
        <p:nvSpPr>
          <p:cNvPr id="61" name="page number">
            <a:extLst>
              <a:ext uri="{FF2B5EF4-FFF2-40B4-BE49-F238E27FC236}">
                <a16:creationId xmlns:a16="http://schemas.microsoft.com/office/drawing/2014/main" id="{75CEFF6F-DEAE-124A-A7E8-4A2D776D0794}"/>
              </a:ext>
            </a:extLst>
          </p:cNvPr>
          <p:cNvSpPr txBox="1"/>
          <p:nvPr userDrawn="1"/>
        </p:nvSpPr>
        <p:spPr bwMode="white">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solidFill>
                  <a:schemeClr val="bg1"/>
                </a:solidFill>
              </a:rPr>
              <a:pPr lvl="0" algn="r"/>
              <a:t>‹#›</a:t>
            </a:fld>
            <a:endParaRPr lang="en-US" dirty="0">
              <a:solidFill>
                <a:schemeClr val="bg1"/>
              </a:solidFill>
            </a:endParaRPr>
          </a:p>
        </p:txBody>
      </p:sp>
      <p:sp>
        <p:nvSpPr>
          <p:cNvPr id="3" name="TextBox 2">
            <a:extLst>
              <a:ext uri="{FF2B5EF4-FFF2-40B4-BE49-F238E27FC236}">
                <a16:creationId xmlns:a16="http://schemas.microsoft.com/office/drawing/2014/main" id="{23947260-FA76-99A5-7F64-73F3D1395242}"/>
              </a:ext>
            </a:extLst>
          </p:cNvPr>
          <p:cNvSpPr txBox="1"/>
          <p:nvPr userDrawn="1"/>
        </p:nvSpPr>
        <p:spPr>
          <a:xfrm>
            <a:off x="1645084" y="6461498"/>
            <a:ext cx="3574697" cy="215444"/>
          </a:xfrm>
          <a:prstGeom prst="rect">
            <a:avLst/>
          </a:prstGeom>
          <a:noFill/>
        </p:spPr>
        <p:txBody>
          <a:bodyPr wrap="none" lIns="0" tIns="0" rIns="0" bIns="0" rtlCol="0">
            <a:spAutoFit/>
          </a:bodyPr>
          <a:lstStyle/>
          <a:p>
            <a:pPr algn="l">
              <a:lnSpc>
                <a:spcPct val="100000"/>
              </a:lnSpc>
            </a:pPr>
            <a:r>
              <a:rPr lang="en-US" sz="700" spc="0" baseline="0" dirty="0">
                <a:ln/>
                <a:solidFill>
                  <a:srgbClr val="000000"/>
                </a:solidFill>
                <a:latin typeface="+mn-lt"/>
                <a:sym typeface="Metropolis-Regular"/>
                <a:rtl val="0"/>
              </a:rPr>
              <a:t>Broadcom Proprietary and Confidential. Copyright © 2026 Broadcom.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700" spc="0" baseline="0" dirty="0">
                <a:ln/>
                <a:solidFill>
                  <a:srgbClr val="000000"/>
                </a:solidFill>
                <a:latin typeface="+mn-lt"/>
                <a:sym typeface="Metropolis-Regular"/>
                <a:rtl val="0"/>
              </a:rPr>
              <a:t>All Rights Reserved. The term “Broadcom” refers to Broadcom Inc. and/or its subsidiaries.</a:t>
            </a:r>
          </a:p>
        </p:txBody>
      </p:sp>
    </p:spTree>
    <p:extLst>
      <p:ext uri="{BB962C8B-B14F-4D97-AF65-F5344CB8AC3E}">
        <p14:creationId xmlns:p14="http://schemas.microsoft.com/office/powerpoint/2010/main" val="6331413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Quote – Leaf">
    <p:spTree>
      <p:nvGrpSpPr>
        <p:cNvPr id="1" name=""/>
        <p:cNvGrpSpPr/>
        <p:nvPr/>
      </p:nvGrpSpPr>
      <p:grpSpPr>
        <a:xfrm>
          <a:off x="0" y="0"/>
          <a:ext cx="0" cy="0"/>
          <a:chOff x="0" y="0"/>
          <a:chExt cx="0" cy="0"/>
        </a:xfrm>
      </p:grpSpPr>
      <p:sp>
        <p:nvSpPr>
          <p:cNvPr id="21" name="Text Placeholder 7">
            <a:extLst>
              <a:ext uri="{FF2B5EF4-FFF2-40B4-BE49-F238E27FC236}">
                <a16:creationId xmlns:a16="http://schemas.microsoft.com/office/drawing/2014/main" id="{608D3F09-D706-3940-8906-CE0F09AC4BB6}"/>
              </a:ext>
            </a:extLst>
          </p:cNvPr>
          <p:cNvSpPr>
            <a:spLocks noGrp="1"/>
          </p:cNvSpPr>
          <p:nvPr>
            <p:ph type="body" sz="quarter" idx="16" hasCustomPrompt="1"/>
          </p:nvPr>
        </p:nvSpPr>
        <p:spPr>
          <a:xfrm>
            <a:off x="438912" y="1600200"/>
            <a:ext cx="5413248" cy="3200400"/>
          </a:xfrm>
        </p:spPr>
        <p:txBody>
          <a:bodyPr anchor="b"/>
          <a:lstStyle>
            <a:lvl1pPr marL="169863" indent="-169863">
              <a:buClrTx/>
              <a:buSzPct val="100000"/>
              <a:buFont typeface="Metropolis" panose="00000500000000000000" pitchFamily="2" charset="0"/>
              <a:buChar char="“"/>
              <a:defRPr sz="2800">
                <a:solidFill>
                  <a:schemeClr val="accent2"/>
                </a:solidFill>
              </a:defRPr>
            </a:lvl1pPr>
            <a:lvl2pPr marL="457200" indent="-184150">
              <a:buClrTx/>
              <a:buFont typeface="Metropolis" panose="00000500000000000000" pitchFamily="2" charset="0"/>
              <a:buChar char="“"/>
              <a:defRPr>
                <a:solidFill>
                  <a:schemeClr val="bg1"/>
                </a:solidFill>
              </a:defRPr>
            </a:lvl2pPr>
            <a:lvl3pPr marL="744538" indent="-169863">
              <a:buClrTx/>
              <a:buFont typeface="Metropolis" panose="00000500000000000000" pitchFamily="2" charset="0"/>
              <a:buChar char="“"/>
              <a:defRPr>
                <a:solidFill>
                  <a:schemeClr val="bg1"/>
                </a:solidFill>
              </a:defRPr>
            </a:lvl3pPr>
            <a:lvl4pPr marL="969963" indent="-166688">
              <a:buClrTx/>
              <a:buFont typeface="Metropolis" panose="00000500000000000000" pitchFamily="2" charset="0"/>
              <a:buChar char="“"/>
              <a:defRPr>
                <a:solidFill>
                  <a:schemeClr val="bg1"/>
                </a:solidFill>
              </a:defRPr>
            </a:lvl4pPr>
            <a:lvl5pPr marL="1143000" indent="-138113">
              <a:buClrTx/>
              <a:buFont typeface="Metropolis" panose="00000500000000000000" pitchFamily="2" charset="0"/>
              <a:buChar char="“"/>
              <a:defRPr>
                <a:solidFill>
                  <a:schemeClr val="bg1"/>
                </a:solidFill>
              </a:defRPr>
            </a:lvl5pPr>
          </a:lstStyle>
          <a:p>
            <a:pPr lvl="0"/>
            <a:r>
              <a:rPr lang="en-US" dirty="0"/>
              <a:t>Quote text on left, green parallelograms on the right.”</a:t>
            </a:r>
          </a:p>
        </p:txBody>
      </p:sp>
      <p:sp>
        <p:nvSpPr>
          <p:cNvPr id="19" name="Text Placeholder 10">
            <a:extLst>
              <a:ext uri="{FF2B5EF4-FFF2-40B4-BE49-F238E27FC236}">
                <a16:creationId xmlns:a16="http://schemas.microsoft.com/office/drawing/2014/main" id="{C1E51E88-6733-7942-B20E-2C56F8B2ED21}"/>
              </a:ext>
            </a:extLst>
          </p:cNvPr>
          <p:cNvSpPr>
            <a:spLocks noGrp="1"/>
          </p:cNvSpPr>
          <p:nvPr>
            <p:ph type="body" sz="quarter" idx="17" hasCustomPrompt="1"/>
          </p:nvPr>
        </p:nvSpPr>
        <p:spPr>
          <a:xfrm>
            <a:off x="612648" y="5065776"/>
            <a:ext cx="4581144" cy="274320"/>
          </a:xfrm>
        </p:spPr>
        <p:txBody>
          <a:bodyPr/>
          <a:lstStyle>
            <a:lvl1pPr>
              <a:defRPr sz="1800">
                <a:solidFill>
                  <a:schemeClr val="tx1"/>
                </a:solidFill>
              </a:defRPr>
            </a:lvl1pPr>
          </a:lstStyle>
          <a:p>
            <a:pPr lvl="0"/>
            <a:r>
              <a:rPr lang="en-US" dirty="0"/>
              <a:t>Source Name</a:t>
            </a:r>
          </a:p>
        </p:txBody>
      </p:sp>
      <p:sp>
        <p:nvSpPr>
          <p:cNvPr id="11" name="Picture Placeholder 11" descr="logo placeholder: click to insert logo or delete box if not needed">
            <a:extLst>
              <a:ext uri="{FF2B5EF4-FFF2-40B4-BE49-F238E27FC236}">
                <a16:creationId xmlns:a16="http://schemas.microsoft.com/office/drawing/2014/main" id="{90CA8A2D-22C2-3546-ACA3-B76C2A2C9541}"/>
              </a:ext>
            </a:extLst>
          </p:cNvPr>
          <p:cNvSpPr>
            <a:spLocks noGrp="1"/>
          </p:cNvSpPr>
          <p:nvPr>
            <p:ph type="pic" sz="quarter" idx="4294967295" hasCustomPrompt="1"/>
          </p:nvPr>
        </p:nvSpPr>
        <p:spPr>
          <a:xfrm>
            <a:off x="8925484" y="4619335"/>
            <a:ext cx="2740025" cy="1371600"/>
          </a:xfrm>
        </p:spPr>
        <p:txBody>
          <a:bodyPr/>
          <a:lstStyle/>
          <a:p>
            <a:r>
              <a:rPr lang="en-US" dirty="0"/>
              <a:t>Click to insert logo or delete box if not needed</a:t>
            </a:r>
          </a:p>
        </p:txBody>
      </p:sp>
      <p:sp>
        <p:nvSpPr>
          <p:cNvPr id="17" name="page number">
            <a:extLst>
              <a:ext uri="{FF2B5EF4-FFF2-40B4-BE49-F238E27FC236}">
                <a16:creationId xmlns:a16="http://schemas.microsoft.com/office/drawing/2014/main" id="{81F6B6E3-D446-FF48-A968-0E6ED9485DE5}"/>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grpSp>
        <p:nvGrpSpPr>
          <p:cNvPr id="5" name="Graphic 8">
            <a:extLst>
              <a:ext uri="{FF2B5EF4-FFF2-40B4-BE49-F238E27FC236}">
                <a16:creationId xmlns:a16="http://schemas.microsoft.com/office/drawing/2014/main" id="{C621A2F7-988C-ED6D-1AAA-CEAF06253999}"/>
              </a:ext>
            </a:extLst>
          </p:cNvPr>
          <p:cNvGrpSpPr/>
          <p:nvPr/>
        </p:nvGrpSpPr>
        <p:grpSpPr>
          <a:xfrm>
            <a:off x="265625" y="6323271"/>
            <a:ext cx="1249223" cy="369648"/>
            <a:chOff x="265625" y="6323271"/>
            <a:chExt cx="1249223" cy="369648"/>
          </a:xfrm>
          <a:solidFill>
            <a:srgbClr val="000000"/>
          </a:solidFill>
        </p:grpSpPr>
        <p:grpSp>
          <p:nvGrpSpPr>
            <p:cNvPr id="6" name="Graphic 8">
              <a:extLst>
                <a:ext uri="{FF2B5EF4-FFF2-40B4-BE49-F238E27FC236}">
                  <a16:creationId xmlns:a16="http://schemas.microsoft.com/office/drawing/2014/main" id="{4A6ACE21-0A03-EC70-5DBC-8E24FC06ADF2}"/>
                </a:ext>
              </a:extLst>
            </p:cNvPr>
            <p:cNvGrpSpPr/>
            <p:nvPr/>
          </p:nvGrpSpPr>
          <p:grpSpPr>
            <a:xfrm>
              <a:off x="745455" y="6594444"/>
              <a:ext cx="722662" cy="98475"/>
              <a:chOff x="745455" y="6594444"/>
              <a:chExt cx="722662" cy="98475"/>
            </a:xfrm>
            <a:solidFill>
              <a:srgbClr val="000000"/>
            </a:solidFill>
          </p:grpSpPr>
          <p:sp>
            <p:nvSpPr>
              <p:cNvPr id="20" name="Freeform 19">
                <a:extLst>
                  <a:ext uri="{FF2B5EF4-FFF2-40B4-BE49-F238E27FC236}">
                    <a16:creationId xmlns:a16="http://schemas.microsoft.com/office/drawing/2014/main" id="{EE83912F-EA49-AA8F-3B48-225EEF2EA8BC}"/>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22" name="Freeform 21">
                <a:extLst>
                  <a:ext uri="{FF2B5EF4-FFF2-40B4-BE49-F238E27FC236}">
                    <a16:creationId xmlns:a16="http://schemas.microsoft.com/office/drawing/2014/main" id="{CCD1DC55-84B7-B92A-BCFA-DFC508914BD4}"/>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25" name="Freeform 24">
                <a:extLst>
                  <a:ext uri="{FF2B5EF4-FFF2-40B4-BE49-F238E27FC236}">
                    <a16:creationId xmlns:a16="http://schemas.microsoft.com/office/drawing/2014/main" id="{9C7F5544-2C4C-9EB4-BFC3-2118CC2F9BEA}"/>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26" name="Freeform 25">
                <a:extLst>
                  <a:ext uri="{FF2B5EF4-FFF2-40B4-BE49-F238E27FC236}">
                    <a16:creationId xmlns:a16="http://schemas.microsoft.com/office/drawing/2014/main" id="{8F4FBC32-8CCB-A8DE-008D-E983BC49C597}"/>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27" name="Freeform 26">
                <a:extLst>
                  <a:ext uri="{FF2B5EF4-FFF2-40B4-BE49-F238E27FC236}">
                    <a16:creationId xmlns:a16="http://schemas.microsoft.com/office/drawing/2014/main" id="{B4DB09DF-6B90-E805-64A1-73441DB3E36E}"/>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28" name="Freeform 27">
                <a:extLst>
                  <a:ext uri="{FF2B5EF4-FFF2-40B4-BE49-F238E27FC236}">
                    <a16:creationId xmlns:a16="http://schemas.microsoft.com/office/drawing/2014/main" id="{CE5B325E-5171-7178-FE92-B40E2F02AF4D}"/>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29" name="Freeform 28">
                <a:extLst>
                  <a:ext uri="{FF2B5EF4-FFF2-40B4-BE49-F238E27FC236}">
                    <a16:creationId xmlns:a16="http://schemas.microsoft.com/office/drawing/2014/main" id="{601EA8AE-D6A6-69F1-6D6F-08D9ABD7A248}"/>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30" name="Freeform 29">
                <a:extLst>
                  <a:ext uri="{FF2B5EF4-FFF2-40B4-BE49-F238E27FC236}">
                    <a16:creationId xmlns:a16="http://schemas.microsoft.com/office/drawing/2014/main" id="{313CAF36-8DCE-BF49-8252-4504197E4A92}"/>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31" name="Freeform 30">
                <a:extLst>
                  <a:ext uri="{FF2B5EF4-FFF2-40B4-BE49-F238E27FC236}">
                    <a16:creationId xmlns:a16="http://schemas.microsoft.com/office/drawing/2014/main" id="{53212E81-53F5-5829-40FB-278F96FDFA6C}"/>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32" name="Freeform 31">
                <a:extLst>
                  <a:ext uri="{FF2B5EF4-FFF2-40B4-BE49-F238E27FC236}">
                    <a16:creationId xmlns:a16="http://schemas.microsoft.com/office/drawing/2014/main" id="{3338560F-F08F-341E-96FD-FB179B1E8090}"/>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7" name="Graphic 8">
              <a:extLst>
                <a:ext uri="{FF2B5EF4-FFF2-40B4-BE49-F238E27FC236}">
                  <a16:creationId xmlns:a16="http://schemas.microsoft.com/office/drawing/2014/main" id="{DC09D6A6-FC34-3B36-E8EC-98961A5FA1BD}"/>
                </a:ext>
              </a:extLst>
            </p:cNvPr>
            <p:cNvGrpSpPr/>
            <p:nvPr/>
          </p:nvGrpSpPr>
          <p:grpSpPr>
            <a:xfrm>
              <a:off x="265625" y="6323271"/>
              <a:ext cx="1249223" cy="190348"/>
              <a:chOff x="265625" y="6323271"/>
              <a:chExt cx="1249223" cy="190348"/>
            </a:xfrm>
            <a:solidFill>
              <a:srgbClr val="000000"/>
            </a:solidFill>
          </p:grpSpPr>
          <p:sp>
            <p:nvSpPr>
              <p:cNvPr id="8" name="Freeform 7">
                <a:extLst>
                  <a:ext uri="{FF2B5EF4-FFF2-40B4-BE49-F238E27FC236}">
                    <a16:creationId xmlns:a16="http://schemas.microsoft.com/office/drawing/2014/main" id="{9CCE1282-066F-6767-9D2B-FE3B24B48F39}"/>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9" name="Freeform 8">
                <a:extLst>
                  <a:ext uri="{FF2B5EF4-FFF2-40B4-BE49-F238E27FC236}">
                    <a16:creationId xmlns:a16="http://schemas.microsoft.com/office/drawing/2014/main" id="{87A55781-F6F4-75D8-D30A-EFE0009E6C3A}"/>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10" name="Freeform 9">
                <a:extLst>
                  <a:ext uri="{FF2B5EF4-FFF2-40B4-BE49-F238E27FC236}">
                    <a16:creationId xmlns:a16="http://schemas.microsoft.com/office/drawing/2014/main" id="{06E5A16E-7654-E118-45E7-5CF8ECB9510D}"/>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12" name="Freeform 11">
                <a:extLst>
                  <a:ext uri="{FF2B5EF4-FFF2-40B4-BE49-F238E27FC236}">
                    <a16:creationId xmlns:a16="http://schemas.microsoft.com/office/drawing/2014/main" id="{5416A2B2-8CB4-B23D-B227-F3FAAF99834D}"/>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13" name="Freeform 12">
                <a:extLst>
                  <a:ext uri="{FF2B5EF4-FFF2-40B4-BE49-F238E27FC236}">
                    <a16:creationId xmlns:a16="http://schemas.microsoft.com/office/drawing/2014/main" id="{03A1E132-C6A0-D3F7-1605-AAC4E663D921}"/>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14" name="Freeform 13">
                <a:extLst>
                  <a:ext uri="{FF2B5EF4-FFF2-40B4-BE49-F238E27FC236}">
                    <a16:creationId xmlns:a16="http://schemas.microsoft.com/office/drawing/2014/main" id="{03331D7F-C33C-F017-A7E8-936854F6A83C}"/>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18" name="Freeform 17">
                <a:extLst>
                  <a:ext uri="{FF2B5EF4-FFF2-40B4-BE49-F238E27FC236}">
                    <a16:creationId xmlns:a16="http://schemas.microsoft.com/office/drawing/2014/main" id="{D1EAD065-3541-65E6-D334-D9E34E0883DA}"/>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
        <p:nvSpPr>
          <p:cNvPr id="48" name="Freeform: Shape 47">
            <a:extLst>
              <a:ext uri="{FF2B5EF4-FFF2-40B4-BE49-F238E27FC236}">
                <a16:creationId xmlns:a16="http://schemas.microsoft.com/office/drawing/2014/main" id="{659E5035-F2CA-5C90-AD93-9207A8ED2F62}"/>
              </a:ext>
            </a:extLst>
          </p:cNvPr>
          <p:cNvSpPr/>
          <p:nvPr userDrawn="1"/>
        </p:nvSpPr>
        <p:spPr>
          <a:xfrm>
            <a:off x="-8466" y="1838847"/>
            <a:ext cx="12203641" cy="4206431"/>
          </a:xfrm>
          <a:custGeom>
            <a:avLst/>
            <a:gdLst>
              <a:gd name="connsiteX0" fmla="*/ 11193762 w 12203641"/>
              <a:gd name="connsiteY0" fmla="*/ 0 h 4206431"/>
              <a:gd name="connsiteX1" fmla="*/ 12203641 w 12203641"/>
              <a:gd name="connsiteY1" fmla="*/ 0 h 4206431"/>
              <a:gd name="connsiteX2" fmla="*/ 12203641 w 12203641"/>
              <a:gd name="connsiteY2" fmla="*/ 76041 h 4206431"/>
              <a:gd name="connsiteX3" fmla="*/ 11193825 w 12203641"/>
              <a:gd name="connsiteY3" fmla="*/ 76041 h 4206431"/>
              <a:gd name="connsiteX4" fmla="*/ 10074550 w 12203641"/>
              <a:gd name="connsiteY4" fmla="*/ 539630 h 4206431"/>
              <a:gd name="connsiteX5" fmla="*/ 6871401 w 12203641"/>
              <a:gd name="connsiteY5" fmla="*/ 3742842 h 4206431"/>
              <a:gd name="connsiteX6" fmla="*/ 5752127 w 12203641"/>
              <a:gd name="connsiteY6" fmla="*/ 4206431 h 4206431"/>
              <a:gd name="connsiteX7" fmla="*/ 0 w 12203641"/>
              <a:gd name="connsiteY7" fmla="*/ 4206431 h 4206431"/>
              <a:gd name="connsiteX8" fmla="*/ 0 w 12203641"/>
              <a:gd name="connsiteY8" fmla="*/ 4130391 h 4206431"/>
              <a:gd name="connsiteX9" fmla="*/ 5752127 w 12203641"/>
              <a:gd name="connsiteY9" fmla="*/ 4130391 h 4206431"/>
              <a:gd name="connsiteX10" fmla="*/ 6328796 w 12203641"/>
              <a:gd name="connsiteY10" fmla="*/ 4015665 h 4206431"/>
              <a:gd name="connsiteX11" fmla="*/ 6817648 w 12203641"/>
              <a:gd name="connsiteY11" fmla="*/ 3689025 h 4206431"/>
              <a:gd name="connsiteX12" fmla="*/ 10020795 w 12203641"/>
              <a:gd name="connsiteY12" fmla="*/ 485877 h 4206431"/>
              <a:gd name="connsiteX13" fmla="*/ 11193762 w 12203641"/>
              <a:gd name="connsiteY13" fmla="*/ 0 h 4206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203641" h="4206431">
                <a:moveTo>
                  <a:pt x="11193762" y="0"/>
                </a:moveTo>
                <a:lnTo>
                  <a:pt x="12203641" y="0"/>
                </a:lnTo>
                <a:lnTo>
                  <a:pt x="12203641" y="76041"/>
                </a:lnTo>
                <a:lnTo>
                  <a:pt x="11193825" y="76041"/>
                </a:lnTo>
                <a:cubicBezTo>
                  <a:pt x="10773986" y="76041"/>
                  <a:pt x="10371368" y="242812"/>
                  <a:pt x="10074550" y="539630"/>
                </a:cubicBezTo>
                <a:lnTo>
                  <a:pt x="6871401" y="3742842"/>
                </a:lnTo>
                <a:cubicBezTo>
                  <a:pt x="6574520" y="4039660"/>
                  <a:pt x="6171901" y="4206431"/>
                  <a:pt x="5752127" y="4206431"/>
                </a:cubicBezTo>
                <a:lnTo>
                  <a:pt x="0" y="4206431"/>
                </a:lnTo>
                <a:lnTo>
                  <a:pt x="0" y="4130391"/>
                </a:lnTo>
                <a:lnTo>
                  <a:pt x="5752127" y="4130391"/>
                </a:lnTo>
                <a:cubicBezTo>
                  <a:pt x="5950998" y="4130391"/>
                  <a:pt x="6145057" y="4091769"/>
                  <a:pt x="6328796" y="4015665"/>
                </a:cubicBezTo>
                <a:cubicBezTo>
                  <a:pt x="6512534" y="3939560"/>
                  <a:pt x="6677025" y="3829647"/>
                  <a:pt x="6817648" y="3689025"/>
                </a:cubicBezTo>
                <a:lnTo>
                  <a:pt x="10020795" y="485877"/>
                </a:lnTo>
                <a:cubicBezTo>
                  <a:pt x="10334077" y="172532"/>
                  <a:pt x="10750686" y="0"/>
                  <a:pt x="11193762" y="0"/>
                </a:cubicBezTo>
                <a:close/>
              </a:path>
            </a:pathLst>
          </a:custGeom>
          <a:gradFill>
            <a:gsLst>
              <a:gs pos="20000">
                <a:srgbClr val="0095C4"/>
              </a:gs>
              <a:gs pos="45000">
                <a:srgbClr val="299B75"/>
              </a:gs>
              <a:gs pos="80000">
                <a:srgbClr val="61A30E"/>
              </a:gs>
            </a:gsLst>
            <a:lin ang="0" scaled="1"/>
          </a:gradFill>
          <a:ln w="0" cap="flat">
            <a:noFill/>
            <a:prstDash val="solid"/>
            <a:miter/>
          </a:ln>
        </p:spPr>
        <p:txBody>
          <a:bodyPr rtlCol="0" anchor="ctr"/>
          <a:lstStyle/>
          <a:p>
            <a:endParaRPr lang="en-US" dirty="0"/>
          </a:p>
        </p:txBody>
      </p:sp>
      <p:sp>
        <p:nvSpPr>
          <p:cNvPr id="34" name="page number">
            <a:extLst>
              <a:ext uri="{FF2B5EF4-FFF2-40B4-BE49-F238E27FC236}">
                <a16:creationId xmlns:a16="http://schemas.microsoft.com/office/drawing/2014/main" id="{81F6B6E3-D446-FF48-A968-0E6ED9485DE5}"/>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grpSp>
        <p:nvGrpSpPr>
          <p:cNvPr id="37" name="Graphic 8">
            <a:extLst>
              <a:ext uri="{FF2B5EF4-FFF2-40B4-BE49-F238E27FC236}">
                <a16:creationId xmlns:a16="http://schemas.microsoft.com/office/drawing/2014/main" id="{C621A2F7-988C-ED6D-1AAA-CEAF06253999}"/>
              </a:ext>
            </a:extLst>
          </p:cNvPr>
          <p:cNvGrpSpPr/>
          <p:nvPr userDrawn="1"/>
        </p:nvGrpSpPr>
        <p:grpSpPr>
          <a:xfrm>
            <a:off x="265625" y="6323271"/>
            <a:ext cx="1249223" cy="369648"/>
            <a:chOff x="265625" y="6323271"/>
            <a:chExt cx="1249223" cy="369648"/>
          </a:xfrm>
          <a:solidFill>
            <a:srgbClr val="000000"/>
          </a:solidFill>
        </p:grpSpPr>
        <p:grpSp>
          <p:nvGrpSpPr>
            <p:cNvPr id="38" name="Graphic 8">
              <a:extLst>
                <a:ext uri="{FF2B5EF4-FFF2-40B4-BE49-F238E27FC236}">
                  <a16:creationId xmlns:a16="http://schemas.microsoft.com/office/drawing/2014/main" id="{4A6ACE21-0A03-EC70-5DBC-8E24FC06ADF2}"/>
                </a:ext>
              </a:extLst>
            </p:cNvPr>
            <p:cNvGrpSpPr/>
            <p:nvPr/>
          </p:nvGrpSpPr>
          <p:grpSpPr>
            <a:xfrm>
              <a:off x="745455" y="6594444"/>
              <a:ext cx="722662" cy="98475"/>
              <a:chOff x="745455" y="6594444"/>
              <a:chExt cx="722662" cy="98475"/>
            </a:xfrm>
            <a:solidFill>
              <a:srgbClr val="000000"/>
            </a:solidFill>
          </p:grpSpPr>
          <p:sp>
            <p:nvSpPr>
              <p:cNvPr id="49" name="Freeform 48">
                <a:extLst>
                  <a:ext uri="{FF2B5EF4-FFF2-40B4-BE49-F238E27FC236}">
                    <a16:creationId xmlns:a16="http://schemas.microsoft.com/office/drawing/2014/main" id="{EE83912F-EA49-AA8F-3B48-225EEF2EA8BC}"/>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50" name="Freeform 49">
                <a:extLst>
                  <a:ext uri="{FF2B5EF4-FFF2-40B4-BE49-F238E27FC236}">
                    <a16:creationId xmlns:a16="http://schemas.microsoft.com/office/drawing/2014/main" id="{CCD1DC55-84B7-B92A-BCFA-DFC508914BD4}"/>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51" name="Freeform 50">
                <a:extLst>
                  <a:ext uri="{FF2B5EF4-FFF2-40B4-BE49-F238E27FC236}">
                    <a16:creationId xmlns:a16="http://schemas.microsoft.com/office/drawing/2014/main" id="{9C7F5544-2C4C-9EB4-BFC3-2118CC2F9BEA}"/>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52" name="Freeform 51">
                <a:extLst>
                  <a:ext uri="{FF2B5EF4-FFF2-40B4-BE49-F238E27FC236}">
                    <a16:creationId xmlns:a16="http://schemas.microsoft.com/office/drawing/2014/main" id="{8F4FBC32-8CCB-A8DE-008D-E983BC49C597}"/>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53" name="Freeform 52">
                <a:extLst>
                  <a:ext uri="{FF2B5EF4-FFF2-40B4-BE49-F238E27FC236}">
                    <a16:creationId xmlns:a16="http://schemas.microsoft.com/office/drawing/2014/main" id="{B4DB09DF-6B90-E805-64A1-73441DB3E36E}"/>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54" name="Freeform 53">
                <a:extLst>
                  <a:ext uri="{FF2B5EF4-FFF2-40B4-BE49-F238E27FC236}">
                    <a16:creationId xmlns:a16="http://schemas.microsoft.com/office/drawing/2014/main" id="{CE5B325E-5171-7178-FE92-B40E2F02AF4D}"/>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55" name="Freeform 54">
                <a:extLst>
                  <a:ext uri="{FF2B5EF4-FFF2-40B4-BE49-F238E27FC236}">
                    <a16:creationId xmlns:a16="http://schemas.microsoft.com/office/drawing/2014/main" id="{601EA8AE-D6A6-69F1-6D6F-08D9ABD7A248}"/>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56" name="Freeform 55">
                <a:extLst>
                  <a:ext uri="{FF2B5EF4-FFF2-40B4-BE49-F238E27FC236}">
                    <a16:creationId xmlns:a16="http://schemas.microsoft.com/office/drawing/2014/main" id="{313CAF36-8DCE-BF49-8252-4504197E4A92}"/>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57" name="Freeform 56">
                <a:extLst>
                  <a:ext uri="{FF2B5EF4-FFF2-40B4-BE49-F238E27FC236}">
                    <a16:creationId xmlns:a16="http://schemas.microsoft.com/office/drawing/2014/main" id="{53212E81-53F5-5829-40FB-278F96FDFA6C}"/>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58" name="Freeform 57">
                <a:extLst>
                  <a:ext uri="{FF2B5EF4-FFF2-40B4-BE49-F238E27FC236}">
                    <a16:creationId xmlns:a16="http://schemas.microsoft.com/office/drawing/2014/main" id="{3338560F-F08F-341E-96FD-FB179B1E8090}"/>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39" name="Graphic 8">
              <a:extLst>
                <a:ext uri="{FF2B5EF4-FFF2-40B4-BE49-F238E27FC236}">
                  <a16:creationId xmlns:a16="http://schemas.microsoft.com/office/drawing/2014/main" id="{DC09D6A6-FC34-3B36-E8EC-98961A5FA1BD}"/>
                </a:ext>
              </a:extLst>
            </p:cNvPr>
            <p:cNvGrpSpPr/>
            <p:nvPr/>
          </p:nvGrpSpPr>
          <p:grpSpPr>
            <a:xfrm>
              <a:off x="265625" y="6323271"/>
              <a:ext cx="1249223" cy="190348"/>
              <a:chOff x="265625" y="6323271"/>
              <a:chExt cx="1249223" cy="190348"/>
            </a:xfrm>
            <a:solidFill>
              <a:srgbClr val="000000"/>
            </a:solidFill>
          </p:grpSpPr>
          <p:sp>
            <p:nvSpPr>
              <p:cNvPr id="40" name="Freeform 39">
                <a:extLst>
                  <a:ext uri="{FF2B5EF4-FFF2-40B4-BE49-F238E27FC236}">
                    <a16:creationId xmlns:a16="http://schemas.microsoft.com/office/drawing/2014/main" id="{9CCE1282-066F-6767-9D2B-FE3B24B48F39}"/>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41" name="Freeform 40">
                <a:extLst>
                  <a:ext uri="{FF2B5EF4-FFF2-40B4-BE49-F238E27FC236}">
                    <a16:creationId xmlns:a16="http://schemas.microsoft.com/office/drawing/2014/main" id="{87A55781-F6F4-75D8-D30A-EFE0009E6C3A}"/>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42" name="Freeform 41">
                <a:extLst>
                  <a:ext uri="{FF2B5EF4-FFF2-40B4-BE49-F238E27FC236}">
                    <a16:creationId xmlns:a16="http://schemas.microsoft.com/office/drawing/2014/main" id="{06E5A16E-7654-E118-45E7-5CF8ECB9510D}"/>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43" name="Freeform 42">
                <a:extLst>
                  <a:ext uri="{FF2B5EF4-FFF2-40B4-BE49-F238E27FC236}">
                    <a16:creationId xmlns:a16="http://schemas.microsoft.com/office/drawing/2014/main" id="{5416A2B2-8CB4-B23D-B227-F3FAAF99834D}"/>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44" name="Freeform 43">
                <a:extLst>
                  <a:ext uri="{FF2B5EF4-FFF2-40B4-BE49-F238E27FC236}">
                    <a16:creationId xmlns:a16="http://schemas.microsoft.com/office/drawing/2014/main" id="{03A1E132-C6A0-D3F7-1605-AAC4E663D921}"/>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45" name="Freeform 44">
                <a:extLst>
                  <a:ext uri="{FF2B5EF4-FFF2-40B4-BE49-F238E27FC236}">
                    <a16:creationId xmlns:a16="http://schemas.microsoft.com/office/drawing/2014/main" id="{03331D7F-C33C-F017-A7E8-936854F6A83C}"/>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47" name="Freeform 46">
                <a:extLst>
                  <a:ext uri="{FF2B5EF4-FFF2-40B4-BE49-F238E27FC236}">
                    <a16:creationId xmlns:a16="http://schemas.microsoft.com/office/drawing/2014/main" id="{D1EAD065-3541-65E6-D334-D9E34E0883DA}"/>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
        <p:nvSpPr>
          <p:cNvPr id="3" name="TextBox 2">
            <a:extLst>
              <a:ext uri="{FF2B5EF4-FFF2-40B4-BE49-F238E27FC236}">
                <a16:creationId xmlns:a16="http://schemas.microsoft.com/office/drawing/2014/main" id="{A9A8E157-0B0B-6FF1-18E9-97BC0A1FEDB9}"/>
              </a:ext>
            </a:extLst>
          </p:cNvPr>
          <p:cNvSpPr txBox="1"/>
          <p:nvPr userDrawn="1"/>
        </p:nvSpPr>
        <p:spPr>
          <a:xfrm>
            <a:off x="1645084" y="6461498"/>
            <a:ext cx="3574697" cy="215444"/>
          </a:xfrm>
          <a:prstGeom prst="rect">
            <a:avLst/>
          </a:prstGeom>
          <a:noFill/>
        </p:spPr>
        <p:txBody>
          <a:bodyPr wrap="none" lIns="0" tIns="0" rIns="0" bIns="0" rtlCol="0">
            <a:spAutoFit/>
          </a:bodyPr>
          <a:lstStyle/>
          <a:p>
            <a:pPr algn="l">
              <a:lnSpc>
                <a:spcPct val="100000"/>
              </a:lnSpc>
            </a:pPr>
            <a:r>
              <a:rPr lang="en-US" sz="700" spc="0" baseline="0" dirty="0">
                <a:ln/>
                <a:solidFill>
                  <a:srgbClr val="000000"/>
                </a:solidFill>
                <a:latin typeface="+mn-lt"/>
                <a:sym typeface="Metropolis-Regular"/>
                <a:rtl val="0"/>
              </a:rPr>
              <a:t>Broadcom Proprietary and Confidential. Copyright © 2026 Broadcom.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700" spc="0" baseline="0" dirty="0">
                <a:ln/>
                <a:solidFill>
                  <a:srgbClr val="000000"/>
                </a:solidFill>
                <a:latin typeface="+mn-lt"/>
                <a:sym typeface="Metropolis-Regular"/>
                <a:rtl val="0"/>
              </a:rPr>
              <a:t>All Rights Reserved. The term “Broadcom” refers to Broadcom Inc. and/or its subsidiaries.</a:t>
            </a:r>
          </a:p>
        </p:txBody>
      </p:sp>
    </p:spTree>
    <p:extLst>
      <p:ext uri="{BB962C8B-B14F-4D97-AF65-F5344CB8AC3E}">
        <p14:creationId xmlns:p14="http://schemas.microsoft.com/office/powerpoint/2010/main" val="23029820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Quote – Aqua">
    <p:spTree>
      <p:nvGrpSpPr>
        <p:cNvPr id="1" name=""/>
        <p:cNvGrpSpPr/>
        <p:nvPr/>
      </p:nvGrpSpPr>
      <p:grpSpPr>
        <a:xfrm>
          <a:off x="0" y="0"/>
          <a:ext cx="0" cy="0"/>
          <a:chOff x="0" y="0"/>
          <a:chExt cx="0" cy="0"/>
        </a:xfrm>
      </p:grpSpPr>
      <p:sp>
        <p:nvSpPr>
          <p:cNvPr id="33" name="Freeform: Shape 1">
            <a:extLst>
              <a:ext uri="{FF2B5EF4-FFF2-40B4-BE49-F238E27FC236}">
                <a16:creationId xmlns:a16="http://schemas.microsoft.com/office/drawing/2014/main" id="{A2B10396-5330-52E9-6CAB-81B94A8222ED}"/>
              </a:ext>
            </a:extLst>
          </p:cNvPr>
          <p:cNvSpPr/>
          <p:nvPr userDrawn="1"/>
        </p:nvSpPr>
        <p:spPr>
          <a:xfrm>
            <a:off x="0" y="0"/>
            <a:ext cx="12188825" cy="6033051"/>
          </a:xfrm>
          <a:custGeom>
            <a:avLst/>
            <a:gdLst>
              <a:gd name="connsiteX0" fmla="*/ 0 w 12197292"/>
              <a:gd name="connsiteY0" fmla="*/ 0 h 6041519"/>
              <a:gd name="connsiteX1" fmla="*/ 12197292 w 12197292"/>
              <a:gd name="connsiteY1" fmla="*/ 0 h 6041519"/>
              <a:gd name="connsiteX2" fmla="*/ 12197292 w 12197292"/>
              <a:gd name="connsiteY2" fmla="*/ 1911192 h 6041519"/>
              <a:gd name="connsiteX3" fmla="*/ 11193762 w 12197292"/>
              <a:gd name="connsiteY3" fmla="*/ 1911192 h 6041519"/>
              <a:gd name="connsiteX4" fmla="*/ 10074486 w 12197292"/>
              <a:gd name="connsiteY4" fmla="*/ 2374782 h 6041519"/>
              <a:gd name="connsiteX5" fmla="*/ 6871338 w 12197292"/>
              <a:gd name="connsiteY5" fmla="*/ 5577930 h 6041519"/>
              <a:gd name="connsiteX6" fmla="*/ 5752064 w 12197292"/>
              <a:gd name="connsiteY6" fmla="*/ 6041519 h 6041519"/>
              <a:gd name="connsiteX7" fmla="*/ 0 w 12197292"/>
              <a:gd name="connsiteY7" fmla="*/ 6041519 h 6041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7292" h="6041519">
                <a:moveTo>
                  <a:pt x="0" y="0"/>
                </a:moveTo>
                <a:lnTo>
                  <a:pt x="12197292" y="0"/>
                </a:lnTo>
                <a:lnTo>
                  <a:pt x="12197292" y="1911192"/>
                </a:lnTo>
                <a:lnTo>
                  <a:pt x="11193762" y="1911192"/>
                </a:lnTo>
                <a:cubicBezTo>
                  <a:pt x="10773986" y="1911192"/>
                  <a:pt x="10371368" y="2077963"/>
                  <a:pt x="10074486" y="2374782"/>
                </a:cubicBezTo>
                <a:lnTo>
                  <a:pt x="6871338" y="5577930"/>
                </a:lnTo>
                <a:cubicBezTo>
                  <a:pt x="6574521" y="5874749"/>
                  <a:pt x="6171901" y="6041519"/>
                  <a:pt x="5752064" y="6041519"/>
                </a:cubicBezTo>
                <a:lnTo>
                  <a:pt x="0" y="6041519"/>
                </a:lnTo>
                <a:close/>
              </a:path>
            </a:pathLst>
          </a:custGeom>
          <a:solidFill>
            <a:schemeClr val="bg1"/>
          </a:solidFill>
          <a:ln w="0" cap="flat">
            <a:noFill/>
            <a:prstDash val="solid"/>
            <a:miter/>
          </a:ln>
          <a:effectLst/>
        </p:spPr>
        <p:txBody>
          <a:bodyPr rtlCol="0" anchor="ctr"/>
          <a:lstStyle/>
          <a:p>
            <a:pPr lvl="0"/>
            <a:endParaRPr lang="en-US" dirty="0"/>
          </a:p>
        </p:txBody>
      </p:sp>
      <p:sp>
        <p:nvSpPr>
          <p:cNvPr id="15" name="Freeform: Shape 14">
            <a:extLst>
              <a:ext uri="{FF2B5EF4-FFF2-40B4-BE49-F238E27FC236}">
                <a16:creationId xmlns:a16="http://schemas.microsoft.com/office/drawing/2014/main" id="{61B00066-9E85-96DD-B59A-251D959E616C}"/>
              </a:ext>
            </a:extLst>
          </p:cNvPr>
          <p:cNvSpPr/>
          <p:nvPr/>
        </p:nvSpPr>
        <p:spPr>
          <a:xfrm>
            <a:off x="-8466" y="1838847"/>
            <a:ext cx="12203641" cy="4206431"/>
          </a:xfrm>
          <a:custGeom>
            <a:avLst/>
            <a:gdLst>
              <a:gd name="connsiteX0" fmla="*/ 11193762 w 12203641"/>
              <a:gd name="connsiteY0" fmla="*/ 0 h 4206431"/>
              <a:gd name="connsiteX1" fmla="*/ 12203641 w 12203641"/>
              <a:gd name="connsiteY1" fmla="*/ 0 h 4206431"/>
              <a:gd name="connsiteX2" fmla="*/ 12203641 w 12203641"/>
              <a:gd name="connsiteY2" fmla="*/ 76041 h 4206431"/>
              <a:gd name="connsiteX3" fmla="*/ 11193825 w 12203641"/>
              <a:gd name="connsiteY3" fmla="*/ 76041 h 4206431"/>
              <a:gd name="connsiteX4" fmla="*/ 10074550 w 12203641"/>
              <a:gd name="connsiteY4" fmla="*/ 539630 h 4206431"/>
              <a:gd name="connsiteX5" fmla="*/ 6871401 w 12203641"/>
              <a:gd name="connsiteY5" fmla="*/ 3742842 h 4206431"/>
              <a:gd name="connsiteX6" fmla="*/ 5752127 w 12203641"/>
              <a:gd name="connsiteY6" fmla="*/ 4206431 h 4206431"/>
              <a:gd name="connsiteX7" fmla="*/ 0 w 12203641"/>
              <a:gd name="connsiteY7" fmla="*/ 4206431 h 4206431"/>
              <a:gd name="connsiteX8" fmla="*/ 0 w 12203641"/>
              <a:gd name="connsiteY8" fmla="*/ 4130391 h 4206431"/>
              <a:gd name="connsiteX9" fmla="*/ 5752127 w 12203641"/>
              <a:gd name="connsiteY9" fmla="*/ 4130391 h 4206431"/>
              <a:gd name="connsiteX10" fmla="*/ 6328796 w 12203641"/>
              <a:gd name="connsiteY10" fmla="*/ 4015665 h 4206431"/>
              <a:gd name="connsiteX11" fmla="*/ 6817648 w 12203641"/>
              <a:gd name="connsiteY11" fmla="*/ 3689025 h 4206431"/>
              <a:gd name="connsiteX12" fmla="*/ 10020795 w 12203641"/>
              <a:gd name="connsiteY12" fmla="*/ 485877 h 4206431"/>
              <a:gd name="connsiteX13" fmla="*/ 11193762 w 12203641"/>
              <a:gd name="connsiteY13" fmla="*/ 0 h 4206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203641" h="4206431">
                <a:moveTo>
                  <a:pt x="11193762" y="0"/>
                </a:moveTo>
                <a:lnTo>
                  <a:pt x="12203641" y="0"/>
                </a:lnTo>
                <a:lnTo>
                  <a:pt x="12203641" y="76041"/>
                </a:lnTo>
                <a:lnTo>
                  <a:pt x="11193825" y="76041"/>
                </a:lnTo>
                <a:cubicBezTo>
                  <a:pt x="10773986" y="76041"/>
                  <a:pt x="10371368" y="242812"/>
                  <a:pt x="10074550" y="539630"/>
                </a:cubicBezTo>
                <a:lnTo>
                  <a:pt x="6871401" y="3742842"/>
                </a:lnTo>
                <a:cubicBezTo>
                  <a:pt x="6574520" y="4039660"/>
                  <a:pt x="6171901" y="4206431"/>
                  <a:pt x="5752127" y="4206431"/>
                </a:cubicBezTo>
                <a:lnTo>
                  <a:pt x="0" y="4206431"/>
                </a:lnTo>
                <a:lnTo>
                  <a:pt x="0" y="4130391"/>
                </a:lnTo>
                <a:lnTo>
                  <a:pt x="5752127" y="4130391"/>
                </a:lnTo>
                <a:cubicBezTo>
                  <a:pt x="5950998" y="4130391"/>
                  <a:pt x="6145057" y="4091769"/>
                  <a:pt x="6328796" y="4015665"/>
                </a:cubicBezTo>
                <a:cubicBezTo>
                  <a:pt x="6512534" y="3939560"/>
                  <a:pt x="6677025" y="3829647"/>
                  <a:pt x="6817648" y="3689025"/>
                </a:cubicBezTo>
                <a:lnTo>
                  <a:pt x="10020795" y="485877"/>
                </a:lnTo>
                <a:cubicBezTo>
                  <a:pt x="10334077" y="172532"/>
                  <a:pt x="10750686" y="0"/>
                  <a:pt x="11193762" y="0"/>
                </a:cubicBezTo>
                <a:close/>
              </a:path>
            </a:pathLst>
          </a:custGeom>
          <a:gradFill>
            <a:gsLst>
              <a:gs pos="20000">
                <a:srgbClr val="0095C4"/>
              </a:gs>
              <a:gs pos="80000">
                <a:schemeClr val="accent2"/>
              </a:gs>
            </a:gsLst>
            <a:lin ang="0" scaled="1"/>
          </a:gradFill>
          <a:ln w="0" cap="flat">
            <a:noFill/>
            <a:prstDash val="solid"/>
            <a:miter/>
          </a:ln>
        </p:spPr>
        <p:txBody>
          <a:bodyPr rtlCol="0" anchor="ctr"/>
          <a:lstStyle/>
          <a:p>
            <a:endParaRPr lang="en-US" dirty="0"/>
          </a:p>
        </p:txBody>
      </p:sp>
      <p:sp>
        <p:nvSpPr>
          <p:cNvPr id="21" name="Text Placeholder 7">
            <a:extLst>
              <a:ext uri="{FF2B5EF4-FFF2-40B4-BE49-F238E27FC236}">
                <a16:creationId xmlns:a16="http://schemas.microsoft.com/office/drawing/2014/main" id="{608D3F09-D706-3940-8906-CE0F09AC4BB6}"/>
              </a:ext>
            </a:extLst>
          </p:cNvPr>
          <p:cNvSpPr>
            <a:spLocks noGrp="1"/>
          </p:cNvSpPr>
          <p:nvPr>
            <p:ph type="body" sz="quarter" idx="16" hasCustomPrompt="1"/>
          </p:nvPr>
        </p:nvSpPr>
        <p:spPr>
          <a:xfrm>
            <a:off x="438912" y="1600200"/>
            <a:ext cx="5413248" cy="3200400"/>
          </a:xfrm>
        </p:spPr>
        <p:txBody>
          <a:bodyPr anchor="b"/>
          <a:lstStyle>
            <a:lvl1pPr marL="169863" indent="-169863">
              <a:buClrTx/>
              <a:buSzPct val="100000"/>
              <a:buFont typeface="Metropolis" panose="00000500000000000000" pitchFamily="2" charset="0"/>
              <a:buChar char="“"/>
              <a:defRPr sz="2800">
                <a:solidFill>
                  <a:schemeClr val="accent2"/>
                </a:solidFill>
              </a:defRPr>
            </a:lvl1pPr>
            <a:lvl2pPr marL="457200" indent="-184150">
              <a:buClrTx/>
              <a:buFont typeface="Metropolis" panose="00000500000000000000" pitchFamily="2" charset="0"/>
              <a:buChar char="“"/>
              <a:defRPr>
                <a:solidFill>
                  <a:schemeClr val="bg1"/>
                </a:solidFill>
              </a:defRPr>
            </a:lvl2pPr>
            <a:lvl3pPr marL="744538" indent="-169863">
              <a:buClrTx/>
              <a:buFont typeface="Metropolis" panose="00000500000000000000" pitchFamily="2" charset="0"/>
              <a:buChar char="“"/>
              <a:defRPr>
                <a:solidFill>
                  <a:schemeClr val="bg1"/>
                </a:solidFill>
              </a:defRPr>
            </a:lvl3pPr>
            <a:lvl4pPr marL="969963" indent="-166688">
              <a:buClrTx/>
              <a:buFont typeface="Metropolis" panose="00000500000000000000" pitchFamily="2" charset="0"/>
              <a:buChar char="“"/>
              <a:defRPr>
                <a:solidFill>
                  <a:schemeClr val="bg1"/>
                </a:solidFill>
              </a:defRPr>
            </a:lvl4pPr>
            <a:lvl5pPr marL="1143000" indent="-138113">
              <a:buClrTx/>
              <a:buFont typeface="Metropolis" panose="00000500000000000000" pitchFamily="2" charset="0"/>
              <a:buChar char="“"/>
              <a:defRPr>
                <a:solidFill>
                  <a:schemeClr val="bg1"/>
                </a:solidFill>
              </a:defRPr>
            </a:lvl5pPr>
          </a:lstStyle>
          <a:p>
            <a:pPr lvl="0"/>
            <a:r>
              <a:rPr lang="en-US"/>
              <a:t>Quote text on left, blue parallelograms on the right.”</a:t>
            </a:r>
          </a:p>
        </p:txBody>
      </p:sp>
      <p:sp>
        <p:nvSpPr>
          <p:cNvPr id="19" name="Text Placeholder 10">
            <a:extLst>
              <a:ext uri="{FF2B5EF4-FFF2-40B4-BE49-F238E27FC236}">
                <a16:creationId xmlns:a16="http://schemas.microsoft.com/office/drawing/2014/main" id="{C1E51E88-6733-7942-B20E-2C56F8B2ED21}"/>
              </a:ext>
            </a:extLst>
          </p:cNvPr>
          <p:cNvSpPr>
            <a:spLocks noGrp="1"/>
          </p:cNvSpPr>
          <p:nvPr>
            <p:ph type="body" sz="quarter" idx="17" hasCustomPrompt="1"/>
          </p:nvPr>
        </p:nvSpPr>
        <p:spPr>
          <a:xfrm>
            <a:off x="612648" y="5065776"/>
            <a:ext cx="4581144" cy="274320"/>
          </a:xfrm>
        </p:spPr>
        <p:txBody>
          <a:bodyPr/>
          <a:lstStyle>
            <a:lvl1pPr marL="285750" indent="-285750">
              <a:defRPr lang="en-US" sz="1800" kern="1200" dirty="0">
                <a:solidFill>
                  <a:schemeClr val="tx1"/>
                </a:solidFill>
                <a:latin typeface="+mn-lt"/>
                <a:ea typeface="+mn-ea"/>
                <a:cs typeface="+mn-cs"/>
              </a:defRPr>
            </a:lvl1pPr>
          </a:lstStyle>
          <a:p>
            <a:pPr marL="0" lvl="0" indent="0" algn="l" defTabSz="914400" rtl="0" eaLnBrk="1" latinLnBrk="0" hangingPunct="1">
              <a:lnSpc>
                <a:spcPct val="100000"/>
              </a:lnSpc>
              <a:spcBef>
                <a:spcPts val="1200"/>
              </a:spcBef>
              <a:buClr>
                <a:schemeClr val="tx1">
                  <a:lumMod val="60000"/>
                  <a:lumOff val="40000"/>
                </a:schemeClr>
              </a:buClr>
              <a:buSzPct val="90000"/>
              <a:buFont typeface="Arial" panose="020B0604020202020204" pitchFamily="34" charset="0"/>
              <a:buChar char="​"/>
            </a:pPr>
            <a:r>
              <a:rPr lang="en-US" dirty="0"/>
              <a:t>Source Name</a:t>
            </a:r>
          </a:p>
        </p:txBody>
      </p:sp>
      <p:sp>
        <p:nvSpPr>
          <p:cNvPr id="11" name="Picture Placeholder 11" descr="logo placeholder: click to insert logo or delete box if not needed">
            <a:extLst>
              <a:ext uri="{FF2B5EF4-FFF2-40B4-BE49-F238E27FC236}">
                <a16:creationId xmlns:a16="http://schemas.microsoft.com/office/drawing/2014/main" id="{A92ABA6C-6064-9743-BF58-8AB21015448D}"/>
              </a:ext>
            </a:extLst>
          </p:cNvPr>
          <p:cNvSpPr>
            <a:spLocks noGrp="1"/>
          </p:cNvSpPr>
          <p:nvPr>
            <p:ph type="pic" sz="quarter" idx="4294967295" hasCustomPrompt="1"/>
          </p:nvPr>
        </p:nvSpPr>
        <p:spPr>
          <a:xfrm>
            <a:off x="8925484" y="4619335"/>
            <a:ext cx="2740025" cy="1371600"/>
          </a:xfrm>
        </p:spPr>
        <p:txBody>
          <a:bodyPr/>
          <a:lstStyle/>
          <a:p>
            <a:r>
              <a:rPr lang="en-US" dirty="0"/>
              <a:t>Click to insert logo or delete box if not needed</a:t>
            </a:r>
          </a:p>
        </p:txBody>
      </p:sp>
      <p:sp>
        <p:nvSpPr>
          <p:cNvPr id="17" name="page number">
            <a:extLst>
              <a:ext uri="{FF2B5EF4-FFF2-40B4-BE49-F238E27FC236}">
                <a16:creationId xmlns:a16="http://schemas.microsoft.com/office/drawing/2014/main" id="{DBC60254-9AEC-2A49-ABD6-870EE5B97F6C}"/>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grpSp>
        <p:nvGrpSpPr>
          <p:cNvPr id="5" name="Graphic 8">
            <a:extLst>
              <a:ext uri="{FF2B5EF4-FFF2-40B4-BE49-F238E27FC236}">
                <a16:creationId xmlns:a16="http://schemas.microsoft.com/office/drawing/2014/main" id="{B4758132-41E7-3AF2-6888-E57AAB57C2D4}"/>
              </a:ext>
            </a:extLst>
          </p:cNvPr>
          <p:cNvGrpSpPr/>
          <p:nvPr/>
        </p:nvGrpSpPr>
        <p:grpSpPr>
          <a:xfrm>
            <a:off x="265625" y="6323271"/>
            <a:ext cx="1249223" cy="369648"/>
            <a:chOff x="265625" y="6323271"/>
            <a:chExt cx="1249223" cy="369648"/>
          </a:xfrm>
          <a:solidFill>
            <a:srgbClr val="000000"/>
          </a:solidFill>
        </p:grpSpPr>
        <p:grpSp>
          <p:nvGrpSpPr>
            <p:cNvPr id="6" name="Graphic 8">
              <a:extLst>
                <a:ext uri="{FF2B5EF4-FFF2-40B4-BE49-F238E27FC236}">
                  <a16:creationId xmlns:a16="http://schemas.microsoft.com/office/drawing/2014/main" id="{841EEAAB-23AC-D47F-388D-63F547C46C21}"/>
                </a:ext>
              </a:extLst>
            </p:cNvPr>
            <p:cNvGrpSpPr/>
            <p:nvPr/>
          </p:nvGrpSpPr>
          <p:grpSpPr>
            <a:xfrm>
              <a:off x="745455" y="6594444"/>
              <a:ext cx="722662" cy="98475"/>
              <a:chOff x="745455" y="6594444"/>
              <a:chExt cx="722662" cy="98475"/>
            </a:xfrm>
            <a:solidFill>
              <a:srgbClr val="000000"/>
            </a:solidFill>
          </p:grpSpPr>
          <p:sp>
            <p:nvSpPr>
              <p:cNvPr id="20" name="Freeform 19">
                <a:extLst>
                  <a:ext uri="{FF2B5EF4-FFF2-40B4-BE49-F238E27FC236}">
                    <a16:creationId xmlns:a16="http://schemas.microsoft.com/office/drawing/2014/main" id="{839177EB-25CC-E79E-A327-2BF623A161BE}"/>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22" name="Freeform 21">
                <a:extLst>
                  <a:ext uri="{FF2B5EF4-FFF2-40B4-BE49-F238E27FC236}">
                    <a16:creationId xmlns:a16="http://schemas.microsoft.com/office/drawing/2014/main" id="{B93DD2BC-5C52-5195-64BD-BFCD915CF82D}"/>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25" name="Freeform 24">
                <a:extLst>
                  <a:ext uri="{FF2B5EF4-FFF2-40B4-BE49-F238E27FC236}">
                    <a16:creationId xmlns:a16="http://schemas.microsoft.com/office/drawing/2014/main" id="{C90A28C3-198B-4594-AB38-1CE30B5D0214}"/>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26" name="Freeform 25">
                <a:extLst>
                  <a:ext uri="{FF2B5EF4-FFF2-40B4-BE49-F238E27FC236}">
                    <a16:creationId xmlns:a16="http://schemas.microsoft.com/office/drawing/2014/main" id="{E0E9C1D5-3541-16BA-CEE1-D36FB913E531}"/>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27" name="Freeform 26">
                <a:extLst>
                  <a:ext uri="{FF2B5EF4-FFF2-40B4-BE49-F238E27FC236}">
                    <a16:creationId xmlns:a16="http://schemas.microsoft.com/office/drawing/2014/main" id="{77E6E0D3-D668-DC02-6C5C-D264C0A21A06}"/>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28" name="Freeform 27">
                <a:extLst>
                  <a:ext uri="{FF2B5EF4-FFF2-40B4-BE49-F238E27FC236}">
                    <a16:creationId xmlns:a16="http://schemas.microsoft.com/office/drawing/2014/main" id="{0E12C13F-B40E-0E62-F7DF-0FA5A72F12BC}"/>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29" name="Freeform 28">
                <a:extLst>
                  <a:ext uri="{FF2B5EF4-FFF2-40B4-BE49-F238E27FC236}">
                    <a16:creationId xmlns:a16="http://schemas.microsoft.com/office/drawing/2014/main" id="{67D0ED2A-A79A-EDD1-6128-A2BB3C970351}"/>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30" name="Freeform 29">
                <a:extLst>
                  <a:ext uri="{FF2B5EF4-FFF2-40B4-BE49-F238E27FC236}">
                    <a16:creationId xmlns:a16="http://schemas.microsoft.com/office/drawing/2014/main" id="{18F3992B-F766-6C32-DA41-32FB6C066B84}"/>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31" name="Freeform 30">
                <a:extLst>
                  <a:ext uri="{FF2B5EF4-FFF2-40B4-BE49-F238E27FC236}">
                    <a16:creationId xmlns:a16="http://schemas.microsoft.com/office/drawing/2014/main" id="{86DC7707-25A9-7955-BDAC-5DF1F39C7B34}"/>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32" name="Freeform 31">
                <a:extLst>
                  <a:ext uri="{FF2B5EF4-FFF2-40B4-BE49-F238E27FC236}">
                    <a16:creationId xmlns:a16="http://schemas.microsoft.com/office/drawing/2014/main" id="{83F4BF48-49F0-33A3-0F4E-FEADBAE31AC5}"/>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7" name="Graphic 8">
              <a:extLst>
                <a:ext uri="{FF2B5EF4-FFF2-40B4-BE49-F238E27FC236}">
                  <a16:creationId xmlns:a16="http://schemas.microsoft.com/office/drawing/2014/main" id="{9F293A06-D73B-D05A-23FE-FA9269E430A6}"/>
                </a:ext>
              </a:extLst>
            </p:cNvPr>
            <p:cNvGrpSpPr/>
            <p:nvPr/>
          </p:nvGrpSpPr>
          <p:grpSpPr>
            <a:xfrm>
              <a:off x="265625" y="6323271"/>
              <a:ext cx="1249223" cy="190348"/>
              <a:chOff x="265625" y="6323271"/>
              <a:chExt cx="1249223" cy="190348"/>
            </a:xfrm>
            <a:solidFill>
              <a:srgbClr val="000000"/>
            </a:solidFill>
          </p:grpSpPr>
          <p:sp>
            <p:nvSpPr>
              <p:cNvPr id="8" name="Freeform 7">
                <a:extLst>
                  <a:ext uri="{FF2B5EF4-FFF2-40B4-BE49-F238E27FC236}">
                    <a16:creationId xmlns:a16="http://schemas.microsoft.com/office/drawing/2014/main" id="{2E537BBB-F233-E0B1-8E78-2148B6BFDBBE}"/>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9" name="Freeform 8">
                <a:extLst>
                  <a:ext uri="{FF2B5EF4-FFF2-40B4-BE49-F238E27FC236}">
                    <a16:creationId xmlns:a16="http://schemas.microsoft.com/office/drawing/2014/main" id="{642831E7-C031-4A62-CFCB-77A23B83A3F0}"/>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10" name="Freeform 9">
                <a:extLst>
                  <a:ext uri="{FF2B5EF4-FFF2-40B4-BE49-F238E27FC236}">
                    <a16:creationId xmlns:a16="http://schemas.microsoft.com/office/drawing/2014/main" id="{59491B63-148F-0FC2-21A9-ABC99A899BCD}"/>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12" name="Freeform 11">
                <a:extLst>
                  <a:ext uri="{FF2B5EF4-FFF2-40B4-BE49-F238E27FC236}">
                    <a16:creationId xmlns:a16="http://schemas.microsoft.com/office/drawing/2014/main" id="{00C0482C-FE70-D0EB-BC58-46565B7E646F}"/>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13" name="Freeform 12">
                <a:extLst>
                  <a:ext uri="{FF2B5EF4-FFF2-40B4-BE49-F238E27FC236}">
                    <a16:creationId xmlns:a16="http://schemas.microsoft.com/office/drawing/2014/main" id="{BA9FFF7A-6D39-6D56-9C49-47587F5E2D5F}"/>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14" name="Freeform 13">
                <a:extLst>
                  <a:ext uri="{FF2B5EF4-FFF2-40B4-BE49-F238E27FC236}">
                    <a16:creationId xmlns:a16="http://schemas.microsoft.com/office/drawing/2014/main" id="{C4F1373C-9ED7-35FB-11BE-D84A18B28D66}"/>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18" name="Freeform 17">
                <a:extLst>
                  <a:ext uri="{FF2B5EF4-FFF2-40B4-BE49-F238E27FC236}">
                    <a16:creationId xmlns:a16="http://schemas.microsoft.com/office/drawing/2014/main" id="{7237885B-F058-C3AD-B633-20EEB1A8AE27}"/>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
        <p:nvSpPr>
          <p:cNvPr id="35" name="page number">
            <a:extLst>
              <a:ext uri="{FF2B5EF4-FFF2-40B4-BE49-F238E27FC236}">
                <a16:creationId xmlns:a16="http://schemas.microsoft.com/office/drawing/2014/main" id="{DBC60254-9AEC-2A49-ABD6-870EE5B97F6C}"/>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grpSp>
        <p:nvGrpSpPr>
          <p:cNvPr id="38" name="Graphic 8">
            <a:extLst>
              <a:ext uri="{FF2B5EF4-FFF2-40B4-BE49-F238E27FC236}">
                <a16:creationId xmlns:a16="http://schemas.microsoft.com/office/drawing/2014/main" id="{B4758132-41E7-3AF2-6888-E57AAB57C2D4}"/>
              </a:ext>
            </a:extLst>
          </p:cNvPr>
          <p:cNvGrpSpPr/>
          <p:nvPr userDrawn="1"/>
        </p:nvGrpSpPr>
        <p:grpSpPr>
          <a:xfrm>
            <a:off x="265625" y="6323271"/>
            <a:ext cx="1249223" cy="369648"/>
            <a:chOff x="265625" y="6323271"/>
            <a:chExt cx="1249223" cy="369648"/>
          </a:xfrm>
          <a:solidFill>
            <a:srgbClr val="000000"/>
          </a:solidFill>
        </p:grpSpPr>
        <p:grpSp>
          <p:nvGrpSpPr>
            <p:cNvPr id="39" name="Graphic 8">
              <a:extLst>
                <a:ext uri="{FF2B5EF4-FFF2-40B4-BE49-F238E27FC236}">
                  <a16:creationId xmlns:a16="http://schemas.microsoft.com/office/drawing/2014/main" id="{841EEAAB-23AC-D47F-388D-63F547C46C21}"/>
                </a:ext>
              </a:extLst>
            </p:cNvPr>
            <p:cNvGrpSpPr/>
            <p:nvPr/>
          </p:nvGrpSpPr>
          <p:grpSpPr>
            <a:xfrm>
              <a:off x="745455" y="6594444"/>
              <a:ext cx="722662" cy="98475"/>
              <a:chOff x="745455" y="6594444"/>
              <a:chExt cx="722662" cy="98475"/>
            </a:xfrm>
            <a:solidFill>
              <a:srgbClr val="000000"/>
            </a:solidFill>
          </p:grpSpPr>
          <p:sp>
            <p:nvSpPr>
              <p:cNvPr id="48" name="Freeform 47">
                <a:extLst>
                  <a:ext uri="{FF2B5EF4-FFF2-40B4-BE49-F238E27FC236}">
                    <a16:creationId xmlns:a16="http://schemas.microsoft.com/office/drawing/2014/main" id="{839177EB-25CC-E79E-A327-2BF623A161BE}"/>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49" name="Freeform 48">
                <a:extLst>
                  <a:ext uri="{FF2B5EF4-FFF2-40B4-BE49-F238E27FC236}">
                    <a16:creationId xmlns:a16="http://schemas.microsoft.com/office/drawing/2014/main" id="{B93DD2BC-5C52-5195-64BD-BFCD915CF82D}"/>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50" name="Freeform 49">
                <a:extLst>
                  <a:ext uri="{FF2B5EF4-FFF2-40B4-BE49-F238E27FC236}">
                    <a16:creationId xmlns:a16="http://schemas.microsoft.com/office/drawing/2014/main" id="{C90A28C3-198B-4594-AB38-1CE30B5D0214}"/>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51" name="Freeform 50">
                <a:extLst>
                  <a:ext uri="{FF2B5EF4-FFF2-40B4-BE49-F238E27FC236}">
                    <a16:creationId xmlns:a16="http://schemas.microsoft.com/office/drawing/2014/main" id="{E0E9C1D5-3541-16BA-CEE1-D36FB913E531}"/>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52" name="Freeform 51">
                <a:extLst>
                  <a:ext uri="{FF2B5EF4-FFF2-40B4-BE49-F238E27FC236}">
                    <a16:creationId xmlns:a16="http://schemas.microsoft.com/office/drawing/2014/main" id="{77E6E0D3-D668-DC02-6C5C-D264C0A21A06}"/>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53" name="Freeform 52">
                <a:extLst>
                  <a:ext uri="{FF2B5EF4-FFF2-40B4-BE49-F238E27FC236}">
                    <a16:creationId xmlns:a16="http://schemas.microsoft.com/office/drawing/2014/main" id="{0E12C13F-B40E-0E62-F7DF-0FA5A72F12BC}"/>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54" name="Freeform 53">
                <a:extLst>
                  <a:ext uri="{FF2B5EF4-FFF2-40B4-BE49-F238E27FC236}">
                    <a16:creationId xmlns:a16="http://schemas.microsoft.com/office/drawing/2014/main" id="{67D0ED2A-A79A-EDD1-6128-A2BB3C970351}"/>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55" name="Freeform 54">
                <a:extLst>
                  <a:ext uri="{FF2B5EF4-FFF2-40B4-BE49-F238E27FC236}">
                    <a16:creationId xmlns:a16="http://schemas.microsoft.com/office/drawing/2014/main" id="{18F3992B-F766-6C32-DA41-32FB6C066B84}"/>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56" name="Freeform 55">
                <a:extLst>
                  <a:ext uri="{FF2B5EF4-FFF2-40B4-BE49-F238E27FC236}">
                    <a16:creationId xmlns:a16="http://schemas.microsoft.com/office/drawing/2014/main" id="{86DC7707-25A9-7955-BDAC-5DF1F39C7B34}"/>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57" name="Freeform 56">
                <a:extLst>
                  <a:ext uri="{FF2B5EF4-FFF2-40B4-BE49-F238E27FC236}">
                    <a16:creationId xmlns:a16="http://schemas.microsoft.com/office/drawing/2014/main" id="{83F4BF48-49F0-33A3-0F4E-FEADBAE31AC5}"/>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40" name="Graphic 8">
              <a:extLst>
                <a:ext uri="{FF2B5EF4-FFF2-40B4-BE49-F238E27FC236}">
                  <a16:creationId xmlns:a16="http://schemas.microsoft.com/office/drawing/2014/main" id="{9F293A06-D73B-D05A-23FE-FA9269E430A6}"/>
                </a:ext>
              </a:extLst>
            </p:cNvPr>
            <p:cNvGrpSpPr/>
            <p:nvPr/>
          </p:nvGrpSpPr>
          <p:grpSpPr>
            <a:xfrm>
              <a:off x="265625" y="6323271"/>
              <a:ext cx="1249223" cy="190348"/>
              <a:chOff x="265625" y="6323271"/>
              <a:chExt cx="1249223" cy="190348"/>
            </a:xfrm>
            <a:solidFill>
              <a:srgbClr val="000000"/>
            </a:solidFill>
          </p:grpSpPr>
          <p:sp>
            <p:nvSpPr>
              <p:cNvPr id="41" name="Freeform 40">
                <a:extLst>
                  <a:ext uri="{FF2B5EF4-FFF2-40B4-BE49-F238E27FC236}">
                    <a16:creationId xmlns:a16="http://schemas.microsoft.com/office/drawing/2014/main" id="{2E537BBB-F233-E0B1-8E78-2148B6BFDBBE}"/>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42" name="Freeform 41">
                <a:extLst>
                  <a:ext uri="{FF2B5EF4-FFF2-40B4-BE49-F238E27FC236}">
                    <a16:creationId xmlns:a16="http://schemas.microsoft.com/office/drawing/2014/main" id="{642831E7-C031-4A62-CFCB-77A23B83A3F0}"/>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43" name="Freeform 42">
                <a:extLst>
                  <a:ext uri="{FF2B5EF4-FFF2-40B4-BE49-F238E27FC236}">
                    <a16:creationId xmlns:a16="http://schemas.microsoft.com/office/drawing/2014/main" id="{59491B63-148F-0FC2-21A9-ABC99A899BCD}"/>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44" name="Freeform 43">
                <a:extLst>
                  <a:ext uri="{FF2B5EF4-FFF2-40B4-BE49-F238E27FC236}">
                    <a16:creationId xmlns:a16="http://schemas.microsoft.com/office/drawing/2014/main" id="{00C0482C-FE70-D0EB-BC58-46565B7E646F}"/>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45" name="Freeform 44">
                <a:extLst>
                  <a:ext uri="{FF2B5EF4-FFF2-40B4-BE49-F238E27FC236}">
                    <a16:creationId xmlns:a16="http://schemas.microsoft.com/office/drawing/2014/main" id="{BA9FFF7A-6D39-6D56-9C49-47587F5E2D5F}"/>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46" name="Freeform 45">
                <a:extLst>
                  <a:ext uri="{FF2B5EF4-FFF2-40B4-BE49-F238E27FC236}">
                    <a16:creationId xmlns:a16="http://schemas.microsoft.com/office/drawing/2014/main" id="{C4F1373C-9ED7-35FB-11BE-D84A18B28D66}"/>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47" name="Freeform 46">
                <a:extLst>
                  <a:ext uri="{FF2B5EF4-FFF2-40B4-BE49-F238E27FC236}">
                    <a16:creationId xmlns:a16="http://schemas.microsoft.com/office/drawing/2014/main" id="{7237885B-F058-C3AD-B633-20EEB1A8AE27}"/>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
        <p:nvSpPr>
          <p:cNvPr id="3" name="TextBox 2">
            <a:extLst>
              <a:ext uri="{FF2B5EF4-FFF2-40B4-BE49-F238E27FC236}">
                <a16:creationId xmlns:a16="http://schemas.microsoft.com/office/drawing/2014/main" id="{F067D46B-3BAF-FC5E-6BBB-503B5B6BCA1C}"/>
              </a:ext>
            </a:extLst>
          </p:cNvPr>
          <p:cNvSpPr txBox="1"/>
          <p:nvPr userDrawn="1"/>
        </p:nvSpPr>
        <p:spPr>
          <a:xfrm>
            <a:off x="1645084" y="6461498"/>
            <a:ext cx="3574697" cy="215444"/>
          </a:xfrm>
          <a:prstGeom prst="rect">
            <a:avLst/>
          </a:prstGeom>
          <a:noFill/>
        </p:spPr>
        <p:txBody>
          <a:bodyPr wrap="none" lIns="0" tIns="0" rIns="0" bIns="0" rtlCol="0">
            <a:spAutoFit/>
          </a:bodyPr>
          <a:lstStyle/>
          <a:p>
            <a:pPr algn="l">
              <a:lnSpc>
                <a:spcPct val="100000"/>
              </a:lnSpc>
            </a:pPr>
            <a:r>
              <a:rPr lang="en-US" sz="700" spc="0" baseline="0" dirty="0">
                <a:ln/>
                <a:solidFill>
                  <a:srgbClr val="000000"/>
                </a:solidFill>
                <a:latin typeface="+mn-lt"/>
                <a:sym typeface="Metropolis-Regular"/>
                <a:rtl val="0"/>
              </a:rPr>
              <a:t>Broadcom Proprietary and Confidential. Copyright © 2026 Broadcom.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700" spc="0" baseline="0" dirty="0">
                <a:ln/>
                <a:solidFill>
                  <a:srgbClr val="000000"/>
                </a:solidFill>
                <a:latin typeface="+mn-lt"/>
                <a:sym typeface="Metropolis-Regular"/>
                <a:rtl val="0"/>
              </a:rPr>
              <a:t>All Rights Reserved. The term “Broadcom” refers to Broadcom Inc. and/or its subsidiaries.</a:t>
            </a:r>
          </a:p>
        </p:txBody>
      </p:sp>
    </p:spTree>
    <p:extLst>
      <p:ext uri="{BB962C8B-B14F-4D97-AF65-F5344CB8AC3E}">
        <p14:creationId xmlns:p14="http://schemas.microsoft.com/office/powerpoint/2010/main" val="11960271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 Plum">
    <p:spTree>
      <p:nvGrpSpPr>
        <p:cNvPr id="1" name=""/>
        <p:cNvGrpSpPr/>
        <p:nvPr/>
      </p:nvGrpSpPr>
      <p:grpSpPr>
        <a:xfrm>
          <a:off x="0" y="0"/>
          <a:ext cx="0" cy="0"/>
          <a:chOff x="0" y="0"/>
          <a:chExt cx="0" cy="0"/>
        </a:xfrm>
      </p:grpSpPr>
      <p:sp>
        <p:nvSpPr>
          <p:cNvPr id="3" name="Freeform: Shape 2">
            <a:extLst>
              <a:ext uri="{FF2B5EF4-FFF2-40B4-BE49-F238E27FC236}">
                <a16:creationId xmlns:a16="http://schemas.microsoft.com/office/drawing/2014/main" id="{5791E300-9585-C59E-EED2-EB5190E58F2C}"/>
              </a:ext>
            </a:extLst>
          </p:cNvPr>
          <p:cNvSpPr/>
          <p:nvPr/>
        </p:nvSpPr>
        <p:spPr>
          <a:xfrm>
            <a:off x="-8466" y="1838847"/>
            <a:ext cx="12203641" cy="4206431"/>
          </a:xfrm>
          <a:custGeom>
            <a:avLst/>
            <a:gdLst>
              <a:gd name="connsiteX0" fmla="*/ 11193762 w 12203641"/>
              <a:gd name="connsiteY0" fmla="*/ 0 h 4206431"/>
              <a:gd name="connsiteX1" fmla="*/ 12203641 w 12203641"/>
              <a:gd name="connsiteY1" fmla="*/ 0 h 4206431"/>
              <a:gd name="connsiteX2" fmla="*/ 12203641 w 12203641"/>
              <a:gd name="connsiteY2" fmla="*/ 76041 h 4206431"/>
              <a:gd name="connsiteX3" fmla="*/ 11193825 w 12203641"/>
              <a:gd name="connsiteY3" fmla="*/ 76041 h 4206431"/>
              <a:gd name="connsiteX4" fmla="*/ 10074550 w 12203641"/>
              <a:gd name="connsiteY4" fmla="*/ 539630 h 4206431"/>
              <a:gd name="connsiteX5" fmla="*/ 6871401 w 12203641"/>
              <a:gd name="connsiteY5" fmla="*/ 3742842 h 4206431"/>
              <a:gd name="connsiteX6" fmla="*/ 5752127 w 12203641"/>
              <a:gd name="connsiteY6" fmla="*/ 4206431 h 4206431"/>
              <a:gd name="connsiteX7" fmla="*/ 0 w 12203641"/>
              <a:gd name="connsiteY7" fmla="*/ 4206431 h 4206431"/>
              <a:gd name="connsiteX8" fmla="*/ 0 w 12203641"/>
              <a:gd name="connsiteY8" fmla="*/ 4130391 h 4206431"/>
              <a:gd name="connsiteX9" fmla="*/ 5752127 w 12203641"/>
              <a:gd name="connsiteY9" fmla="*/ 4130391 h 4206431"/>
              <a:gd name="connsiteX10" fmla="*/ 6328796 w 12203641"/>
              <a:gd name="connsiteY10" fmla="*/ 4015665 h 4206431"/>
              <a:gd name="connsiteX11" fmla="*/ 6817648 w 12203641"/>
              <a:gd name="connsiteY11" fmla="*/ 3689025 h 4206431"/>
              <a:gd name="connsiteX12" fmla="*/ 10020795 w 12203641"/>
              <a:gd name="connsiteY12" fmla="*/ 485877 h 4206431"/>
              <a:gd name="connsiteX13" fmla="*/ 11193762 w 12203641"/>
              <a:gd name="connsiteY13" fmla="*/ 0 h 4206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203641" h="4206431">
                <a:moveTo>
                  <a:pt x="11193762" y="0"/>
                </a:moveTo>
                <a:lnTo>
                  <a:pt x="12203641" y="0"/>
                </a:lnTo>
                <a:lnTo>
                  <a:pt x="12203641" y="76041"/>
                </a:lnTo>
                <a:lnTo>
                  <a:pt x="11193825" y="76041"/>
                </a:lnTo>
                <a:cubicBezTo>
                  <a:pt x="10773986" y="76041"/>
                  <a:pt x="10371368" y="242812"/>
                  <a:pt x="10074550" y="539630"/>
                </a:cubicBezTo>
                <a:lnTo>
                  <a:pt x="6871401" y="3742842"/>
                </a:lnTo>
                <a:cubicBezTo>
                  <a:pt x="6574520" y="4039660"/>
                  <a:pt x="6171901" y="4206431"/>
                  <a:pt x="5752127" y="4206431"/>
                </a:cubicBezTo>
                <a:lnTo>
                  <a:pt x="0" y="4206431"/>
                </a:lnTo>
                <a:lnTo>
                  <a:pt x="0" y="4130391"/>
                </a:lnTo>
                <a:lnTo>
                  <a:pt x="5752127" y="4130391"/>
                </a:lnTo>
                <a:cubicBezTo>
                  <a:pt x="5950998" y="4130391"/>
                  <a:pt x="6145057" y="4091769"/>
                  <a:pt x="6328796" y="4015665"/>
                </a:cubicBezTo>
                <a:cubicBezTo>
                  <a:pt x="6512534" y="3939560"/>
                  <a:pt x="6677025" y="3829647"/>
                  <a:pt x="6817648" y="3689025"/>
                </a:cubicBezTo>
                <a:lnTo>
                  <a:pt x="10020795" y="485877"/>
                </a:lnTo>
                <a:cubicBezTo>
                  <a:pt x="10334077" y="172532"/>
                  <a:pt x="10750686" y="0"/>
                  <a:pt x="11193762" y="0"/>
                </a:cubicBezTo>
                <a:close/>
              </a:path>
            </a:pathLst>
          </a:custGeom>
          <a:gradFill>
            <a:gsLst>
              <a:gs pos="20000">
                <a:srgbClr val="0095C4"/>
              </a:gs>
              <a:gs pos="90000">
                <a:schemeClr val="accent5"/>
              </a:gs>
            </a:gsLst>
            <a:lin ang="0" scaled="1"/>
          </a:gradFill>
          <a:ln w="0" cap="flat">
            <a:noFill/>
            <a:prstDash val="solid"/>
            <a:miter/>
          </a:ln>
        </p:spPr>
        <p:txBody>
          <a:bodyPr rtlCol="0" anchor="ctr"/>
          <a:lstStyle/>
          <a:p>
            <a:endParaRPr lang="en-US" dirty="0"/>
          </a:p>
        </p:txBody>
      </p:sp>
      <p:sp>
        <p:nvSpPr>
          <p:cNvPr id="21" name="Text Placeholder 7">
            <a:extLst>
              <a:ext uri="{FF2B5EF4-FFF2-40B4-BE49-F238E27FC236}">
                <a16:creationId xmlns:a16="http://schemas.microsoft.com/office/drawing/2014/main" id="{608D3F09-D706-3940-8906-CE0F09AC4BB6}"/>
              </a:ext>
            </a:extLst>
          </p:cNvPr>
          <p:cNvSpPr>
            <a:spLocks noGrp="1"/>
          </p:cNvSpPr>
          <p:nvPr>
            <p:ph type="body" sz="quarter" idx="16" hasCustomPrompt="1"/>
          </p:nvPr>
        </p:nvSpPr>
        <p:spPr>
          <a:xfrm>
            <a:off x="438912" y="1600200"/>
            <a:ext cx="5462158" cy="3200400"/>
          </a:xfrm>
        </p:spPr>
        <p:txBody>
          <a:bodyPr anchor="b"/>
          <a:lstStyle>
            <a:lvl1pPr marL="169863" indent="-169863">
              <a:buClrTx/>
              <a:buSzPct val="100000"/>
              <a:buFont typeface="Metropolis" panose="00000500000000000000" pitchFamily="2" charset="0"/>
              <a:buChar char="“"/>
              <a:defRPr sz="2800">
                <a:solidFill>
                  <a:schemeClr val="accent2"/>
                </a:solidFill>
              </a:defRPr>
            </a:lvl1pPr>
            <a:lvl2pPr marL="457200" indent="-184150">
              <a:buClrTx/>
              <a:buFont typeface="Metropolis" panose="00000500000000000000" pitchFamily="2" charset="0"/>
              <a:buChar char="“"/>
              <a:defRPr>
                <a:solidFill>
                  <a:schemeClr val="bg1"/>
                </a:solidFill>
              </a:defRPr>
            </a:lvl2pPr>
            <a:lvl3pPr marL="744538" indent="-169863">
              <a:buClrTx/>
              <a:buFont typeface="Metropolis" panose="00000500000000000000" pitchFamily="2" charset="0"/>
              <a:buChar char="“"/>
              <a:defRPr>
                <a:solidFill>
                  <a:schemeClr val="bg1"/>
                </a:solidFill>
              </a:defRPr>
            </a:lvl3pPr>
            <a:lvl4pPr marL="969963" indent="-166688">
              <a:buClrTx/>
              <a:buFont typeface="Metropolis" panose="00000500000000000000" pitchFamily="2" charset="0"/>
              <a:buChar char="“"/>
              <a:defRPr>
                <a:solidFill>
                  <a:schemeClr val="bg1"/>
                </a:solidFill>
              </a:defRPr>
            </a:lvl4pPr>
            <a:lvl5pPr marL="1143000" indent="-138113">
              <a:buClrTx/>
              <a:buFont typeface="Metropolis" panose="00000500000000000000" pitchFamily="2" charset="0"/>
              <a:buChar char="“"/>
              <a:defRPr>
                <a:solidFill>
                  <a:schemeClr val="bg1"/>
                </a:solidFill>
              </a:defRPr>
            </a:lvl5pPr>
          </a:lstStyle>
          <a:p>
            <a:pPr lvl="0"/>
            <a:r>
              <a:rPr lang="en-US"/>
              <a:t>Quote text on left, purple parallelograms on the right.”</a:t>
            </a:r>
          </a:p>
        </p:txBody>
      </p:sp>
      <p:sp>
        <p:nvSpPr>
          <p:cNvPr id="19" name="Text Placeholder 10">
            <a:extLst>
              <a:ext uri="{FF2B5EF4-FFF2-40B4-BE49-F238E27FC236}">
                <a16:creationId xmlns:a16="http://schemas.microsoft.com/office/drawing/2014/main" id="{C1E51E88-6733-7942-B20E-2C56F8B2ED21}"/>
              </a:ext>
            </a:extLst>
          </p:cNvPr>
          <p:cNvSpPr>
            <a:spLocks noGrp="1"/>
          </p:cNvSpPr>
          <p:nvPr>
            <p:ph type="body" sz="quarter" idx="17" hasCustomPrompt="1"/>
          </p:nvPr>
        </p:nvSpPr>
        <p:spPr>
          <a:xfrm>
            <a:off x="612648" y="5065776"/>
            <a:ext cx="4581144" cy="274320"/>
          </a:xfrm>
        </p:spPr>
        <p:txBody>
          <a:bodyPr/>
          <a:lstStyle>
            <a:lvl1pPr marL="285750" indent="-285750">
              <a:defRPr lang="en-US" sz="1800" kern="1200" dirty="0">
                <a:solidFill>
                  <a:schemeClr val="tx1"/>
                </a:solidFill>
                <a:latin typeface="+mn-lt"/>
                <a:ea typeface="+mn-ea"/>
                <a:cs typeface="+mn-cs"/>
              </a:defRPr>
            </a:lvl1pPr>
          </a:lstStyle>
          <a:p>
            <a:pPr marL="0" lvl="0" indent="0" algn="l" defTabSz="914400" rtl="0" eaLnBrk="1" latinLnBrk="0" hangingPunct="1">
              <a:lnSpc>
                <a:spcPct val="100000"/>
              </a:lnSpc>
              <a:spcBef>
                <a:spcPts val="1200"/>
              </a:spcBef>
              <a:buClr>
                <a:schemeClr val="tx1">
                  <a:lumMod val="60000"/>
                  <a:lumOff val="40000"/>
                </a:schemeClr>
              </a:buClr>
              <a:buSzPct val="90000"/>
              <a:buFont typeface="Arial" panose="020B0604020202020204" pitchFamily="34" charset="0"/>
              <a:buChar char="​"/>
            </a:pPr>
            <a:r>
              <a:rPr lang="en-US" dirty="0"/>
              <a:t>Source Name</a:t>
            </a:r>
          </a:p>
        </p:txBody>
      </p:sp>
      <p:sp>
        <p:nvSpPr>
          <p:cNvPr id="11" name="Picture Placeholder 11" descr="logo placeholder: click to insert logo or delete box if not needed">
            <a:extLst>
              <a:ext uri="{FF2B5EF4-FFF2-40B4-BE49-F238E27FC236}">
                <a16:creationId xmlns:a16="http://schemas.microsoft.com/office/drawing/2014/main" id="{953CF3A7-833E-B042-A405-AB46430C4476}"/>
              </a:ext>
            </a:extLst>
          </p:cNvPr>
          <p:cNvSpPr>
            <a:spLocks noGrp="1"/>
          </p:cNvSpPr>
          <p:nvPr>
            <p:ph type="pic" sz="quarter" idx="4294967295" hasCustomPrompt="1"/>
          </p:nvPr>
        </p:nvSpPr>
        <p:spPr>
          <a:xfrm>
            <a:off x="8925484" y="4619335"/>
            <a:ext cx="2740025" cy="1371600"/>
          </a:xfrm>
        </p:spPr>
        <p:txBody>
          <a:bodyPr/>
          <a:lstStyle/>
          <a:p>
            <a:r>
              <a:rPr lang="en-US" dirty="0"/>
              <a:t>Click to insert logo or delete box if not needed</a:t>
            </a:r>
          </a:p>
        </p:txBody>
      </p:sp>
      <p:sp>
        <p:nvSpPr>
          <p:cNvPr id="17" name="page number">
            <a:extLst>
              <a:ext uri="{FF2B5EF4-FFF2-40B4-BE49-F238E27FC236}">
                <a16:creationId xmlns:a16="http://schemas.microsoft.com/office/drawing/2014/main" id="{D03B3F1E-BEE4-0C40-B954-F58A7FCE9AE3}"/>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grpSp>
        <p:nvGrpSpPr>
          <p:cNvPr id="7" name="Graphic 8">
            <a:extLst>
              <a:ext uri="{FF2B5EF4-FFF2-40B4-BE49-F238E27FC236}">
                <a16:creationId xmlns:a16="http://schemas.microsoft.com/office/drawing/2014/main" id="{47818FA4-8AE2-A4B0-1EE8-9FE4A6BDD41B}"/>
              </a:ext>
            </a:extLst>
          </p:cNvPr>
          <p:cNvGrpSpPr/>
          <p:nvPr/>
        </p:nvGrpSpPr>
        <p:grpSpPr>
          <a:xfrm>
            <a:off x="265625" y="6323271"/>
            <a:ext cx="1249223" cy="369648"/>
            <a:chOff x="265625" y="6323271"/>
            <a:chExt cx="1249223" cy="369648"/>
          </a:xfrm>
          <a:solidFill>
            <a:srgbClr val="000000"/>
          </a:solidFill>
        </p:grpSpPr>
        <p:grpSp>
          <p:nvGrpSpPr>
            <p:cNvPr id="8" name="Graphic 8">
              <a:extLst>
                <a:ext uri="{FF2B5EF4-FFF2-40B4-BE49-F238E27FC236}">
                  <a16:creationId xmlns:a16="http://schemas.microsoft.com/office/drawing/2014/main" id="{906FE88E-54E3-F8F3-4AD1-B3FBBC7E3CA3}"/>
                </a:ext>
              </a:extLst>
            </p:cNvPr>
            <p:cNvGrpSpPr/>
            <p:nvPr/>
          </p:nvGrpSpPr>
          <p:grpSpPr>
            <a:xfrm>
              <a:off x="745455" y="6594444"/>
              <a:ext cx="722662" cy="98475"/>
              <a:chOff x="745455" y="6594444"/>
              <a:chExt cx="722662" cy="98475"/>
            </a:xfrm>
            <a:solidFill>
              <a:srgbClr val="000000"/>
            </a:solidFill>
          </p:grpSpPr>
          <p:sp>
            <p:nvSpPr>
              <p:cNvPr id="25" name="Freeform 24">
                <a:extLst>
                  <a:ext uri="{FF2B5EF4-FFF2-40B4-BE49-F238E27FC236}">
                    <a16:creationId xmlns:a16="http://schemas.microsoft.com/office/drawing/2014/main" id="{54A0F722-B555-E2A4-6E62-A0DD337E8B5C}"/>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26" name="Freeform 25">
                <a:extLst>
                  <a:ext uri="{FF2B5EF4-FFF2-40B4-BE49-F238E27FC236}">
                    <a16:creationId xmlns:a16="http://schemas.microsoft.com/office/drawing/2014/main" id="{CE114C9D-2007-BC9E-F8AA-887AAF26A734}"/>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27" name="Freeform 26">
                <a:extLst>
                  <a:ext uri="{FF2B5EF4-FFF2-40B4-BE49-F238E27FC236}">
                    <a16:creationId xmlns:a16="http://schemas.microsoft.com/office/drawing/2014/main" id="{30CB1C40-B903-28F3-C47C-EE2DF741FB96}"/>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28" name="Freeform 27">
                <a:extLst>
                  <a:ext uri="{FF2B5EF4-FFF2-40B4-BE49-F238E27FC236}">
                    <a16:creationId xmlns:a16="http://schemas.microsoft.com/office/drawing/2014/main" id="{5F87C1F4-D1C4-5FD0-7410-12E7D3F9CF61}"/>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29" name="Freeform 28">
                <a:extLst>
                  <a:ext uri="{FF2B5EF4-FFF2-40B4-BE49-F238E27FC236}">
                    <a16:creationId xmlns:a16="http://schemas.microsoft.com/office/drawing/2014/main" id="{E2B126C2-3690-5E26-6606-DC917F25582A}"/>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30" name="Freeform 29">
                <a:extLst>
                  <a:ext uri="{FF2B5EF4-FFF2-40B4-BE49-F238E27FC236}">
                    <a16:creationId xmlns:a16="http://schemas.microsoft.com/office/drawing/2014/main" id="{608446EC-DFFD-44E5-1C5F-06F1ADF8E18C}"/>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31" name="Freeform 30">
                <a:extLst>
                  <a:ext uri="{FF2B5EF4-FFF2-40B4-BE49-F238E27FC236}">
                    <a16:creationId xmlns:a16="http://schemas.microsoft.com/office/drawing/2014/main" id="{4D0F02A7-67C9-E3C0-51B8-692EC9B9B966}"/>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32" name="Freeform 31">
                <a:extLst>
                  <a:ext uri="{FF2B5EF4-FFF2-40B4-BE49-F238E27FC236}">
                    <a16:creationId xmlns:a16="http://schemas.microsoft.com/office/drawing/2014/main" id="{6865D6C8-4059-8F52-0699-D70C865CD04D}"/>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33" name="Freeform 32">
                <a:extLst>
                  <a:ext uri="{FF2B5EF4-FFF2-40B4-BE49-F238E27FC236}">
                    <a16:creationId xmlns:a16="http://schemas.microsoft.com/office/drawing/2014/main" id="{7EA55EE1-6F19-AA1B-CC75-7F97E97AAA97}"/>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34" name="Freeform 33">
                <a:extLst>
                  <a:ext uri="{FF2B5EF4-FFF2-40B4-BE49-F238E27FC236}">
                    <a16:creationId xmlns:a16="http://schemas.microsoft.com/office/drawing/2014/main" id="{CEA15FB2-7F2D-EC93-1A40-74348B9A6E0D}"/>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9" name="Graphic 8">
              <a:extLst>
                <a:ext uri="{FF2B5EF4-FFF2-40B4-BE49-F238E27FC236}">
                  <a16:creationId xmlns:a16="http://schemas.microsoft.com/office/drawing/2014/main" id="{8DA67385-AEE0-35D7-24E9-3A1C9A997AB6}"/>
                </a:ext>
              </a:extLst>
            </p:cNvPr>
            <p:cNvGrpSpPr/>
            <p:nvPr/>
          </p:nvGrpSpPr>
          <p:grpSpPr>
            <a:xfrm>
              <a:off x="265625" y="6323271"/>
              <a:ext cx="1249223" cy="190348"/>
              <a:chOff x="265625" y="6323271"/>
              <a:chExt cx="1249223" cy="190348"/>
            </a:xfrm>
            <a:solidFill>
              <a:srgbClr val="000000"/>
            </a:solidFill>
          </p:grpSpPr>
          <p:sp>
            <p:nvSpPr>
              <p:cNvPr id="10" name="Freeform 9">
                <a:extLst>
                  <a:ext uri="{FF2B5EF4-FFF2-40B4-BE49-F238E27FC236}">
                    <a16:creationId xmlns:a16="http://schemas.microsoft.com/office/drawing/2014/main" id="{E140BF28-9D00-E372-4C58-192831AB25B7}"/>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12" name="Freeform 11">
                <a:extLst>
                  <a:ext uri="{FF2B5EF4-FFF2-40B4-BE49-F238E27FC236}">
                    <a16:creationId xmlns:a16="http://schemas.microsoft.com/office/drawing/2014/main" id="{9502AFFA-C636-75B6-47E4-75665F32F63A}"/>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13" name="Freeform 12">
                <a:extLst>
                  <a:ext uri="{FF2B5EF4-FFF2-40B4-BE49-F238E27FC236}">
                    <a16:creationId xmlns:a16="http://schemas.microsoft.com/office/drawing/2014/main" id="{255A0F95-5DB1-12F9-464F-DAACA1FAD4F0}"/>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14" name="Freeform 13">
                <a:extLst>
                  <a:ext uri="{FF2B5EF4-FFF2-40B4-BE49-F238E27FC236}">
                    <a16:creationId xmlns:a16="http://schemas.microsoft.com/office/drawing/2014/main" id="{E6E8C204-FC1F-FDD2-FE85-ED3286B80D6E}"/>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18" name="Freeform 17">
                <a:extLst>
                  <a:ext uri="{FF2B5EF4-FFF2-40B4-BE49-F238E27FC236}">
                    <a16:creationId xmlns:a16="http://schemas.microsoft.com/office/drawing/2014/main" id="{A65EBA96-8564-79A7-2A73-18756ED609DC}"/>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20" name="Freeform 19">
                <a:extLst>
                  <a:ext uri="{FF2B5EF4-FFF2-40B4-BE49-F238E27FC236}">
                    <a16:creationId xmlns:a16="http://schemas.microsoft.com/office/drawing/2014/main" id="{CCC651D2-5530-6772-23D5-458FB86B6276}"/>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22" name="Freeform 21">
                <a:extLst>
                  <a:ext uri="{FF2B5EF4-FFF2-40B4-BE49-F238E27FC236}">
                    <a16:creationId xmlns:a16="http://schemas.microsoft.com/office/drawing/2014/main" id="{63F018CD-2167-521F-44FD-1C199026C8F4}"/>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
        <p:nvSpPr>
          <p:cNvPr id="36" name="Freeform: Shape 2">
            <a:extLst>
              <a:ext uri="{FF2B5EF4-FFF2-40B4-BE49-F238E27FC236}">
                <a16:creationId xmlns:a16="http://schemas.microsoft.com/office/drawing/2014/main" id="{5791E300-9585-C59E-EED2-EB5190E58F2C}"/>
              </a:ext>
            </a:extLst>
          </p:cNvPr>
          <p:cNvSpPr/>
          <p:nvPr userDrawn="1"/>
        </p:nvSpPr>
        <p:spPr>
          <a:xfrm>
            <a:off x="-8466" y="1838847"/>
            <a:ext cx="12203641" cy="4206431"/>
          </a:xfrm>
          <a:custGeom>
            <a:avLst/>
            <a:gdLst>
              <a:gd name="connsiteX0" fmla="*/ 11193762 w 12203641"/>
              <a:gd name="connsiteY0" fmla="*/ 0 h 4206431"/>
              <a:gd name="connsiteX1" fmla="*/ 12203641 w 12203641"/>
              <a:gd name="connsiteY1" fmla="*/ 0 h 4206431"/>
              <a:gd name="connsiteX2" fmla="*/ 12203641 w 12203641"/>
              <a:gd name="connsiteY2" fmla="*/ 76041 h 4206431"/>
              <a:gd name="connsiteX3" fmla="*/ 11193825 w 12203641"/>
              <a:gd name="connsiteY3" fmla="*/ 76041 h 4206431"/>
              <a:gd name="connsiteX4" fmla="*/ 10074550 w 12203641"/>
              <a:gd name="connsiteY4" fmla="*/ 539630 h 4206431"/>
              <a:gd name="connsiteX5" fmla="*/ 6871401 w 12203641"/>
              <a:gd name="connsiteY5" fmla="*/ 3742842 h 4206431"/>
              <a:gd name="connsiteX6" fmla="*/ 5752127 w 12203641"/>
              <a:gd name="connsiteY6" fmla="*/ 4206431 h 4206431"/>
              <a:gd name="connsiteX7" fmla="*/ 0 w 12203641"/>
              <a:gd name="connsiteY7" fmla="*/ 4206431 h 4206431"/>
              <a:gd name="connsiteX8" fmla="*/ 0 w 12203641"/>
              <a:gd name="connsiteY8" fmla="*/ 4130391 h 4206431"/>
              <a:gd name="connsiteX9" fmla="*/ 5752127 w 12203641"/>
              <a:gd name="connsiteY9" fmla="*/ 4130391 h 4206431"/>
              <a:gd name="connsiteX10" fmla="*/ 6328796 w 12203641"/>
              <a:gd name="connsiteY10" fmla="*/ 4015665 h 4206431"/>
              <a:gd name="connsiteX11" fmla="*/ 6817648 w 12203641"/>
              <a:gd name="connsiteY11" fmla="*/ 3689025 h 4206431"/>
              <a:gd name="connsiteX12" fmla="*/ 10020795 w 12203641"/>
              <a:gd name="connsiteY12" fmla="*/ 485877 h 4206431"/>
              <a:gd name="connsiteX13" fmla="*/ 11193762 w 12203641"/>
              <a:gd name="connsiteY13" fmla="*/ 0 h 4206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203641" h="4206431">
                <a:moveTo>
                  <a:pt x="11193762" y="0"/>
                </a:moveTo>
                <a:lnTo>
                  <a:pt x="12203641" y="0"/>
                </a:lnTo>
                <a:lnTo>
                  <a:pt x="12203641" y="76041"/>
                </a:lnTo>
                <a:lnTo>
                  <a:pt x="11193825" y="76041"/>
                </a:lnTo>
                <a:cubicBezTo>
                  <a:pt x="10773986" y="76041"/>
                  <a:pt x="10371368" y="242812"/>
                  <a:pt x="10074550" y="539630"/>
                </a:cubicBezTo>
                <a:lnTo>
                  <a:pt x="6871401" y="3742842"/>
                </a:lnTo>
                <a:cubicBezTo>
                  <a:pt x="6574520" y="4039660"/>
                  <a:pt x="6171901" y="4206431"/>
                  <a:pt x="5752127" y="4206431"/>
                </a:cubicBezTo>
                <a:lnTo>
                  <a:pt x="0" y="4206431"/>
                </a:lnTo>
                <a:lnTo>
                  <a:pt x="0" y="4130391"/>
                </a:lnTo>
                <a:lnTo>
                  <a:pt x="5752127" y="4130391"/>
                </a:lnTo>
                <a:cubicBezTo>
                  <a:pt x="5950998" y="4130391"/>
                  <a:pt x="6145057" y="4091769"/>
                  <a:pt x="6328796" y="4015665"/>
                </a:cubicBezTo>
                <a:cubicBezTo>
                  <a:pt x="6512534" y="3939560"/>
                  <a:pt x="6677025" y="3829647"/>
                  <a:pt x="6817648" y="3689025"/>
                </a:cubicBezTo>
                <a:lnTo>
                  <a:pt x="10020795" y="485877"/>
                </a:lnTo>
                <a:cubicBezTo>
                  <a:pt x="10334077" y="172532"/>
                  <a:pt x="10750686" y="0"/>
                  <a:pt x="11193762" y="0"/>
                </a:cubicBezTo>
                <a:close/>
              </a:path>
            </a:pathLst>
          </a:custGeom>
          <a:gradFill>
            <a:gsLst>
              <a:gs pos="20000">
                <a:srgbClr val="0095C4"/>
              </a:gs>
              <a:gs pos="90000">
                <a:schemeClr val="accent5"/>
              </a:gs>
            </a:gsLst>
            <a:lin ang="0" scaled="1"/>
          </a:gradFill>
          <a:ln w="0" cap="flat">
            <a:noFill/>
            <a:prstDash val="solid"/>
            <a:miter/>
          </a:ln>
        </p:spPr>
        <p:txBody>
          <a:bodyPr rtlCol="0" anchor="ctr"/>
          <a:lstStyle/>
          <a:p>
            <a:endParaRPr lang="en-US" dirty="0"/>
          </a:p>
        </p:txBody>
      </p:sp>
      <p:sp>
        <p:nvSpPr>
          <p:cNvPr id="37" name="page number">
            <a:extLst>
              <a:ext uri="{FF2B5EF4-FFF2-40B4-BE49-F238E27FC236}">
                <a16:creationId xmlns:a16="http://schemas.microsoft.com/office/drawing/2014/main" id="{D03B3F1E-BEE4-0C40-B954-F58A7FCE9AE3}"/>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grpSp>
        <p:nvGrpSpPr>
          <p:cNvPr id="40" name="Graphic 8">
            <a:extLst>
              <a:ext uri="{FF2B5EF4-FFF2-40B4-BE49-F238E27FC236}">
                <a16:creationId xmlns:a16="http://schemas.microsoft.com/office/drawing/2014/main" id="{47818FA4-8AE2-A4B0-1EE8-9FE4A6BDD41B}"/>
              </a:ext>
            </a:extLst>
          </p:cNvPr>
          <p:cNvGrpSpPr/>
          <p:nvPr userDrawn="1"/>
        </p:nvGrpSpPr>
        <p:grpSpPr>
          <a:xfrm>
            <a:off x="265625" y="6323271"/>
            <a:ext cx="1249223" cy="369648"/>
            <a:chOff x="265625" y="6323271"/>
            <a:chExt cx="1249223" cy="369648"/>
          </a:xfrm>
          <a:solidFill>
            <a:srgbClr val="000000"/>
          </a:solidFill>
        </p:grpSpPr>
        <p:grpSp>
          <p:nvGrpSpPr>
            <p:cNvPr id="41" name="Graphic 8">
              <a:extLst>
                <a:ext uri="{FF2B5EF4-FFF2-40B4-BE49-F238E27FC236}">
                  <a16:creationId xmlns:a16="http://schemas.microsoft.com/office/drawing/2014/main" id="{906FE88E-54E3-F8F3-4AD1-B3FBBC7E3CA3}"/>
                </a:ext>
              </a:extLst>
            </p:cNvPr>
            <p:cNvGrpSpPr/>
            <p:nvPr/>
          </p:nvGrpSpPr>
          <p:grpSpPr>
            <a:xfrm>
              <a:off x="745455" y="6594444"/>
              <a:ext cx="722662" cy="98475"/>
              <a:chOff x="745455" y="6594444"/>
              <a:chExt cx="722662" cy="98475"/>
            </a:xfrm>
            <a:solidFill>
              <a:srgbClr val="000000"/>
            </a:solidFill>
          </p:grpSpPr>
          <p:sp>
            <p:nvSpPr>
              <p:cNvPr id="50" name="Freeform 49">
                <a:extLst>
                  <a:ext uri="{FF2B5EF4-FFF2-40B4-BE49-F238E27FC236}">
                    <a16:creationId xmlns:a16="http://schemas.microsoft.com/office/drawing/2014/main" id="{54A0F722-B555-E2A4-6E62-A0DD337E8B5C}"/>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51" name="Freeform 50">
                <a:extLst>
                  <a:ext uri="{FF2B5EF4-FFF2-40B4-BE49-F238E27FC236}">
                    <a16:creationId xmlns:a16="http://schemas.microsoft.com/office/drawing/2014/main" id="{CE114C9D-2007-BC9E-F8AA-887AAF26A734}"/>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52" name="Freeform 51">
                <a:extLst>
                  <a:ext uri="{FF2B5EF4-FFF2-40B4-BE49-F238E27FC236}">
                    <a16:creationId xmlns:a16="http://schemas.microsoft.com/office/drawing/2014/main" id="{30CB1C40-B903-28F3-C47C-EE2DF741FB96}"/>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53" name="Freeform 52">
                <a:extLst>
                  <a:ext uri="{FF2B5EF4-FFF2-40B4-BE49-F238E27FC236}">
                    <a16:creationId xmlns:a16="http://schemas.microsoft.com/office/drawing/2014/main" id="{5F87C1F4-D1C4-5FD0-7410-12E7D3F9CF61}"/>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54" name="Freeform 53">
                <a:extLst>
                  <a:ext uri="{FF2B5EF4-FFF2-40B4-BE49-F238E27FC236}">
                    <a16:creationId xmlns:a16="http://schemas.microsoft.com/office/drawing/2014/main" id="{E2B126C2-3690-5E26-6606-DC917F25582A}"/>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55" name="Freeform 54">
                <a:extLst>
                  <a:ext uri="{FF2B5EF4-FFF2-40B4-BE49-F238E27FC236}">
                    <a16:creationId xmlns:a16="http://schemas.microsoft.com/office/drawing/2014/main" id="{608446EC-DFFD-44E5-1C5F-06F1ADF8E18C}"/>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56" name="Freeform 55">
                <a:extLst>
                  <a:ext uri="{FF2B5EF4-FFF2-40B4-BE49-F238E27FC236}">
                    <a16:creationId xmlns:a16="http://schemas.microsoft.com/office/drawing/2014/main" id="{4D0F02A7-67C9-E3C0-51B8-692EC9B9B966}"/>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57" name="Freeform 56">
                <a:extLst>
                  <a:ext uri="{FF2B5EF4-FFF2-40B4-BE49-F238E27FC236}">
                    <a16:creationId xmlns:a16="http://schemas.microsoft.com/office/drawing/2014/main" id="{6865D6C8-4059-8F52-0699-D70C865CD04D}"/>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58" name="Freeform 57">
                <a:extLst>
                  <a:ext uri="{FF2B5EF4-FFF2-40B4-BE49-F238E27FC236}">
                    <a16:creationId xmlns:a16="http://schemas.microsoft.com/office/drawing/2014/main" id="{7EA55EE1-6F19-AA1B-CC75-7F97E97AAA97}"/>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59" name="Freeform 58">
                <a:extLst>
                  <a:ext uri="{FF2B5EF4-FFF2-40B4-BE49-F238E27FC236}">
                    <a16:creationId xmlns:a16="http://schemas.microsoft.com/office/drawing/2014/main" id="{CEA15FB2-7F2D-EC93-1A40-74348B9A6E0D}"/>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42" name="Graphic 8">
              <a:extLst>
                <a:ext uri="{FF2B5EF4-FFF2-40B4-BE49-F238E27FC236}">
                  <a16:creationId xmlns:a16="http://schemas.microsoft.com/office/drawing/2014/main" id="{8DA67385-AEE0-35D7-24E9-3A1C9A997AB6}"/>
                </a:ext>
              </a:extLst>
            </p:cNvPr>
            <p:cNvGrpSpPr/>
            <p:nvPr/>
          </p:nvGrpSpPr>
          <p:grpSpPr>
            <a:xfrm>
              <a:off x="265625" y="6323271"/>
              <a:ext cx="1249223" cy="190348"/>
              <a:chOff x="265625" y="6323271"/>
              <a:chExt cx="1249223" cy="190348"/>
            </a:xfrm>
            <a:solidFill>
              <a:srgbClr val="000000"/>
            </a:solidFill>
          </p:grpSpPr>
          <p:sp>
            <p:nvSpPr>
              <p:cNvPr id="43" name="Freeform 42">
                <a:extLst>
                  <a:ext uri="{FF2B5EF4-FFF2-40B4-BE49-F238E27FC236}">
                    <a16:creationId xmlns:a16="http://schemas.microsoft.com/office/drawing/2014/main" id="{E140BF28-9D00-E372-4C58-192831AB25B7}"/>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44" name="Freeform 43">
                <a:extLst>
                  <a:ext uri="{FF2B5EF4-FFF2-40B4-BE49-F238E27FC236}">
                    <a16:creationId xmlns:a16="http://schemas.microsoft.com/office/drawing/2014/main" id="{9502AFFA-C636-75B6-47E4-75665F32F63A}"/>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45" name="Freeform 44">
                <a:extLst>
                  <a:ext uri="{FF2B5EF4-FFF2-40B4-BE49-F238E27FC236}">
                    <a16:creationId xmlns:a16="http://schemas.microsoft.com/office/drawing/2014/main" id="{255A0F95-5DB1-12F9-464F-DAACA1FAD4F0}"/>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46" name="Freeform 45">
                <a:extLst>
                  <a:ext uri="{FF2B5EF4-FFF2-40B4-BE49-F238E27FC236}">
                    <a16:creationId xmlns:a16="http://schemas.microsoft.com/office/drawing/2014/main" id="{E6E8C204-FC1F-FDD2-FE85-ED3286B80D6E}"/>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47" name="Freeform 46">
                <a:extLst>
                  <a:ext uri="{FF2B5EF4-FFF2-40B4-BE49-F238E27FC236}">
                    <a16:creationId xmlns:a16="http://schemas.microsoft.com/office/drawing/2014/main" id="{A65EBA96-8564-79A7-2A73-18756ED609DC}"/>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48" name="Freeform 47">
                <a:extLst>
                  <a:ext uri="{FF2B5EF4-FFF2-40B4-BE49-F238E27FC236}">
                    <a16:creationId xmlns:a16="http://schemas.microsoft.com/office/drawing/2014/main" id="{CCC651D2-5530-6772-23D5-458FB86B6276}"/>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49" name="Freeform 48">
                <a:extLst>
                  <a:ext uri="{FF2B5EF4-FFF2-40B4-BE49-F238E27FC236}">
                    <a16:creationId xmlns:a16="http://schemas.microsoft.com/office/drawing/2014/main" id="{63F018CD-2167-521F-44FD-1C199026C8F4}"/>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
        <p:nvSpPr>
          <p:cNvPr id="5" name="TextBox 4">
            <a:extLst>
              <a:ext uri="{FF2B5EF4-FFF2-40B4-BE49-F238E27FC236}">
                <a16:creationId xmlns:a16="http://schemas.microsoft.com/office/drawing/2014/main" id="{ADDD0B23-63DE-6951-34B4-9D6FD0B6A5F1}"/>
              </a:ext>
            </a:extLst>
          </p:cNvPr>
          <p:cNvSpPr txBox="1"/>
          <p:nvPr userDrawn="1"/>
        </p:nvSpPr>
        <p:spPr>
          <a:xfrm>
            <a:off x="1645084" y="6461498"/>
            <a:ext cx="3574697" cy="215444"/>
          </a:xfrm>
          <a:prstGeom prst="rect">
            <a:avLst/>
          </a:prstGeom>
          <a:noFill/>
        </p:spPr>
        <p:txBody>
          <a:bodyPr wrap="none" lIns="0" tIns="0" rIns="0" bIns="0" rtlCol="0">
            <a:spAutoFit/>
          </a:bodyPr>
          <a:lstStyle/>
          <a:p>
            <a:pPr algn="l">
              <a:lnSpc>
                <a:spcPct val="100000"/>
              </a:lnSpc>
            </a:pPr>
            <a:r>
              <a:rPr lang="en-US" sz="700" spc="0" baseline="0" dirty="0">
                <a:ln/>
                <a:solidFill>
                  <a:srgbClr val="000000"/>
                </a:solidFill>
                <a:latin typeface="+mn-lt"/>
                <a:sym typeface="Metropolis-Regular"/>
                <a:rtl val="0"/>
              </a:rPr>
              <a:t>Broadcom Proprietary and Confidential. Copyright © 2026 Broadcom.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700" spc="0" baseline="0" dirty="0">
                <a:ln/>
                <a:solidFill>
                  <a:srgbClr val="000000"/>
                </a:solidFill>
                <a:latin typeface="+mn-lt"/>
                <a:sym typeface="Metropolis-Regular"/>
                <a:rtl val="0"/>
              </a:rPr>
              <a:t>All Rights Reserved. The term “Broadcom” refers to Broadcom Inc. and/or its subsidiaries.</a:t>
            </a:r>
          </a:p>
        </p:txBody>
      </p:sp>
    </p:spTree>
    <p:extLst>
      <p:ext uri="{BB962C8B-B14F-4D97-AF65-F5344CB8AC3E}">
        <p14:creationId xmlns:p14="http://schemas.microsoft.com/office/powerpoint/2010/main" val="40628552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ig Statement 2 - Leaf " preserve="1" userDrawn="1">
  <p:cSld name="Big Statement 2 - Leaf ">
    <p:spTree>
      <p:nvGrpSpPr>
        <p:cNvPr id="1" name="Shape 1569"/>
        <p:cNvGrpSpPr/>
        <p:nvPr/>
      </p:nvGrpSpPr>
      <p:grpSpPr>
        <a:xfrm>
          <a:off x="0" y="0"/>
          <a:ext cx="0" cy="0"/>
          <a:chOff x="0" y="0"/>
          <a:chExt cx="0" cy="0"/>
        </a:xfrm>
      </p:grpSpPr>
      <p:sp>
        <p:nvSpPr>
          <p:cNvPr id="1570" name="Google Shape;1570;p93"/>
          <p:cNvSpPr/>
          <p:nvPr userDrawn="1"/>
        </p:nvSpPr>
        <p:spPr>
          <a:xfrm>
            <a:off x="6472" y="437918"/>
            <a:ext cx="12182354" cy="5615389"/>
          </a:xfrm>
          <a:custGeom>
            <a:avLst/>
            <a:gdLst>
              <a:gd name="connsiteX0" fmla="*/ 0 w 12203580"/>
              <a:gd name="connsiteY0" fmla="*/ 0 h 6058734"/>
              <a:gd name="connsiteX1" fmla="*/ 12189729 w 12203580"/>
              <a:gd name="connsiteY1" fmla="*/ 263236 h 6058734"/>
              <a:gd name="connsiteX2" fmla="*/ 12203580 w 12203580"/>
              <a:gd name="connsiteY2" fmla="*/ 1909982 h 6058734"/>
              <a:gd name="connsiteX3" fmla="*/ 11206700 w 12203580"/>
              <a:gd name="connsiteY3" fmla="*/ 1909982 h 6058734"/>
              <a:gd name="connsiteX4" fmla="*/ 10082432 w 12203580"/>
              <a:gd name="connsiteY4" fmla="*/ 2375639 h 6058734"/>
              <a:gd name="connsiteX5" fmla="*/ 6864995 w 12203580"/>
              <a:gd name="connsiteY5" fmla="*/ 5593077 h 6058734"/>
              <a:gd name="connsiteX6" fmla="*/ 5740726 w 12203580"/>
              <a:gd name="connsiteY6" fmla="*/ 6058734 h 6058734"/>
              <a:gd name="connsiteX7" fmla="*/ 0 w 12203580"/>
              <a:gd name="connsiteY7" fmla="*/ 6058734 h 6058734"/>
              <a:gd name="connsiteX8" fmla="*/ 0 w 12203580"/>
              <a:gd name="connsiteY8" fmla="*/ 0 h 6058734"/>
              <a:gd name="connsiteX0" fmla="*/ 0 w 12203580"/>
              <a:gd name="connsiteY0" fmla="*/ 0 h 5823207"/>
              <a:gd name="connsiteX1" fmla="*/ 12189729 w 12203580"/>
              <a:gd name="connsiteY1" fmla="*/ 27709 h 5823207"/>
              <a:gd name="connsiteX2" fmla="*/ 12203580 w 12203580"/>
              <a:gd name="connsiteY2" fmla="*/ 1674455 h 5823207"/>
              <a:gd name="connsiteX3" fmla="*/ 11206700 w 12203580"/>
              <a:gd name="connsiteY3" fmla="*/ 1674455 h 5823207"/>
              <a:gd name="connsiteX4" fmla="*/ 10082432 w 12203580"/>
              <a:gd name="connsiteY4" fmla="*/ 2140112 h 5823207"/>
              <a:gd name="connsiteX5" fmla="*/ 6864995 w 12203580"/>
              <a:gd name="connsiteY5" fmla="*/ 5357550 h 5823207"/>
              <a:gd name="connsiteX6" fmla="*/ 5740726 w 12203580"/>
              <a:gd name="connsiteY6" fmla="*/ 5823207 h 5823207"/>
              <a:gd name="connsiteX7" fmla="*/ 0 w 12203580"/>
              <a:gd name="connsiteY7" fmla="*/ 5823207 h 5823207"/>
              <a:gd name="connsiteX8" fmla="*/ 0 w 12203580"/>
              <a:gd name="connsiteY8" fmla="*/ 0 h 5823207"/>
              <a:gd name="connsiteX0" fmla="*/ 0 w 12231282"/>
              <a:gd name="connsiteY0" fmla="*/ 0 h 5823207"/>
              <a:gd name="connsiteX1" fmla="*/ 12231282 w 12231282"/>
              <a:gd name="connsiteY1" fmla="*/ 235527 h 5823207"/>
              <a:gd name="connsiteX2" fmla="*/ 12203580 w 12231282"/>
              <a:gd name="connsiteY2" fmla="*/ 1674455 h 5823207"/>
              <a:gd name="connsiteX3" fmla="*/ 11206700 w 12231282"/>
              <a:gd name="connsiteY3" fmla="*/ 1674455 h 5823207"/>
              <a:gd name="connsiteX4" fmla="*/ 10082432 w 12231282"/>
              <a:gd name="connsiteY4" fmla="*/ 2140112 h 5823207"/>
              <a:gd name="connsiteX5" fmla="*/ 6864995 w 12231282"/>
              <a:gd name="connsiteY5" fmla="*/ 5357550 h 5823207"/>
              <a:gd name="connsiteX6" fmla="*/ 5740726 w 12231282"/>
              <a:gd name="connsiteY6" fmla="*/ 5823207 h 5823207"/>
              <a:gd name="connsiteX7" fmla="*/ 0 w 12231282"/>
              <a:gd name="connsiteY7" fmla="*/ 5823207 h 5823207"/>
              <a:gd name="connsiteX8" fmla="*/ 0 w 12231282"/>
              <a:gd name="connsiteY8" fmla="*/ 0 h 5823207"/>
              <a:gd name="connsiteX0" fmla="*/ 0 w 12231282"/>
              <a:gd name="connsiteY0" fmla="*/ 0 h 5615389"/>
              <a:gd name="connsiteX1" fmla="*/ 12231282 w 12231282"/>
              <a:gd name="connsiteY1" fmla="*/ 27709 h 5615389"/>
              <a:gd name="connsiteX2" fmla="*/ 12203580 w 12231282"/>
              <a:gd name="connsiteY2" fmla="*/ 1466637 h 5615389"/>
              <a:gd name="connsiteX3" fmla="*/ 11206700 w 12231282"/>
              <a:gd name="connsiteY3" fmla="*/ 1466637 h 5615389"/>
              <a:gd name="connsiteX4" fmla="*/ 10082432 w 12231282"/>
              <a:gd name="connsiteY4" fmla="*/ 1932294 h 5615389"/>
              <a:gd name="connsiteX5" fmla="*/ 6864995 w 12231282"/>
              <a:gd name="connsiteY5" fmla="*/ 5149732 h 5615389"/>
              <a:gd name="connsiteX6" fmla="*/ 5740726 w 12231282"/>
              <a:gd name="connsiteY6" fmla="*/ 5615389 h 5615389"/>
              <a:gd name="connsiteX7" fmla="*/ 0 w 12231282"/>
              <a:gd name="connsiteY7" fmla="*/ 5615389 h 5615389"/>
              <a:gd name="connsiteX8" fmla="*/ 0 w 12231282"/>
              <a:gd name="connsiteY8" fmla="*/ 0 h 56153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231282" h="5615389" extrusionOk="0">
                <a:moveTo>
                  <a:pt x="0" y="0"/>
                </a:moveTo>
                <a:lnTo>
                  <a:pt x="12231282" y="27709"/>
                </a:lnTo>
                <a:lnTo>
                  <a:pt x="12203580" y="1466637"/>
                </a:lnTo>
                <a:lnTo>
                  <a:pt x="11206700" y="1466637"/>
                </a:lnTo>
                <a:cubicBezTo>
                  <a:pt x="10785051" y="1466637"/>
                  <a:pt x="10380638" y="1634150"/>
                  <a:pt x="10082432" y="1932294"/>
                </a:cubicBezTo>
                <a:lnTo>
                  <a:pt x="6864995" y="5149732"/>
                </a:lnTo>
                <a:cubicBezTo>
                  <a:pt x="6566852" y="5447874"/>
                  <a:pt x="6162438" y="5615389"/>
                  <a:pt x="5740726" y="5615389"/>
                </a:cubicBezTo>
                <a:lnTo>
                  <a:pt x="0" y="5615389"/>
                </a:lnTo>
                <a:lnTo>
                  <a:pt x="0" y="0"/>
                </a:lnTo>
                <a:close/>
              </a:path>
            </a:pathLst>
          </a:custGeom>
          <a:solidFill>
            <a:schemeClr val="lt1"/>
          </a:solidFill>
          <a:ln>
            <a:noFill/>
          </a:ln>
          <a:effectLst/>
        </p:spPr>
        <p:txBody>
          <a:bodyPr spcFirstLastPara="1" wrap="square" lIns="91401" tIns="45688" rIns="91401" bIns="45688"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799" b="0" i="0" u="none" strike="noStrike" cap="none" dirty="0">
              <a:solidFill>
                <a:schemeClr val="dk1"/>
              </a:solidFill>
              <a:latin typeface="Arial"/>
              <a:ea typeface="Arial"/>
              <a:cs typeface="Arial"/>
              <a:sym typeface="Arial"/>
            </a:endParaRPr>
          </a:p>
        </p:txBody>
      </p:sp>
      <p:sp>
        <p:nvSpPr>
          <p:cNvPr id="1571" name="Google Shape;1571;p93"/>
          <p:cNvSpPr/>
          <p:nvPr/>
        </p:nvSpPr>
        <p:spPr>
          <a:xfrm>
            <a:off x="-9730" y="1828238"/>
            <a:ext cx="12203581" cy="4225133"/>
          </a:xfrm>
          <a:custGeom>
            <a:avLst/>
            <a:gdLst/>
            <a:ahLst/>
            <a:cxnLst/>
            <a:rect l="l" t="t" r="r" b="b"/>
            <a:pathLst>
              <a:path w="12203581" h="4225133" extrusionOk="0">
                <a:moveTo>
                  <a:pt x="11206701" y="0"/>
                </a:moveTo>
                <a:lnTo>
                  <a:pt x="12203581" y="0"/>
                </a:lnTo>
                <a:lnTo>
                  <a:pt x="12203581" y="76381"/>
                </a:lnTo>
                <a:lnTo>
                  <a:pt x="11206764" y="76381"/>
                </a:lnTo>
                <a:cubicBezTo>
                  <a:pt x="10785052" y="76381"/>
                  <a:pt x="10380639" y="243896"/>
                  <a:pt x="10082496" y="542038"/>
                </a:cubicBezTo>
                <a:lnTo>
                  <a:pt x="6864996" y="3759476"/>
                </a:lnTo>
                <a:cubicBezTo>
                  <a:pt x="6566789" y="4057618"/>
                  <a:pt x="6162377" y="4225133"/>
                  <a:pt x="5740727" y="4225133"/>
                </a:cubicBezTo>
                <a:lnTo>
                  <a:pt x="0" y="4225133"/>
                </a:lnTo>
                <a:lnTo>
                  <a:pt x="0" y="4148754"/>
                </a:lnTo>
                <a:lnTo>
                  <a:pt x="5740727" y="4148754"/>
                </a:lnTo>
                <a:cubicBezTo>
                  <a:pt x="5940485" y="4148754"/>
                  <a:pt x="6135411" y="4109959"/>
                  <a:pt x="6319969" y="4033515"/>
                </a:cubicBezTo>
                <a:cubicBezTo>
                  <a:pt x="6504529" y="3957072"/>
                  <a:pt x="6669753" y="3846668"/>
                  <a:pt x="6811001" y="3705419"/>
                </a:cubicBezTo>
                <a:lnTo>
                  <a:pt x="10028503" y="487980"/>
                </a:lnTo>
                <a:cubicBezTo>
                  <a:pt x="10183997" y="332486"/>
                  <a:pt x="10365884" y="210952"/>
                  <a:pt x="10569077" y="126813"/>
                </a:cubicBezTo>
                <a:cubicBezTo>
                  <a:pt x="10772269" y="42675"/>
                  <a:pt x="10986781" y="0"/>
                  <a:pt x="11206701" y="0"/>
                </a:cubicBezTo>
                <a:close/>
              </a:path>
            </a:pathLst>
          </a:custGeom>
          <a:gradFill>
            <a:gsLst>
              <a:gs pos="0">
                <a:srgbClr val="0095C4"/>
              </a:gs>
              <a:gs pos="20000">
                <a:srgbClr val="0095C4"/>
              </a:gs>
              <a:gs pos="45000">
                <a:srgbClr val="299B75"/>
              </a:gs>
              <a:gs pos="80000">
                <a:srgbClr val="61A30E"/>
              </a:gs>
              <a:gs pos="100000">
                <a:srgbClr val="61A30E"/>
              </a:gs>
            </a:gsLst>
            <a:lin ang="0" scaled="0"/>
          </a:gradFill>
          <a:ln>
            <a:noFill/>
          </a:ln>
        </p:spPr>
        <p:txBody>
          <a:bodyPr spcFirstLastPara="1" wrap="square" lIns="91401" tIns="45688" rIns="91401" bIns="45688"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799" b="0" i="0" u="none" strike="noStrike" cap="none">
              <a:solidFill>
                <a:schemeClr val="dk1"/>
              </a:solidFill>
              <a:latin typeface="Arial"/>
              <a:ea typeface="Arial"/>
              <a:cs typeface="Arial"/>
              <a:sym typeface="Arial"/>
            </a:endParaRPr>
          </a:p>
        </p:txBody>
      </p:sp>
      <p:sp>
        <p:nvSpPr>
          <p:cNvPr id="1575" name="Google Shape;1575;p93"/>
          <p:cNvSpPr txBox="1"/>
          <p:nvPr/>
        </p:nvSpPr>
        <p:spPr>
          <a:xfrm>
            <a:off x="11490941" y="6464808"/>
            <a:ext cx="437990" cy="18288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0"/>
              </a:spcBef>
              <a:spcAft>
                <a:spcPts val="0"/>
              </a:spcAft>
              <a:buClr>
                <a:srgbClr val="000000"/>
              </a:buClr>
              <a:buSzPts val="800"/>
              <a:buFont typeface="Arial"/>
              <a:buNone/>
            </a:pPr>
            <a:fld id="{00000000-1234-1234-1234-123412341234}" type="slidenum">
              <a:rPr lang="en-US" sz="800" b="0" i="0" u="none" strike="noStrike" cap="none">
                <a:solidFill>
                  <a:schemeClr val="dk2"/>
                </a:solidFill>
                <a:latin typeface="Arial"/>
                <a:ea typeface="Arial"/>
                <a:cs typeface="Arial"/>
                <a:sym typeface="Arial"/>
              </a:rPr>
              <a:pPr marL="0" marR="0" lvl="0" indent="0" algn="r" rtl="0">
                <a:lnSpc>
                  <a:spcPct val="90000"/>
                </a:lnSpc>
                <a:spcBef>
                  <a:spcPts val="0"/>
                </a:spcBef>
                <a:spcAft>
                  <a:spcPts val="0"/>
                </a:spcAft>
                <a:buClr>
                  <a:srgbClr val="000000"/>
                </a:buClr>
                <a:buSzPts val="800"/>
                <a:buFont typeface="Arial"/>
                <a:buNone/>
              </a:pPr>
              <a:t>‹#›</a:t>
            </a:fld>
            <a:endParaRPr sz="800" b="0" i="0" u="none" strike="noStrike" cap="none">
              <a:solidFill>
                <a:schemeClr val="dk2"/>
              </a:solidFill>
              <a:latin typeface="Arial"/>
              <a:ea typeface="Arial"/>
              <a:cs typeface="Arial"/>
              <a:sym typeface="Arial"/>
            </a:endParaRPr>
          </a:p>
        </p:txBody>
      </p:sp>
      <p:sp>
        <p:nvSpPr>
          <p:cNvPr id="34" name="Picture Placeholder 33">
            <a:extLst>
              <a:ext uri="{FF2B5EF4-FFF2-40B4-BE49-F238E27FC236}">
                <a16:creationId xmlns:a16="http://schemas.microsoft.com/office/drawing/2014/main" id="{64FCE390-4ACD-3809-FB6E-84FA2E9A8EA8}"/>
              </a:ext>
            </a:extLst>
          </p:cNvPr>
          <p:cNvSpPr>
            <a:spLocks noGrp="1"/>
          </p:cNvSpPr>
          <p:nvPr>
            <p:ph type="pic" sz="quarter" idx="10"/>
          </p:nvPr>
        </p:nvSpPr>
        <p:spPr>
          <a:xfrm>
            <a:off x="6457030" y="3564301"/>
            <a:ext cx="5731795" cy="3298781"/>
          </a:xfrm>
          <a:custGeom>
            <a:avLst/>
            <a:gdLst>
              <a:gd name="connsiteX0" fmla="*/ 3824498 w 5733288"/>
              <a:gd name="connsiteY0" fmla="*/ 0 h 3298781"/>
              <a:gd name="connsiteX1" fmla="*/ 5733288 w 5733288"/>
              <a:gd name="connsiteY1" fmla="*/ 0 h 3298781"/>
              <a:gd name="connsiteX2" fmla="*/ 5733288 w 5733288"/>
              <a:gd name="connsiteY2" fmla="*/ 1358608 h 3298781"/>
              <a:gd name="connsiteX3" fmla="*/ 3792610 w 5733288"/>
              <a:gd name="connsiteY3" fmla="*/ 3298781 h 3298781"/>
              <a:gd name="connsiteX4" fmla="*/ 0 w 5733288"/>
              <a:gd name="connsiteY4" fmla="*/ 3298781 h 3298781"/>
              <a:gd name="connsiteX5" fmla="*/ 2928488 w 5733288"/>
              <a:gd name="connsiteY5" fmla="*/ 371055 h 3298781"/>
              <a:gd name="connsiteX6" fmla="*/ 3824498 w 5733288"/>
              <a:gd name="connsiteY6" fmla="*/ 0 h 32987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733288" h="3298781">
                <a:moveTo>
                  <a:pt x="3824498" y="0"/>
                </a:moveTo>
                <a:lnTo>
                  <a:pt x="5733288" y="0"/>
                </a:lnTo>
                <a:lnTo>
                  <a:pt x="5733288" y="1358608"/>
                </a:lnTo>
                <a:lnTo>
                  <a:pt x="3792610" y="3298781"/>
                </a:lnTo>
                <a:lnTo>
                  <a:pt x="0" y="3298781"/>
                </a:lnTo>
                <a:lnTo>
                  <a:pt x="2928488" y="371055"/>
                </a:lnTo>
                <a:cubicBezTo>
                  <a:pt x="3166144" y="133460"/>
                  <a:pt x="3488446" y="0"/>
                  <a:pt x="3824498" y="0"/>
                </a:cubicBezTo>
                <a:close/>
              </a:path>
            </a:pathLst>
          </a:custGeom>
          <a:solidFill>
            <a:schemeClr val="bg1">
              <a:lumMod val="95000"/>
            </a:schemeClr>
          </a:solidFill>
          <a:ln>
            <a:noFill/>
          </a:ln>
        </p:spPr>
        <p:txBody>
          <a:bodyPr wrap="square" anchor="ctr">
            <a:noAutofit/>
          </a:bodyPr>
          <a:lstStyle>
            <a:lvl1pPr algn="ctr">
              <a:defRPr/>
            </a:lvl1pPr>
          </a:lstStyle>
          <a:p>
            <a:r>
              <a:rPr lang="en-US"/>
              <a:t>Click icon to add picture</a:t>
            </a:r>
            <a:endParaRPr lang="en-US" dirty="0"/>
          </a:p>
        </p:txBody>
      </p:sp>
      <p:sp>
        <p:nvSpPr>
          <p:cNvPr id="40" name="Text Placeholder 39">
            <a:extLst>
              <a:ext uri="{FF2B5EF4-FFF2-40B4-BE49-F238E27FC236}">
                <a16:creationId xmlns:a16="http://schemas.microsoft.com/office/drawing/2014/main" id="{657FDDDA-B96D-D480-4EE8-AB6534C448F1}"/>
              </a:ext>
            </a:extLst>
          </p:cNvPr>
          <p:cNvSpPr>
            <a:spLocks noGrp="1"/>
          </p:cNvSpPr>
          <p:nvPr>
            <p:ph type="body" sz="quarter" idx="12" hasCustomPrompt="1"/>
          </p:nvPr>
        </p:nvSpPr>
        <p:spPr>
          <a:xfrm>
            <a:off x="605484" y="4754564"/>
            <a:ext cx="4814417" cy="387453"/>
          </a:xfrm>
        </p:spPr>
        <p:txBody>
          <a:bodyPr anchor="b"/>
          <a:lstStyle>
            <a:lvl1pPr marL="11110" indent="0">
              <a:tabLst/>
              <a:defRPr sz="1799" b="1">
                <a:latin typeface="+mn-lt"/>
              </a:defRPr>
            </a:lvl1pPr>
            <a:lvl2pPr>
              <a:defRPr sz="1600"/>
            </a:lvl2pPr>
            <a:lvl3pPr>
              <a:defRPr sz="1400"/>
            </a:lvl3pPr>
            <a:lvl4pPr>
              <a:defRPr sz="1200"/>
            </a:lvl4pPr>
            <a:lvl5pPr>
              <a:defRPr sz="1200"/>
            </a:lvl5pPr>
          </a:lstStyle>
          <a:p>
            <a:pPr lvl="0"/>
            <a:r>
              <a:rPr lang="en-GB" dirty="0"/>
              <a:t>First Last</a:t>
            </a:r>
          </a:p>
        </p:txBody>
      </p:sp>
      <p:sp>
        <p:nvSpPr>
          <p:cNvPr id="4" name="Text Placeholder 3">
            <a:extLst>
              <a:ext uri="{FF2B5EF4-FFF2-40B4-BE49-F238E27FC236}">
                <a16:creationId xmlns:a16="http://schemas.microsoft.com/office/drawing/2014/main" id="{5E7AE31D-E7E0-C017-8423-24C823B6E323}"/>
              </a:ext>
            </a:extLst>
          </p:cNvPr>
          <p:cNvSpPr>
            <a:spLocks noGrp="1"/>
          </p:cNvSpPr>
          <p:nvPr>
            <p:ph type="body" sz="quarter" idx="13" hasCustomPrompt="1"/>
          </p:nvPr>
        </p:nvSpPr>
        <p:spPr>
          <a:xfrm>
            <a:off x="9025085" y="412751"/>
            <a:ext cx="2583519" cy="1190624"/>
          </a:xfrm>
          <a:prstGeom prst="roundRect">
            <a:avLst/>
          </a:prstGeom>
          <a:noFill/>
          <a:ln w="31750">
            <a:solidFill>
              <a:schemeClr val="accent2"/>
            </a:solidFill>
          </a:ln>
        </p:spPr>
        <p:txBody>
          <a:bodyPr anchor="ctr"/>
          <a:lstStyle>
            <a:lvl1pPr marL="11110" indent="0" algn="ctr">
              <a:tabLst/>
              <a:defRPr>
                <a:solidFill>
                  <a:schemeClr val="accent2"/>
                </a:solidFill>
                <a:latin typeface="+mn-lt"/>
              </a:defRPr>
            </a:lvl1pPr>
          </a:lstStyle>
          <a:p>
            <a:pPr lvl="0"/>
            <a:r>
              <a:rPr lang="en-US" dirty="0"/>
              <a:t>Add Callout Text</a:t>
            </a:r>
          </a:p>
        </p:txBody>
      </p:sp>
      <p:sp>
        <p:nvSpPr>
          <p:cNvPr id="2" name="Text Placeholder 39">
            <a:extLst>
              <a:ext uri="{FF2B5EF4-FFF2-40B4-BE49-F238E27FC236}">
                <a16:creationId xmlns:a16="http://schemas.microsoft.com/office/drawing/2014/main" id="{70D84C82-3C28-2949-F2F0-9D6FAD519F09}"/>
              </a:ext>
            </a:extLst>
          </p:cNvPr>
          <p:cNvSpPr>
            <a:spLocks noGrp="1"/>
          </p:cNvSpPr>
          <p:nvPr>
            <p:ph type="body" sz="quarter" idx="14" hasCustomPrompt="1"/>
          </p:nvPr>
        </p:nvSpPr>
        <p:spPr>
          <a:xfrm>
            <a:off x="605484" y="5158325"/>
            <a:ext cx="4814417" cy="387453"/>
          </a:xfrm>
        </p:spPr>
        <p:txBody>
          <a:bodyPr/>
          <a:lstStyle>
            <a:lvl1pPr marL="11110" indent="0">
              <a:tabLst/>
              <a:defRPr sz="1400">
                <a:latin typeface="+mn-lt"/>
              </a:defRPr>
            </a:lvl1pPr>
            <a:lvl2pPr>
              <a:defRPr sz="1600"/>
            </a:lvl2pPr>
            <a:lvl3pPr>
              <a:defRPr sz="1400"/>
            </a:lvl3pPr>
            <a:lvl4pPr>
              <a:defRPr sz="1200"/>
            </a:lvl4pPr>
            <a:lvl5pPr>
              <a:defRPr sz="1200"/>
            </a:lvl5pPr>
          </a:lstStyle>
          <a:p>
            <a:pPr lvl="0"/>
            <a:r>
              <a:rPr lang="en-GB" dirty="0"/>
              <a:t>Title, Company</a:t>
            </a:r>
          </a:p>
        </p:txBody>
      </p:sp>
      <p:sp>
        <p:nvSpPr>
          <p:cNvPr id="3" name="Text Placeholder 7">
            <a:extLst>
              <a:ext uri="{FF2B5EF4-FFF2-40B4-BE49-F238E27FC236}">
                <a16:creationId xmlns:a16="http://schemas.microsoft.com/office/drawing/2014/main" id="{2F3E52AD-86BB-94F8-6575-8F8B2238E00F}"/>
              </a:ext>
            </a:extLst>
          </p:cNvPr>
          <p:cNvSpPr>
            <a:spLocks noGrp="1"/>
          </p:cNvSpPr>
          <p:nvPr>
            <p:ph type="body" sz="quarter" idx="16" hasCustomPrompt="1"/>
          </p:nvPr>
        </p:nvSpPr>
        <p:spPr>
          <a:xfrm>
            <a:off x="438911" y="1449388"/>
            <a:ext cx="6568063" cy="3351212"/>
          </a:xfrm>
        </p:spPr>
        <p:txBody>
          <a:bodyPr anchor="b"/>
          <a:lstStyle>
            <a:lvl1pPr marL="169863" indent="-169863">
              <a:buClrTx/>
              <a:buSzPct val="100000"/>
              <a:buFont typeface="Metropolis" panose="00000500000000000000" pitchFamily="2" charset="0"/>
              <a:buChar char="“"/>
              <a:defRPr sz="2800">
                <a:solidFill>
                  <a:schemeClr val="accent2"/>
                </a:solidFill>
              </a:defRPr>
            </a:lvl1pPr>
            <a:lvl2pPr marL="457200" indent="-184150">
              <a:buClrTx/>
              <a:buFont typeface="Metropolis" panose="00000500000000000000" pitchFamily="2" charset="0"/>
              <a:buChar char="“"/>
              <a:defRPr>
                <a:solidFill>
                  <a:schemeClr val="bg1"/>
                </a:solidFill>
              </a:defRPr>
            </a:lvl2pPr>
            <a:lvl3pPr marL="744538" indent="-169863">
              <a:buClrTx/>
              <a:buFont typeface="Metropolis" panose="00000500000000000000" pitchFamily="2" charset="0"/>
              <a:buChar char="“"/>
              <a:defRPr>
                <a:solidFill>
                  <a:schemeClr val="bg1"/>
                </a:solidFill>
              </a:defRPr>
            </a:lvl3pPr>
            <a:lvl4pPr marL="969963" indent="-166688">
              <a:buClrTx/>
              <a:buFont typeface="Metropolis" panose="00000500000000000000" pitchFamily="2" charset="0"/>
              <a:buChar char="“"/>
              <a:defRPr>
                <a:solidFill>
                  <a:schemeClr val="bg1"/>
                </a:solidFill>
              </a:defRPr>
            </a:lvl4pPr>
            <a:lvl5pPr marL="1143000" indent="-138113">
              <a:buClrTx/>
              <a:buFont typeface="Metropolis" panose="00000500000000000000" pitchFamily="2" charset="0"/>
              <a:buChar char="“"/>
              <a:defRPr>
                <a:solidFill>
                  <a:schemeClr val="bg1"/>
                </a:solidFill>
              </a:defRPr>
            </a:lvl5pPr>
          </a:lstStyle>
          <a:p>
            <a:pPr lvl="0"/>
            <a:r>
              <a:rPr lang="en-US" dirty="0"/>
              <a:t>Quote text on left, purple parallelograms on the right.” ~200 characters. Arial 24-28pt.</a:t>
            </a:r>
          </a:p>
        </p:txBody>
      </p:sp>
    </p:spTree>
    <p:extLst>
      <p:ext uri="{BB962C8B-B14F-4D97-AF65-F5344CB8AC3E}">
        <p14:creationId xmlns:p14="http://schemas.microsoft.com/office/powerpoint/2010/main" val="27176369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 Photo">
    <p:spTree>
      <p:nvGrpSpPr>
        <p:cNvPr id="1" name=""/>
        <p:cNvGrpSpPr/>
        <p:nvPr/>
      </p:nvGrpSpPr>
      <p:grpSpPr>
        <a:xfrm>
          <a:off x="0" y="0"/>
          <a:ext cx="0" cy="0"/>
          <a:chOff x="0" y="0"/>
          <a:chExt cx="0" cy="0"/>
        </a:xfrm>
      </p:grpSpPr>
      <p:pic>
        <p:nvPicPr>
          <p:cNvPr id="32" name="Picture 31" descr="Looking up view of a tall building with glass windows&#10;&#10;Description automatically generated">
            <a:extLst>
              <a:ext uri="{FF2B5EF4-FFF2-40B4-BE49-F238E27FC236}">
                <a16:creationId xmlns:a16="http://schemas.microsoft.com/office/drawing/2014/main" id="{B3DA20F2-2D53-3AEB-2E52-5879AB1D3B2C}"/>
              </a:ext>
            </a:extLst>
          </p:cNvPr>
          <p:cNvPicPr>
            <a:picLocks noChangeAspect="1"/>
          </p:cNvPicPr>
          <p:nvPr/>
        </p:nvPicPr>
        <p:blipFill rotWithShape="1">
          <a:blip r:embed="rId2" cstate="screen">
            <a:alphaModFix/>
            <a:extLst>
              <a:ext uri="{28A0092B-C50C-407E-A947-70E740481C1C}">
                <a14:useLocalDpi xmlns:a14="http://schemas.microsoft.com/office/drawing/2010/main"/>
              </a:ext>
            </a:extLst>
          </a:blip>
          <a:srcRect/>
          <a:stretch/>
        </p:blipFill>
        <p:spPr>
          <a:xfrm>
            <a:off x="1829993" y="0"/>
            <a:ext cx="10358832" cy="6858000"/>
          </a:xfrm>
          <a:prstGeom prst="rect">
            <a:avLst/>
          </a:prstGeom>
        </p:spPr>
      </p:pic>
      <p:sp>
        <p:nvSpPr>
          <p:cNvPr id="9" name="Rectangle 8">
            <a:extLst>
              <a:ext uri="{FF2B5EF4-FFF2-40B4-BE49-F238E27FC236}">
                <a16:creationId xmlns:a16="http://schemas.microsoft.com/office/drawing/2014/main" id="{39644796-3BE2-09B0-F95D-F4AB56E62FD2}"/>
              </a:ext>
            </a:extLst>
          </p:cNvPr>
          <p:cNvSpPr/>
          <p:nvPr/>
        </p:nvSpPr>
        <p:spPr>
          <a:xfrm>
            <a:off x="0" y="0"/>
            <a:ext cx="12182348" cy="6858000"/>
          </a:xfrm>
          <a:prstGeom prst="rect">
            <a:avLst/>
          </a:prstGeom>
          <a:gradFill>
            <a:gsLst>
              <a:gs pos="59553">
                <a:srgbClr val="FFFFFF">
                  <a:alpha val="0"/>
                </a:srgbClr>
              </a:gs>
              <a:gs pos="35000">
                <a:srgbClr val="FFFFFF"/>
              </a:gs>
              <a:gs pos="78000">
                <a:srgbClr val="FFFFFF">
                  <a:alpha val="0"/>
                </a:srgbClr>
              </a:gs>
            </a:gsLst>
            <a:lin ang="0" scaled="1"/>
          </a:gra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
        <p:nvSpPr>
          <p:cNvPr id="10" name="Freeform: Shape 9">
            <a:extLst>
              <a:ext uri="{FF2B5EF4-FFF2-40B4-BE49-F238E27FC236}">
                <a16:creationId xmlns:a16="http://schemas.microsoft.com/office/drawing/2014/main" id="{6DAA0A2E-4B76-3DD4-CF2D-B4E2E491F351}"/>
              </a:ext>
            </a:extLst>
          </p:cNvPr>
          <p:cNvSpPr/>
          <p:nvPr/>
        </p:nvSpPr>
        <p:spPr>
          <a:xfrm>
            <a:off x="6477" y="0"/>
            <a:ext cx="10295334" cy="6040452"/>
          </a:xfrm>
          <a:custGeom>
            <a:avLst/>
            <a:gdLst>
              <a:gd name="connsiteX0" fmla="*/ 10186830 w 10295334"/>
              <a:gd name="connsiteY0" fmla="*/ 0 h 6040452"/>
              <a:gd name="connsiteX1" fmla="*/ 10295334 w 10295334"/>
              <a:gd name="connsiteY1" fmla="*/ 0 h 6040452"/>
              <a:gd name="connsiteX2" fmla="*/ 4722761 w 10295334"/>
              <a:gd name="connsiteY2" fmla="*/ 5572574 h 6040452"/>
              <a:gd name="connsiteX3" fmla="*/ 3593131 w 10295334"/>
              <a:gd name="connsiteY3" fmla="*/ 6040452 h 6040452"/>
              <a:gd name="connsiteX4" fmla="*/ 0 w 10295334"/>
              <a:gd name="connsiteY4" fmla="*/ 6040452 h 6040452"/>
              <a:gd name="connsiteX5" fmla="*/ 0 w 10295334"/>
              <a:gd name="connsiteY5" fmla="*/ 5963772 h 6040452"/>
              <a:gd name="connsiteX6" fmla="*/ 3593131 w 10295334"/>
              <a:gd name="connsiteY6" fmla="*/ 5963772 h 6040452"/>
              <a:gd name="connsiteX7" fmla="*/ 4175135 w 10295334"/>
              <a:gd name="connsiteY7" fmla="*/ 5847985 h 6040452"/>
              <a:gd name="connsiteX8" fmla="*/ 4668509 w 10295334"/>
              <a:gd name="connsiteY8" fmla="*/ 5518323 h 60404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295334" h="6040452">
                <a:moveTo>
                  <a:pt x="10186830" y="0"/>
                </a:moveTo>
                <a:lnTo>
                  <a:pt x="10295334" y="0"/>
                </a:lnTo>
                <a:lnTo>
                  <a:pt x="4722761" y="5572574"/>
                </a:lnTo>
                <a:cubicBezTo>
                  <a:pt x="4423133" y="5872139"/>
                  <a:pt x="4016790" y="6040452"/>
                  <a:pt x="3593131" y="6040452"/>
                </a:cubicBezTo>
                <a:lnTo>
                  <a:pt x="0" y="6040452"/>
                </a:lnTo>
                <a:lnTo>
                  <a:pt x="0" y="5963772"/>
                </a:lnTo>
                <a:lnTo>
                  <a:pt x="3593131" y="5963772"/>
                </a:lnTo>
                <a:cubicBezTo>
                  <a:pt x="3793842" y="5963772"/>
                  <a:pt x="3989696" y="5924793"/>
                  <a:pt x="4175135" y="5847985"/>
                </a:cubicBezTo>
                <a:cubicBezTo>
                  <a:pt x="4360575" y="5771176"/>
                  <a:pt x="4526588" y="5660245"/>
                  <a:pt x="4668509" y="5518323"/>
                </a:cubicBezTo>
                <a:close/>
              </a:path>
            </a:pathLst>
          </a:custGeom>
          <a:gradFill>
            <a:gsLst>
              <a:gs pos="12000">
                <a:schemeClr val="accent3"/>
              </a:gs>
              <a:gs pos="85000">
                <a:schemeClr val="accent2"/>
              </a:gs>
            </a:gsLst>
            <a:lin ang="0" scaled="1"/>
          </a:gradFill>
          <a:ln w="0" cap="flat">
            <a:noFill/>
            <a:prstDash val="solid"/>
            <a:miter/>
          </a:ln>
        </p:spPr>
        <p:txBody>
          <a:bodyPr rtlCol="0" anchor="ctr"/>
          <a:lstStyle/>
          <a:p>
            <a:endParaRPr lang="en-US" dirty="0"/>
          </a:p>
        </p:txBody>
      </p:sp>
      <p:sp>
        <p:nvSpPr>
          <p:cNvPr id="3" name="TextBox 2">
            <a:extLst>
              <a:ext uri="{FF2B5EF4-FFF2-40B4-BE49-F238E27FC236}">
                <a16:creationId xmlns:a16="http://schemas.microsoft.com/office/drawing/2014/main" id="{BACD6F3E-7865-E329-FB61-00E1B7D783BB}"/>
              </a:ext>
            </a:extLst>
          </p:cNvPr>
          <p:cNvSpPr txBox="1"/>
          <p:nvPr/>
        </p:nvSpPr>
        <p:spPr>
          <a:xfrm>
            <a:off x="1645084" y="6461498"/>
            <a:ext cx="3052118" cy="127086"/>
          </a:xfrm>
          <a:prstGeom prst="rect">
            <a:avLst/>
          </a:prstGeom>
          <a:noFill/>
        </p:spPr>
        <p:txBody>
          <a:bodyPr wrap="none" lIns="0" tIns="0" rIns="0" bIns="0" rtlCol="0">
            <a:spAutoFit/>
          </a:bodyPr>
          <a:lstStyle/>
          <a:p>
            <a:pPr algn="l">
              <a:lnSpc>
                <a:spcPct val="130000"/>
              </a:lnSpc>
            </a:pPr>
            <a:r>
              <a:rPr lang="en-US" sz="700" spc="0" baseline="0" dirty="0">
                <a:ln/>
                <a:solidFill>
                  <a:srgbClr val="000000"/>
                </a:solidFill>
                <a:latin typeface="Metropolis-Regular"/>
                <a:sym typeface="Metropolis-Regular"/>
                <a:rtl val="0"/>
              </a:rPr>
              <a:t>Broadcom Proprietary and Confidential. Copyright © 2024 Broadcom.  </a:t>
            </a:r>
          </a:p>
        </p:txBody>
      </p:sp>
      <p:sp>
        <p:nvSpPr>
          <p:cNvPr id="4" name="TextBox 3">
            <a:extLst>
              <a:ext uri="{FF2B5EF4-FFF2-40B4-BE49-F238E27FC236}">
                <a16:creationId xmlns:a16="http://schemas.microsoft.com/office/drawing/2014/main" id="{6CBF91FF-526A-910F-03F2-2D4C07A9F111}"/>
              </a:ext>
            </a:extLst>
          </p:cNvPr>
          <p:cNvSpPr txBox="1"/>
          <p:nvPr/>
        </p:nvSpPr>
        <p:spPr>
          <a:xfrm>
            <a:off x="1645084" y="6569434"/>
            <a:ext cx="3855223" cy="127086"/>
          </a:xfrm>
          <a:prstGeom prst="rect">
            <a:avLst/>
          </a:prstGeom>
          <a:noFill/>
        </p:spPr>
        <p:txBody>
          <a:bodyPr wrap="none" lIns="0" tIns="0" rIns="0" bIns="0" rtlCol="0">
            <a:spAutoFit/>
          </a:bodyPr>
          <a:lstStyle/>
          <a:p>
            <a:pPr algn="l">
              <a:lnSpc>
                <a:spcPct val="130000"/>
              </a:lnSpc>
            </a:pPr>
            <a:r>
              <a:rPr lang="en-US" sz="700" spc="0" baseline="0" dirty="0">
                <a:ln/>
                <a:solidFill>
                  <a:srgbClr val="000000"/>
                </a:solidFill>
                <a:latin typeface="Metropolis-Regular"/>
                <a:sym typeface="Metropolis-Regular"/>
                <a:rtl val="0"/>
              </a:rPr>
              <a:t>All Rights Reserved. The term “Broadcom” refers to Broadcom Inc. and/or its subsidiaries.</a:t>
            </a:r>
          </a:p>
        </p:txBody>
      </p:sp>
      <p:grpSp>
        <p:nvGrpSpPr>
          <p:cNvPr id="5" name="Graphic 8">
            <a:extLst>
              <a:ext uri="{FF2B5EF4-FFF2-40B4-BE49-F238E27FC236}">
                <a16:creationId xmlns:a16="http://schemas.microsoft.com/office/drawing/2014/main" id="{3E09CBA6-627D-2768-152C-A25B87CF790A}"/>
              </a:ext>
            </a:extLst>
          </p:cNvPr>
          <p:cNvGrpSpPr/>
          <p:nvPr/>
        </p:nvGrpSpPr>
        <p:grpSpPr>
          <a:xfrm>
            <a:off x="265625" y="6323271"/>
            <a:ext cx="1249223" cy="369648"/>
            <a:chOff x="265625" y="6323271"/>
            <a:chExt cx="1249223" cy="369648"/>
          </a:xfrm>
          <a:solidFill>
            <a:srgbClr val="000000"/>
          </a:solidFill>
        </p:grpSpPr>
        <p:grpSp>
          <p:nvGrpSpPr>
            <p:cNvPr id="6" name="Graphic 8">
              <a:extLst>
                <a:ext uri="{FF2B5EF4-FFF2-40B4-BE49-F238E27FC236}">
                  <a16:creationId xmlns:a16="http://schemas.microsoft.com/office/drawing/2014/main" id="{685DA75B-DA1C-13EF-F3C8-ACEE2C668A7F}"/>
                </a:ext>
              </a:extLst>
            </p:cNvPr>
            <p:cNvGrpSpPr/>
            <p:nvPr/>
          </p:nvGrpSpPr>
          <p:grpSpPr>
            <a:xfrm>
              <a:off x="745455" y="6594444"/>
              <a:ext cx="722662" cy="98475"/>
              <a:chOff x="745455" y="6594444"/>
              <a:chExt cx="722662" cy="98475"/>
            </a:xfrm>
            <a:solidFill>
              <a:srgbClr val="000000"/>
            </a:solidFill>
          </p:grpSpPr>
          <p:sp>
            <p:nvSpPr>
              <p:cNvPr id="21" name="Freeform 20">
                <a:extLst>
                  <a:ext uri="{FF2B5EF4-FFF2-40B4-BE49-F238E27FC236}">
                    <a16:creationId xmlns:a16="http://schemas.microsoft.com/office/drawing/2014/main" id="{6E43D9EF-A9B1-97EC-9CAB-0367B664C9D0}"/>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22" name="Freeform 21">
                <a:extLst>
                  <a:ext uri="{FF2B5EF4-FFF2-40B4-BE49-F238E27FC236}">
                    <a16:creationId xmlns:a16="http://schemas.microsoft.com/office/drawing/2014/main" id="{5B127822-510F-D59E-2401-DACD4D6BA077}"/>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23" name="Freeform 22">
                <a:extLst>
                  <a:ext uri="{FF2B5EF4-FFF2-40B4-BE49-F238E27FC236}">
                    <a16:creationId xmlns:a16="http://schemas.microsoft.com/office/drawing/2014/main" id="{F3E9315B-DD78-18E2-9951-D8120BAD9160}"/>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24" name="Freeform 23">
                <a:extLst>
                  <a:ext uri="{FF2B5EF4-FFF2-40B4-BE49-F238E27FC236}">
                    <a16:creationId xmlns:a16="http://schemas.microsoft.com/office/drawing/2014/main" id="{E2AF63A1-86BF-B1C3-A3F5-517003C7A966}"/>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25" name="Freeform 24">
                <a:extLst>
                  <a:ext uri="{FF2B5EF4-FFF2-40B4-BE49-F238E27FC236}">
                    <a16:creationId xmlns:a16="http://schemas.microsoft.com/office/drawing/2014/main" id="{0AC22223-58F9-DB0C-9D61-94D7B8E8C1F4}"/>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26" name="Freeform 25">
                <a:extLst>
                  <a:ext uri="{FF2B5EF4-FFF2-40B4-BE49-F238E27FC236}">
                    <a16:creationId xmlns:a16="http://schemas.microsoft.com/office/drawing/2014/main" id="{1114E784-D17D-A2C2-757A-7B9912824867}"/>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27" name="Freeform 26">
                <a:extLst>
                  <a:ext uri="{FF2B5EF4-FFF2-40B4-BE49-F238E27FC236}">
                    <a16:creationId xmlns:a16="http://schemas.microsoft.com/office/drawing/2014/main" id="{DF09BAA7-F77F-FEDC-A8A8-F10B9350FFF7}"/>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28" name="Freeform 27">
                <a:extLst>
                  <a:ext uri="{FF2B5EF4-FFF2-40B4-BE49-F238E27FC236}">
                    <a16:creationId xmlns:a16="http://schemas.microsoft.com/office/drawing/2014/main" id="{0A1F18F3-D078-404B-FFBA-A4E33B814768}"/>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29" name="Freeform 28">
                <a:extLst>
                  <a:ext uri="{FF2B5EF4-FFF2-40B4-BE49-F238E27FC236}">
                    <a16:creationId xmlns:a16="http://schemas.microsoft.com/office/drawing/2014/main" id="{0DA5E4E2-82BF-54FB-780E-193386E0F471}"/>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30" name="Freeform 29">
                <a:extLst>
                  <a:ext uri="{FF2B5EF4-FFF2-40B4-BE49-F238E27FC236}">
                    <a16:creationId xmlns:a16="http://schemas.microsoft.com/office/drawing/2014/main" id="{61295929-CD29-6FBF-CE14-3BC84AB4A1F6}"/>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7" name="Graphic 8">
              <a:extLst>
                <a:ext uri="{FF2B5EF4-FFF2-40B4-BE49-F238E27FC236}">
                  <a16:creationId xmlns:a16="http://schemas.microsoft.com/office/drawing/2014/main" id="{E1BC8CC5-030B-A124-A179-FC1B1CB93618}"/>
                </a:ext>
              </a:extLst>
            </p:cNvPr>
            <p:cNvGrpSpPr/>
            <p:nvPr/>
          </p:nvGrpSpPr>
          <p:grpSpPr>
            <a:xfrm>
              <a:off x="265625" y="6323271"/>
              <a:ext cx="1249223" cy="190348"/>
              <a:chOff x="265625" y="6323271"/>
              <a:chExt cx="1249223" cy="190348"/>
            </a:xfrm>
            <a:solidFill>
              <a:srgbClr val="000000"/>
            </a:solidFill>
          </p:grpSpPr>
          <p:sp>
            <p:nvSpPr>
              <p:cNvPr id="12" name="Freeform 11">
                <a:extLst>
                  <a:ext uri="{FF2B5EF4-FFF2-40B4-BE49-F238E27FC236}">
                    <a16:creationId xmlns:a16="http://schemas.microsoft.com/office/drawing/2014/main" id="{8263E9E0-CE6D-2469-4DAA-AAD461690F95}"/>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13" name="Freeform 12">
                <a:extLst>
                  <a:ext uri="{FF2B5EF4-FFF2-40B4-BE49-F238E27FC236}">
                    <a16:creationId xmlns:a16="http://schemas.microsoft.com/office/drawing/2014/main" id="{54E7CD3B-64B1-7447-7A83-5830224748C9}"/>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14" name="Freeform 13">
                <a:extLst>
                  <a:ext uri="{FF2B5EF4-FFF2-40B4-BE49-F238E27FC236}">
                    <a16:creationId xmlns:a16="http://schemas.microsoft.com/office/drawing/2014/main" id="{3C5659AD-F571-B436-FA9E-F3EB0D45050A}"/>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16" name="Freeform 15">
                <a:extLst>
                  <a:ext uri="{FF2B5EF4-FFF2-40B4-BE49-F238E27FC236}">
                    <a16:creationId xmlns:a16="http://schemas.microsoft.com/office/drawing/2014/main" id="{6775BD55-89FE-BF4D-F689-E5F5188D1010}"/>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18" name="Freeform 17">
                <a:extLst>
                  <a:ext uri="{FF2B5EF4-FFF2-40B4-BE49-F238E27FC236}">
                    <a16:creationId xmlns:a16="http://schemas.microsoft.com/office/drawing/2014/main" id="{80CF7C26-1A1F-1F80-46D4-8309C39F0CA9}"/>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19" name="Freeform 18">
                <a:extLst>
                  <a:ext uri="{FF2B5EF4-FFF2-40B4-BE49-F238E27FC236}">
                    <a16:creationId xmlns:a16="http://schemas.microsoft.com/office/drawing/2014/main" id="{C0E1496F-2BE6-5149-BE29-0376ABD59D69}"/>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20" name="Freeform 19">
                <a:extLst>
                  <a:ext uri="{FF2B5EF4-FFF2-40B4-BE49-F238E27FC236}">
                    <a16:creationId xmlns:a16="http://schemas.microsoft.com/office/drawing/2014/main" id="{4C0A74FC-F5C6-E572-32D2-2A39D4551EAD}"/>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
        <p:nvSpPr>
          <p:cNvPr id="8" name="Text Placeholder 7">
            <a:extLst>
              <a:ext uri="{FF2B5EF4-FFF2-40B4-BE49-F238E27FC236}">
                <a16:creationId xmlns:a16="http://schemas.microsoft.com/office/drawing/2014/main" id="{B6C21BA7-C6D2-446E-8FD2-266107E90C49}"/>
              </a:ext>
            </a:extLst>
          </p:cNvPr>
          <p:cNvSpPr>
            <a:spLocks noGrp="1"/>
          </p:cNvSpPr>
          <p:nvPr>
            <p:ph type="body" sz="quarter" idx="16" hasCustomPrompt="1"/>
          </p:nvPr>
        </p:nvSpPr>
        <p:spPr>
          <a:xfrm>
            <a:off x="438912" y="1600200"/>
            <a:ext cx="4754880" cy="3200400"/>
          </a:xfrm>
        </p:spPr>
        <p:txBody>
          <a:bodyPr anchor="b"/>
          <a:lstStyle>
            <a:lvl1pPr marL="169863" indent="-169863">
              <a:buClrTx/>
              <a:buSzPct val="100000"/>
              <a:buFont typeface="Metropolis" panose="00000500000000000000" pitchFamily="2" charset="0"/>
              <a:buChar char="“"/>
              <a:defRPr sz="2800">
                <a:solidFill>
                  <a:schemeClr val="accent2"/>
                </a:solidFill>
              </a:defRPr>
            </a:lvl1pPr>
            <a:lvl2pPr marL="457200" indent="-184150">
              <a:buClrTx/>
              <a:buFont typeface="Metropolis" panose="00000500000000000000" pitchFamily="2" charset="0"/>
              <a:buChar char="“"/>
              <a:defRPr>
                <a:solidFill>
                  <a:schemeClr val="bg1"/>
                </a:solidFill>
              </a:defRPr>
            </a:lvl2pPr>
            <a:lvl3pPr marL="744538" indent="-169863">
              <a:buClrTx/>
              <a:buFont typeface="Metropolis" panose="00000500000000000000" pitchFamily="2" charset="0"/>
              <a:buChar char="“"/>
              <a:defRPr>
                <a:solidFill>
                  <a:schemeClr val="bg1"/>
                </a:solidFill>
              </a:defRPr>
            </a:lvl3pPr>
            <a:lvl4pPr marL="969963" indent="-166688">
              <a:buClrTx/>
              <a:buFont typeface="Metropolis" panose="00000500000000000000" pitchFamily="2" charset="0"/>
              <a:buChar char="“"/>
              <a:defRPr>
                <a:solidFill>
                  <a:schemeClr val="bg1"/>
                </a:solidFill>
              </a:defRPr>
            </a:lvl4pPr>
            <a:lvl5pPr marL="1143000" indent="-138113">
              <a:buClrTx/>
              <a:buFont typeface="Metropolis" panose="00000500000000000000" pitchFamily="2" charset="0"/>
              <a:buChar char="“"/>
              <a:defRPr>
                <a:solidFill>
                  <a:schemeClr val="bg1"/>
                </a:solidFill>
              </a:defRPr>
            </a:lvl5pPr>
          </a:lstStyle>
          <a:p>
            <a:pPr lvl="0"/>
            <a:r>
              <a:rPr lang="en-US"/>
              <a:t>Quote page with photo showing a building. Click to replace text.”</a:t>
            </a:r>
          </a:p>
        </p:txBody>
      </p:sp>
      <p:sp>
        <p:nvSpPr>
          <p:cNvPr id="11" name="Text Placeholder 10">
            <a:extLst>
              <a:ext uri="{FF2B5EF4-FFF2-40B4-BE49-F238E27FC236}">
                <a16:creationId xmlns:a16="http://schemas.microsoft.com/office/drawing/2014/main" id="{0762CBDD-60C2-443D-88B5-C596896049D8}"/>
              </a:ext>
            </a:extLst>
          </p:cNvPr>
          <p:cNvSpPr>
            <a:spLocks noGrp="1"/>
          </p:cNvSpPr>
          <p:nvPr>
            <p:ph type="body" sz="quarter" idx="17" hasCustomPrompt="1"/>
          </p:nvPr>
        </p:nvSpPr>
        <p:spPr>
          <a:xfrm>
            <a:off x="612648" y="5065776"/>
            <a:ext cx="3591052" cy="674624"/>
          </a:xfrm>
        </p:spPr>
        <p:txBody>
          <a:bodyPr/>
          <a:lstStyle>
            <a:lvl1pPr marL="285750" indent="-285750">
              <a:defRPr lang="en-US" sz="1800" kern="1200" dirty="0">
                <a:solidFill>
                  <a:schemeClr val="tx1"/>
                </a:solidFill>
                <a:latin typeface="+mn-lt"/>
                <a:ea typeface="+mn-ea"/>
                <a:cs typeface="+mn-cs"/>
              </a:defRPr>
            </a:lvl1pPr>
          </a:lstStyle>
          <a:p>
            <a:pPr marL="0" lvl="0" indent="0" algn="l" defTabSz="914400" rtl="0" eaLnBrk="1" latinLnBrk="0" hangingPunct="1">
              <a:lnSpc>
                <a:spcPct val="100000"/>
              </a:lnSpc>
              <a:spcBef>
                <a:spcPts val="1200"/>
              </a:spcBef>
              <a:buClr>
                <a:schemeClr val="tx1">
                  <a:lumMod val="60000"/>
                  <a:lumOff val="40000"/>
                </a:schemeClr>
              </a:buClr>
              <a:buSzPct val="90000"/>
              <a:buFont typeface="Arial" panose="020B0604020202020204" pitchFamily="34" charset="0"/>
              <a:buChar char="​"/>
            </a:pPr>
            <a:r>
              <a:rPr lang="en-US" dirty="0"/>
              <a:t>Source Name</a:t>
            </a:r>
          </a:p>
        </p:txBody>
      </p:sp>
      <p:sp>
        <p:nvSpPr>
          <p:cNvPr id="15" name="page number">
            <a:extLst>
              <a:ext uri="{FF2B5EF4-FFF2-40B4-BE49-F238E27FC236}">
                <a16:creationId xmlns:a16="http://schemas.microsoft.com/office/drawing/2014/main" id="{65B8D505-D55C-B546-9B33-22157CD80DE2}"/>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solidFill>
                  <a:schemeClr val="bg1"/>
                </a:solidFill>
              </a:rPr>
              <a:pPr lvl="0" algn="r"/>
              <a:t>‹#›</a:t>
            </a:fld>
            <a:endParaRPr lang="en-US" dirty="0">
              <a:solidFill>
                <a:schemeClr val="bg1"/>
              </a:solidFill>
            </a:endParaRPr>
          </a:p>
        </p:txBody>
      </p:sp>
      <p:pic>
        <p:nvPicPr>
          <p:cNvPr id="31" name="Picture 30" descr="Looking up view of a tall building with glass windows&#10;&#10;Description automatically generated">
            <a:extLst>
              <a:ext uri="{FF2B5EF4-FFF2-40B4-BE49-F238E27FC236}">
                <a16:creationId xmlns:a16="http://schemas.microsoft.com/office/drawing/2014/main" id="{B3DA20F2-2D53-3AEB-2E52-5879AB1D3B2C}"/>
              </a:ext>
            </a:extLst>
          </p:cNvPr>
          <p:cNvPicPr>
            <a:picLocks noChangeAspect="1"/>
          </p:cNvPicPr>
          <p:nvPr userDrawn="1"/>
        </p:nvPicPr>
        <p:blipFill rotWithShape="1">
          <a:blip r:embed="rId2" cstate="screen">
            <a:alphaModFix/>
            <a:extLst>
              <a:ext uri="{28A0092B-C50C-407E-A947-70E740481C1C}">
                <a14:useLocalDpi xmlns:a14="http://schemas.microsoft.com/office/drawing/2010/main"/>
              </a:ext>
            </a:extLst>
          </a:blip>
          <a:srcRect/>
          <a:stretch/>
        </p:blipFill>
        <p:spPr>
          <a:xfrm>
            <a:off x="1829993" y="0"/>
            <a:ext cx="10358832" cy="6858000"/>
          </a:xfrm>
          <a:prstGeom prst="rect">
            <a:avLst/>
          </a:prstGeom>
        </p:spPr>
      </p:pic>
      <p:sp>
        <p:nvSpPr>
          <p:cNvPr id="33" name="Rectangle 32">
            <a:extLst>
              <a:ext uri="{FF2B5EF4-FFF2-40B4-BE49-F238E27FC236}">
                <a16:creationId xmlns:a16="http://schemas.microsoft.com/office/drawing/2014/main" id="{39644796-3BE2-09B0-F95D-F4AB56E62FD2}"/>
              </a:ext>
            </a:extLst>
          </p:cNvPr>
          <p:cNvSpPr/>
          <p:nvPr userDrawn="1"/>
        </p:nvSpPr>
        <p:spPr>
          <a:xfrm>
            <a:off x="0" y="0"/>
            <a:ext cx="12182348" cy="6858000"/>
          </a:xfrm>
          <a:prstGeom prst="rect">
            <a:avLst/>
          </a:prstGeom>
          <a:gradFill>
            <a:gsLst>
              <a:gs pos="59553">
                <a:srgbClr val="FFFFFF">
                  <a:alpha val="0"/>
                </a:srgbClr>
              </a:gs>
              <a:gs pos="35000">
                <a:srgbClr val="FFFFFF"/>
              </a:gs>
              <a:gs pos="78000">
                <a:srgbClr val="FFFFFF">
                  <a:alpha val="0"/>
                </a:srgbClr>
              </a:gs>
            </a:gsLst>
            <a:lin ang="0" scaled="1"/>
          </a:gra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
        <p:nvSpPr>
          <p:cNvPr id="34" name="Freeform: Shape 9">
            <a:extLst>
              <a:ext uri="{FF2B5EF4-FFF2-40B4-BE49-F238E27FC236}">
                <a16:creationId xmlns:a16="http://schemas.microsoft.com/office/drawing/2014/main" id="{6DAA0A2E-4B76-3DD4-CF2D-B4E2E491F351}"/>
              </a:ext>
            </a:extLst>
          </p:cNvPr>
          <p:cNvSpPr/>
          <p:nvPr userDrawn="1"/>
        </p:nvSpPr>
        <p:spPr>
          <a:xfrm>
            <a:off x="0" y="0"/>
            <a:ext cx="10295334" cy="6040452"/>
          </a:xfrm>
          <a:custGeom>
            <a:avLst/>
            <a:gdLst>
              <a:gd name="connsiteX0" fmla="*/ 10186830 w 10295334"/>
              <a:gd name="connsiteY0" fmla="*/ 0 h 6040452"/>
              <a:gd name="connsiteX1" fmla="*/ 10295334 w 10295334"/>
              <a:gd name="connsiteY1" fmla="*/ 0 h 6040452"/>
              <a:gd name="connsiteX2" fmla="*/ 4722761 w 10295334"/>
              <a:gd name="connsiteY2" fmla="*/ 5572574 h 6040452"/>
              <a:gd name="connsiteX3" fmla="*/ 3593131 w 10295334"/>
              <a:gd name="connsiteY3" fmla="*/ 6040452 h 6040452"/>
              <a:gd name="connsiteX4" fmla="*/ 0 w 10295334"/>
              <a:gd name="connsiteY4" fmla="*/ 6040452 h 6040452"/>
              <a:gd name="connsiteX5" fmla="*/ 0 w 10295334"/>
              <a:gd name="connsiteY5" fmla="*/ 5963772 h 6040452"/>
              <a:gd name="connsiteX6" fmla="*/ 3593131 w 10295334"/>
              <a:gd name="connsiteY6" fmla="*/ 5963772 h 6040452"/>
              <a:gd name="connsiteX7" fmla="*/ 4175135 w 10295334"/>
              <a:gd name="connsiteY7" fmla="*/ 5847985 h 6040452"/>
              <a:gd name="connsiteX8" fmla="*/ 4668509 w 10295334"/>
              <a:gd name="connsiteY8" fmla="*/ 5518323 h 60404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295334" h="6040452">
                <a:moveTo>
                  <a:pt x="10186830" y="0"/>
                </a:moveTo>
                <a:lnTo>
                  <a:pt x="10295334" y="0"/>
                </a:lnTo>
                <a:lnTo>
                  <a:pt x="4722761" y="5572574"/>
                </a:lnTo>
                <a:cubicBezTo>
                  <a:pt x="4423133" y="5872139"/>
                  <a:pt x="4016790" y="6040452"/>
                  <a:pt x="3593131" y="6040452"/>
                </a:cubicBezTo>
                <a:lnTo>
                  <a:pt x="0" y="6040452"/>
                </a:lnTo>
                <a:lnTo>
                  <a:pt x="0" y="5963772"/>
                </a:lnTo>
                <a:lnTo>
                  <a:pt x="3593131" y="5963772"/>
                </a:lnTo>
                <a:cubicBezTo>
                  <a:pt x="3793842" y="5963772"/>
                  <a:pt x="3989696" y="5924793"/>
                  <a:pt x="4175135" y="5847985"/>
                </a:cubicBezTo>
                <a:cubicBezTo>
                  <a:pt x="4360575" y="5771176"/>
                  <a:pt x="4526588" y="5660245"/>
                  <a:pt x="4668509" y="5518323"/>
                </a:cubicBezTo>
                <a:close/>
              </a:path>
            </a:pathLst>
          </a:custGeom>
          <a:gradFill>
            <a:gsLst>
              <a:gs pos="12000">
                <a:schemeClr val="accent3"/>
              </a:gs>
              <a:gs pos="85000">
                <a:schemeClr val="accent2"/>
              </a:gs>
            </a:gsLst>
            <a:lin ang="0" scaled="1"/>
          </a:gradFill>
          <a:ln w="0" cap="flat">
            <a:noFill/>
            <a:prstDash val="solid"/>
            <a:miter/>
          </a:ln>
        </p:spPr>
        <p:txBody>
          <a:bodyPr rtlCol="0" anchor="ctr"/>
          <a:lstStyle/>
          <a:p>
            <a:endParaRPr lang="en-US" dirty="0"/>
          </a:p>
        </p:txBody>
      </p:sp>
      <p:grpSp>
        <p:nvGrpSpPr>
          <p:cNvPr id="37" name="Graphic 8">
            <a:extLst>
              <a:ext uri="{FF2B5EF4-FFF2-40B4-BE49-F238E27FC236}">
                <a16:creationId xmlns:a16="http://schemas.microsoft.com/office/drawing/2014/main" id="{3E09CBA6-627D-2768-152C-A25B87CF790A}"/>
              </a:ext>
            </a:extLst>
          </p:cNvPr>
          <p:cNvGrpSpPr/>
          <p:nvPr userDrawn="1"/>
        </p:nvGrpSpPr>
        <p:grpSpPr>
          <a:xfrm>
            <a:off x="265625" y="6323271"/>
            <a:ext cx="1249223" cy="369648"/>
            <a:chOff x="265625" y="6323271"/>
            <a:chExt cx="1249223" cy="369648"/>
          </a:xfrm>
          <a:solidFill>
            <a:srgbClr val="000000"/>
          </a:solidFill>
        </p:grpSpPr>
        <p:grpSp>
          <p:nvGrpSpPr>
            <p:cNvPr id="38" name="Graphic 8">
              <a:extLst>
                <a:ext uri="{FF2B5EF4-FFF2-40B4-BE49-F238E27FC236}">
                  <a16:creationId xmlns:a16="http://schemas.microsoft.com/office/drawing/2014/main" id="{685DA75B-DA1C-13EF-F3C8-ACEE2C668A7F}"/>
                </a:ext>
              </a:extLst>
            </p:cNvPr>
            <p:cNvGrpSpPr/>
            <p:nvPr/>
          </p:nvGrpSpPr>
          <p:grpSpPr>
            <a:xfrm>
              <a:off x="745455" y="6594444"/>
              <a:ext cx="722662" cy="98475"/>
              <a:chOff x="745455" y="6594444"/>
              <a:chExt cx="722662" cy="98475"/>
            </a:xfrm>
            <a:solidFill>
              <a:srgbClr val="000000"/>
            </a:solidFill>
          </p:grpSpPr>
          <p:sp>
            <p:nvSpPr>
              <p:cNvPr id="47" name="Freeform 46">
                <a:extLst>
                  <a:ext uri="{FF2B5EF4-FFF2-40B4-BE49-F238E27FC236}">
                    <a16:creationId xmlns:a16="http://schemas.microsoft.com/office/drawing/2014/main" id="{6E43D9EF-A9B1-97EC-9CAB-0367B664C9D0}"/>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48" name="Freeform 47">
                <a:extLst>
                  <a:ext uri="{FF2B5EF4-FFF2-40B4-BE49-F238E27FC236}">
                    <a16:creationId xmlns:a16="http://schemas.microsoft.com/office/drawing/2014/main" id="{5B127822-510F-D59E-2401-DACD4D6BA077}"/>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49" name="Freeform 48">
                <a:extLst>
                  <a:ext uri="{FF2B5EF4-FFF2-40B4-BE49-F238E27FC236}">
                    <a16:creationId xmlns:a16="http://schemas.microsoft.com/office/drawing/2014/main" id="{F3E9315B-DD78-18E2-9951-D8120BAD9160}"/>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50" name="Freeform 49">
                <a:extLst>
                  <a:ext uri="{FF2B5EF4-FFF2-40B4-BE49-F238E27FC236}">
                    <a16:creationId xmlns:a16="http://schemas.microsoft.com/office/drawing/2014/main" id="{E2AF63A1-86BF-B1C3-A3F5-517003C7A966}"/>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51" name="Freeform 50">
                <a:extLst>
                  <a:ext uri="{FF2B5EF4-FFF2-40B4-BE49-F238E27FC236}">
                    <a16:creationId xmlns:a16="http://schemas.microsoft.com/office/drawing/2014/main" id="{0AC22223-58F9-DB0C-9D61-94D7B8E8C1F4}"/>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52" name="Freeform 51">
                <a:extLst>
                  <a:ext uri="{FF2B5EF4-FFF2-40B4-BE49-F238E27FC236}">
                    <a16:creationId xmlns:a16="http://schemas.microsoft.com/office/drawing/2014/main" id="{1114E784-D17D-A2C2-757A-7B9912824867}"/>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53" name="Freeform 52">
                <a:extLst>
                  <a:ext uri="{FF2B5EF4-FFF2-40B4-BE49-F238E27FC236}">
                    <a16:creationId xmlns:a16="http://schemas.microsoft.com/office/drawing/2014/main" id="{DF09BAA7-F77F-FEDC-A8A8-F10B9350FFF7}"/>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54" name="Freeform 53">
                <a:extLst>
                  <a:ext uri="{FF2B5EF4-FFF2-40B4-BE49-F238E27FC236}">
                    <a16:creationId xmlns:a16="http://schemas.microsoft.com/office/drawing/2014/main" id="{0A1F18F3-D078-404B-FFBA-A4E33B814768}"/>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55" name="Freeform 54">
                <a:extLst>
                  <a:ext uri="{FF2B5EF4-FFF2-40B4-BE49-F238E27FC236}">
                    <a16:creationId xmlns:a16="http://schemas.microsoft.com/office/drawing/2014/main" id="{0DA5E4E2-82BF-54FB-780E-193386E0F471}"/>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56" name="Freeform 55">
                <a:extLst>
                  <a:ext uri="{FF2B5EF4-FFF2-40B4-BE49-F238E27FC236}">
                    <a16:creationId xmlns:a16="http://schemas.microsoft.com/office/drawing/2014/main" id="{61295929-CD29-6FBF-CE14-3BC84AB4A1F6}"/>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39" name="Graphic 8">
              <a:extLst>
                <a:ext uri="{FF2B5EF4-FFF2-40B4-BE49-F238E27FC236}">
                  <a16:creationId xmlns:a16="http://schemas.microsoft.com/office/drawing/2014/main" id="{E1BC8CC5-030B-A124-A179-FC1B1CB93618}"/>
                </a:ext>
              </a:extLst>
            </p:cNvPr>
            <p:cNvGrpSpPr/>
            <p:nvPr/>
          </p:nvGrpSpPr>
          <p:grpSpPr>
            <a:xfrm>
              <a:off x="265625" y="6323271"/>
              <a:ext cx="1249223" cy="190348"/>
              <a:chOff x="265625" y="6323271"/>
              <a:chExt cx="1249223" cy="190348"/>
            </a:xfrm>
            <a:solidFill>
              <a:srgbClr val="000000"/>
            </a:solidFill>
          </p:grpSpPr>
          <p:sp>
            <p:nvSpPr>
              <p:cNvPr id="40" name="Freeform 39">
                <a:extLst>
                  <a:ext uri="{FF2B5EF4-FFF2-40B4-BE49-F238E27FC236}">
                    <a16:creationId xmlns:a16="http://schemas.microsoft.com/office/drawing/2014/main" id="{8263E9E0-CE6D-2469-4DAA-AAD461690F95}"/>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41" name="Freeform 40">
                <a:extLst>
                  <a:ext uri="{FF2B5EF4-FFF2-40B4-BE49-F238E27FC236}">
                    <a16:creationId xmlns:a16="http://schemas.microsoft.com/office/drawing/2014/main" id="{54E7CD3B-64B1-7447-7A83-5830224748C9}"/>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42" name="Freeform 41">
                <a:extLst>
                  <a:ext uri="{FF2B5EF4-FFF2-40B4-BE49-F238E27FC236}">
                    <a16:creationId xmlns:a16="http://schemas.microsoft.com/office/drawing/2014/main" id="{3C5659AD-F571-B436-FA9E-F3EB0D45050A}"/>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43" name="Freeform 42">
                <a:extLst>
                  <a:ext uri="{FF2B5EF4-FFF2-40B4-BE49-F238E27FC236}">
                    <a16:creationId xmlns:a16="http://schemas.microsoft.com/office/drawing/2014/main" id="{6775BD55-89FE-BF4D-F689-E5F5188D1010}"/>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44" name="Freeform 43">
                <a:extLst>
                  <a:ext uri="{FF2B5EF4-FFF2-40B4-BE49-F238E27FC236}">
                    <a16:creationId xmlns:a16="http://schemas.microsoft.com/office/drawing/2014/main" id="{80CF7C26-1A1F-1F80-46D4-8309C39F0CA9}"/>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45" name="Freeform 44">
                <a:extLst>
                  <a:ext uri="{FF2B5EF4-FFF2-40B4-BE49-F238E27FC236}">
                    <a16:creationId xmlns:a16="http://schemas.microsoft.com/office/drawing/2014/main" id="{C0E1496F-2BE6-5149-BE29-0376ABD59D69}"/>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46" name="Freeform 45">
                <a:extLst>
                  <a:ext uri="{FF2B5EF4-FFF2-40B4-BE49-F238E27FC236}">
                    <a16:creationId xmlns:a16="http://schemas.microsoft.com/office/drawing/2014/main" id="{4C0A74FC-F5C6-E572-32D2-2A39D4551EAD}"/>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
        <p:nvSpPr>
          <p:cNvPr id="57" name="page number">
            <a:extLst>
              <a:ext uri="{FF2B5EF4-FFF2-40B4-BE49-F238E27FC236}">
                <a16:creationId xmlns:a16="http://schemas.microsoft.com/office/drawing/2014/main" id="{65B8D505-D55C-B546-9B33-22157CD80DE2}"/>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solidFill>
                  <a:schemeClr val="bg1"/>
                </a:solidFill>
              </a:rPr>
              <a:pPr lvl="0" algn="r"/>
              <a:t>‹#›</a:t>
            </a:fld>
            <a:endParaRPr lang="en-US" dirty="0">
              <a:solidFill>
                <a:schemeClr val="bg1"/>
              </a:solidFill>
            </a:endParaRPr>
          </a:p>
        </p:txBody>
      </p:sp>
      <p:sp>
        <p:nvSpPr>
          <p:cNvPr id="17" name="TextBox 16">
            <a:extLst>
              <a:ext uri="{FF2B5EF4-FFF2-40B4-BE49-F238E27FC236}">
                <a16:creationId xmlns:a16="http://schemas.microsoft.com/office/drawing/2014/main" id="{0D3A3CDD-4D8E-3CB0-B95C-B4DE8B5B02E4}"/>
              </a:ext>
            </a:extLst>
          </p:cNvPr>
          <p:cNvSpPr txBox="1"/>
          <p:nvPr userDrawn="1"/>
        </p:nvSpPr>
        <p:spPr>
          <a:xfrm>
            <a:off x="1645084" y="6461498"/>
            <a:ext cx="3574697" cy="215444"/>
          </a:xfrm>
          <a:prstGeom prst="rect">
            <a:avLst/>
          </a:prstGeom>
          <a:noFill/>
        </p:spPr>
        <p:txBody>
          <a:bodyPr wrap="none" lIns="0" tIns="0" rIns="0" bIns="0" rtlCol="0">
            <a:spAutoFit/>
          </a:bodyPr>
          <a:lstStyle/>
          <a:p>
            <a:pPr algn="l">
              <a:lnSpc>
                <a:spcPct val="100000"/>
              </a:lnSpc>
            </a:pPr>
            <a:r>
              <a:rPr lang="en-US" sz="700" spc="0" baseline="0" dirty="0">
                <a:ln/>
                <a:solidFill>
                  <a:srgbClr val="000000"/>
                </a:solidFill>
                <a:latin typeface="+mn-lt"/>
                <a:sym typeface="Metropolis-Regular"/>
                <a:rtl val="0"/>
              </a:rPr>
              <a:t>Broadcom Proprietary and Confidential. Copyright © 2026 Broadcom.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700" spc="0" baseline="0" dirty="0">
                <a:ln/>
                <a:solidFill>
                  <a:srgbClr val="000000"/>
                </a:solidFill>
                <a:latin typeface="+mn-lt"/>
                <a:sym typeface="Metropolis-Regular"/>
                <a:rtl val="0"/>
              </a:rPr>
              <a:t>All Rights Reserved. The term “Broadcom” refers to Broadcom Inc. and/or its subsidiaries.</a:t>
            </a:r>
          </a:p>
        </p:txBody>
      </p:sp>
    </p:spTree>
    <p:extLst>
      <p:ext uri="{BB962C8B-B14F-4D97-AF65-F5344CB8AC3E}">
        <p14:creationId xmlns:p14="http://schemas.microsoft.com/office/powerpoint/2010/main" val="21072837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D90EF1-7A6F-4CAE-80CD-2BC8A8107F0C}"/>
              </a:ext>
            </a:extLst>
          </p:cNvPr>
          <p:cNvSpPr>
            <a:spLocks noGrp="1"/>
          </p:cNvSpPr>
          <p:nvPr>
            <p:ph type="title" hasCustomPrompt="1"/>
          </p:nvPr>
        </p:nvSpPr>
        <p:spPr/>
        <p:txBody>
          <a:bodyPr/>
          <a:lstStyle>
            <a:lvl1pPr>
              <a:defRPr>
                <a:solidFill>
                  <a:schemeClr val="accent2"/>
                </a:solidFill>
              </a:defRPr>
            </a:lvl1pPr>
          </a:lstStyle>
          <a:p>
            <a:r>
              <a:rPr lang="en-US"/>
              <a:t>Click to Add One Line Title</a:t>
            </a:r>
          </a:p>
        </p:txBody>
      </p:sp>
      <p:sp>
        <p:nvSpPr>
          <p:cNvPr id="6" name="page number">
            <a:extLst>
              <a:ext uri="{FF2B5EF4-FFF2-40B4-BE49-F238E27FC236}">
                <a16:creationId xmlns:a16="http://schemas.microsoft.com/office/drawing/2014/main" id="{F2584149-C6DB-AE45-B715-90B7DF169DD6}"/>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4" name="page number">
            <a:extLst>
              <a:ext uri="{FF2B5EF4-FFF2-40B4-BE49-F238E27FC236}">
                <a16:creationId xmlns:a16="http://schemas.microsoft.com/office/drawing/2014/main" id="{F2584149-C6DB-AE45-B715-90B7DF169DD6}"/>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14489997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itle and Sub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D90EF1-7A6F-4CAE-80CD-2BC8A8107F0C}"/>
              </a:ext>
            </a:extLst>
          </p:cNvPr>
          <p:cNvSpPr>
            <a:spLocks noGrp="1"/>
          </p:cNvSpPr>
          <p:nvPr>
            <p:ph type="title" hasCustomPrompt="1"/>
          </p:nvPr>
        </p:nvSpPr>
        <p:spPr/>
        <p:txBody>
          <a:bodyPr/>
          <a:lstStyle>
            <a:lvl1pPr>
              <a:defRPr>
                <a:solidFill>
                  <a:schemeClr val="accent2"/>
                </a:solidFill>
              </a:defRPr>
            </a:lvl1pPr>
          </a:lstStyle>
          <a:p>
            <a:r>
              <a:rPr lang="en-US"/>
              <a:t>Click to Add One Line Title</a:t>
            </a:r>
          </a:p>
        </p:txBody>
      </p:sp>
      <p:sp>
        <p:nvSpPr>
          <p:cNvPr id="9" name="Subtitle 2">
            <a:extLst>
              <a:ext uri="{FF2B5EF4-FFF2-40B4-BE49-F238E27FC236}">
                <a16:creationId xmlns:a16="http://schemas.microsoft.com/office/drawing/2014/main" id="{C28211D2-9BBA-4EB9-8867-E2CC72E9E0D1}"/>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subtitle</a:t>
            </a:r>
          </a:p>
        </p:txBody>
      </p:sp>
      <p:sp>
        <p:nvSpPr>
          <p:cNvPr id="6" name="page number">
            <a:extLst>
              <a:ext uri="{FF2B5EF4-FFF2-40B4-BE49-F238E27FC236}">
                <a16:creationId xmlns:a16="http://schemas.microsoft.com/office/drawing/2014/main" id="{F2584149-C6DB-AE45-B715-90B7DF169DD6}"/>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5" name="page number">
            <a:extLst>
              <a:ext uri="{FF2B5EF4-FFF2-40B4-BE49-F238E27FC236}">
                <a16:creationId xmlns:a16="http://schemas.microsoft.com/office/drawing/2014/main" id="{F2584149-C6DB-AE45-B715-90B7DF169DD6}"/>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26264822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Title, Sub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924E83-0498-4D8B-94A0-3FF7CDD8F127}"/>
              </a:ext>
            </a:extLst>
          </p:cNvPr>
          <p:cNvSpPr>
            <a:spLocks noGrp="1"/>
          </p:cNvSpPr>
          <p:nvPr>
            <p:ph type="title" hasCustomPrompt="1"/>
          </p:nvPr>
        </p:nvSpPr>
        <p:spPr/>
        <p:txBody>
          <a:bodyPr/>
          <a:lstStyle>
            <a:lvl1pPr>
              <a:defRPr>
                <a:solidFill>
                  <a:schemeClr val="accent2"/>
                </a:solidFill>
              </a:defRPr>
            </a:lvl1pPr>
          </a:lstStyle>
          <a:p>
            <a:r>
              <a:rPr lang="en-US"/>
              <a:t>Single Content Layout Click to Add One Line Title</a:t>
            </a:r>
          </a:p>
        </p:txBody>
      </p:sp>
      <p:sp>
        <p:nvSpPr>
          <p:cNvPr id="8" name="Subtitle 2">
            <a:extLst>
              <a:ext uri="{FF2B5EF4-FFF2-40B4-BE49-F238E27FC236}">
                <a16:creationId xmlns:a16="http://schemas.microsoft.com/office/drawing/2014/main" id="{216D2F66-BB7F-4F0E-A224-A105F87676EF}"/>
              </a:ext>
            </a:extLst>
          </p:cNvPr>
          <p:cNvSpPr>
            <a:spLocks noGrp="1"/>
          </p:cNvSpPr>
          <p:nvPr>
            <p:ph type="subTitle" idx="10" hasCustomPrompt="1"/>
          </p:nvPr>
        </p:nvSpPr>
        <p:spPr>
          <a:xfrm>
            <a:off x="592866" y="811830"/>
            <a:ext cx="1098794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18" name="Content Placeholder 17">
            <a:extLst>
              <a:ext uri="{FF2B5EF4-FFF2-40B4-BE49-F238E27FC236}">
                <a16:creationId xmlns:a16="http://schemas.microsoft.com/office/drawing/2014/main" id="{D034FA3F-D529-4D8B-B6EC-A8341FCAF67E}"/>
              </a:ext>
            </a:extLst>
          </p:cNvPr>
          <p:cNvSpPr>
            <a:spLocks noGrp="1"/>
          </p:cNvSpPr>
          <p:nvPr>
            <p:ph sz="quarter" idx="14" hasCustomPrompt="1"/>
          </p:nvPr>
        </p:nvSpPr>
        <p:spPr>
          <a:xfrm>
            <a:off x="616505" y="1600201"/>
            <a:ext cx="10972800" cy="4572000"/>
          </a:xfrm>
        </p:spPr>
        <p:txBody>
          <a:bodyPr/>
          <a:lstStyle>
            <a:lvl1pPr>
              <a:spcBef>
                <a:spcPts val="0"/>
              </a:spcBef>
              <a:defRPr>
                <a:solidFill>
                  <a:schemeClr val="tx1"/>
                </a:solidFill>
              </a:defRPr>
            </a:lvl1pPr>
            <a:lvl2pPr>
              <a:spcBef>
                <a:spcPts val="0"/>
              </a:spcBef>
              <a:buClr>
                <a:schemeClr val="bg2">
                  <a:lumMod val="25000"/>
                </a:schemeClr>
              </a:buClr>
              <a:defRPr>
                <a:solidFill>
                  <a:schemeClr val="tx1"/>
                </a:solidFill>
              </a:defRPr>
            </a:lvl2pPr>
            <a:lvl3pPr>
              <a:spcBef>
                <a:spcPts val="0"/>
              </a:spcBef>
              <a:buClr>
                <a:schemeClr val="bg2">
                  <a:lumMod val="25000"/>
                </a:schemeClr>
              </a:buClr>
              <a:defRPr>
                <a:solidFill>
                  <a:schemeClr val="tx1"/>
                </a:solidFill>
              </a:defRPr>
            </a:lvl3pPr>
            <a:lvl4pPr>
              <a:spcBef>
                <a:spcPts val="0"/>
              </a:spcBef>
              <a:buClr>
                <a:schemeClr val="bg2">
                  <a:lumMod val="25000"/>
                </a:schemeClr>
              </a:buClr>
              <a:defRPr>
                <a:solidFill>
                  <a:schemeClr val="tx1"/>
                </a:solidFill>
              </a:defRPr>
            </a:lvl4pPr>
            <a:lvl5pPr>
              <a:spcBef>
                <a:spcPts val="0"/>
              </a:spcBef>
              <a:buClr>
                <a:schemeClr val="bg2">
                  <a:lumMod val="25000"/>
                </a:schemeClr>
              </a:buClr>
              <a:defRPr>
                <a:solidFill>
                  <a:schemeClr val="tx1"/>
                </a:solidFill>
              </a:defRPr>
            </a:lvl5pPr>
            <a:lvl6pPr>
              <a:buClr>
                <a:schemeClr val="bg2">
                  <a:lumMod val="25000"/>
                </a:schemeClr>
              </a:buClr>
              <a:defRPr>
                <a:solidFill>
                  <a:schemeClr val="bg2">
                    <a:lumMod val="25000"/>
                  </a:schemeClr>
                </a:solidFill>
              </a:defRPr>
            </a:lvl6pPr>
            <a:lvl7pPr>
              <a:defRPr/>
            </a:lvl7pPr>
            <a:lvl8pPr>
              <a:defRPr/>
            </a:lvl8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page number">
            <a:extLst>
              <a:ext uri="{FF2B5EF4-FFF2-40B4-BE49-F238E27FC236}">
                <a16:creationId xmlns:a16="http://schemas.microsoft.com/office/drawing/2014/main" id="{175B5FDB-839C-A941-B264-01387F31F005}"/>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6" name="page number">
            <a:extLst>
              <a:ext uri="{FF2B5EF4-FFF2-40B4-BE49-F238E27FC236}">
                <a16:creationId xmlns:a16="http://schemas.microsoft.com/office/drawing/2014/main" id="{175B5FDB-839C-A941-B264-01387F31F005}"/>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24053775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Two-Content Balance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000E4C6-16B5-49A9-898A-3B53C5AB065D}"/>
              </a:ext>
            </a:extLst>
          </p:cNvPr>
          <p:cNvSpPr>
            <a:spLocks noGrp="1"/>
          </p:cNvSpPr>
          <p:nvPr>
            <p:ph type="title" hasCustomPrompt="1"/>
          </p:nvPr>
        </p:nvSpPr>
        <p:spPr/>
        <p:txBody>
          <a:bodyPr/>
          <a:lstStyle>
            <a:lvl1pPr>
              <a:defRPr>
                <a:solidFill>
                  <a:schemeClr val="accent2"/>
                </a:solidFill>
              </a:defRPr>
            </a:lvl1pPr>
          </a:lstStyle>
          <a:p>
            <a:r>
              <a:rPr lang="en-US"/>
              <a:t>Two-content Layout Click to Add One Line Title</a:t>
            </a:r>
          </a:p>
        </p:txBody>
      </p:sp>
      <p:sp>
        <p:nvSpPr>
          <p:cNvPr id="8" name="Subtitle 2">
            <a:extLst>
              <a:ext uri="{FF2B5EF4-FFF2-40B4-BE49-F238E27FC236}">
                <a16:creationId xmlns:a16="http://schemas.microsoft.com/office/drawing/2014/main" id="{38535540-CB20-4CD5-9F73-DB64F5A49CD3}"/>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4" name="Content Placeholder 3">
            <a:extLst>
              <a:ext uri="{FF2B5EF4-FFF2-40B4-BE49-F238E27FC236}">
                <a16:creationId xmlns:a16="http://schemas.microsoft.com/office/drawing/2014/main" id="{87AF420A-ED2C-4AD1-A28B-EB26178557DE}"/>
              </a:ext>
            </a:extLst>
          </p:cNvPr>
          <p:cNvSpPr>
            <a:spLocks noGrp="1"/>
          </p:cNvSpPr>
          <p:nvPr>
            <p:ph sz="quarter" idx="17" hasCustomPrompt="1"/>
          </p:nvPr>
        </p:nvSpPr>
        <p:spPr>
          <a:xfrm>
            <a:off x="608013" y="1600200"/>
            <a:ext cx="5313783" cy="4572000"/>
          </a:xfrm>
        </p:spPr>
        <p:txBody>
          <a:bodyPr vert="horz" lIns="0" tIns="0" rIns="0" bIns="0" rtlCol="0">
            <a:noAutofit/>
          </a:bodyPr>
          <a:lstStyle>
            <a:lvl1pPr>
              <a:defRPr lang="en-US" sz="1800" dirty="0">
                <a:solidFill>
                  <a:schemeClr val="tx1"/>
                </a:solidFill>
              </a:defRPr>
            </a:lvl1pPr>
            <a:lvl2pPr>
              <a:defRPr lang="en-US" sz="1600" dirty="0">
                <a:solidFill>
                  <a:schemeClr val="tx1"/>
                </a:solidFill>
              </a:defRPr>
            </a:lvl2pPr>
            <a:lvl3pPr>
              <a:defRPr lang="en-US" sz="1400" dirty="0">
                <a:solidFill>
                  <a:schemeClr val="tx1"/>
                </a:solidFill>
              </a:defRPr>
            </a:lvl3pPr>
            <a:lvl4pPr>
              <a:defRPr lang="en-US" sz="1200" dirty="0">
                <a:solidFill>
                  <a:schemeClr val="tx1"/>
                </a:solidFill>
              </a:defRPr>
            </a:lvl4pPr>
            <a:lvl5pPr>
              <a:defRPr lang="en-US" sz="1200" dirty="0">
                <a:solidFill>
                  <a:schemeClr val="tx1"/>
                </a:solidFill>
              </a:defRPr>
            </a:lvl5pPr>
            <a:lvl6pPr>
              <a:defRPr lang="en-US" sz="1200" dirty="0">
                <a:solidFill>
                  <a:schemeClr val="tx1"/>
                </a:solidFill>
              </a:defRPr>
            </a:lvl6pPr>
            <a:lvl7pPr>
              <a:defRPr lang="en-US" sz="1200" dirty="0">
                <a:solidFill>
                  <a:schemeClr val="tx1"/>
                </a:solidFill>
              </a:defRPr>
            </a:lvl7pPr>
            <a:lvl8pPr>
              <a:defRPr lang="en-US" sz="1200" dirty="0">
                <a:solidFill>
                  <a:schemeClr val="tx1"/>
                </a:solidFill>
              </a:defRPr>
            </a:lvl8pPr>
            <a:lvl9pPr>
              <a:defRPr lang="en-US" sz="1200" dirty="0">
                <a:solidFill>
                  <a:schemeClr val="tx1"/>
                </a:solidFill>
              </a:defRPr>
            </a:lvl9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
        <p:nvSpPr>
          <p:cNvPr id="12" name="Content Placeholder 3">
            <a:extLst>
              <a:ext uri="{FF2B5EF4-FFF2-40B4-BE49-F238E27FC236}">
                <a16:creationId xmlns:a16="http://schemas.microsoft.com/office/drawing/2014/main" id="{CD860A49-A98C-4F0E-AB34-4E13B89D5EBC}"/>
              </a:ext>
            </a:extLst>
          </p:cNvPr>
          <p:cNvSpPr>
            <a:spLocks noGrp="1"/>
          </p:cNvSpPr>
          <p:nvPr>
            <p:ph sz="quarter" idx="18" hasCustomPrompt="1"/>
          </p:nvPr>
        </p:nvSpPr>
        <p:spPr>
          <a:xfrm>
            <a:off x="6321287" y="1600200"/>
            <a:ext cx="5313783" cy="4572000"/>
          </a:xfrm>
        </p:spPr>
        <p:txBody>
          <a:bodyPr vert="horz" lIns="0" tIns="0" rIns="0" bIns="0" rtlCol="0">
            <a:noAutofit/>
          </a:bodyPr>
          <a:lstStyle>
            <a:lvl1pPr>
              <a:defRPr lang="en-US" sz="1800" dirty="0">
                <a:solidFill>
                  <a:schemeClr val="tx1"/>
                </a:solidFill>
              </a:defRPr>
            </a:lvl1pPr>
            <a:lvl2pPr>
              <a:defRPr lang="en-US" sz="1600" dirty="0">
                <a:solidFill>
                  <a:schemeClr val="tx1"/>
                </a:solidFill>
              </a:defRPr>
            </a:lvl2pPr>
            <a:lvl3pPr>
              <a:defRPr lang="en-US" sz="1400" dirty="0">
                <a:solidFill>
                  <a:schemeClr val="tx1"/>
                </a:solidFill>
              </a:defRPr>
            </a:lvl3pPr>
            <a:lvl4pPr>
              <a:defRPr lang="en-US" sz="1200" dirty="0">
                <a:solidFill>
                  <a:schemeClr val="tx1"/>
                </a:solidFill>
              </a:defRPr>
            </a:lvl4pPr>
            <a:lvl5pPr>
              <a:defRPr lang="en-US" sz="1200" dirty="0">
                <a:solidFill>
                  <a:schemeClr val="tx1"/>
                </a:solidFill>
              </a:defRPr>
            </a:lvl5pPr>
            <a:lvl6pPr>
              <a:defRPr lang="en-US" sz="1200" dirty="0">
                <a:solidFill>
                  <a:schemeClr val="tx1"/>
                </a:solidFill>
              </a:defRPr>
            </a:lvl6pPr>
            <a:lvl7pPr>
              <a:defRPr lang="en-US" sz="1200" dirty="0">
                <a:solidFill>
                  <a:schemeClr val="tx1"/>
                </a:solidFill>
              </a:defRPr>
            </a:lvl7pPr>
            <a:lvl8pPr>
              <a:defRPr lang="en-US" sz="1200" dirty="0">
                <a:solidFill>
                  <a:schemeClr val="tx1"/>
                </a:solidFill>
              </a:defRPr>
            </a:lvl8pPr>
            <a:lvl9pPr>
              <a:defRPr lang="en-US" sz="1200" dirty="0">
                <a:solidFill>
                  <a:schemeClr val="tx1"/>
                </a:solidFill>
              </a:defRPr>
            </a:lvl9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
        <p:nvSpPr>
          <p:cNvPr id="7" name="page number">
            <a:extLst>
              <a:ext uri="{FF2B5EF4-FFF2-40B4-BE49-F238E27FC236}">
                <a16:creationId xmlns:a16="http://schemas.microsoft.com/office/drawing/2014/main" id="{306FFEC8-099C-484D-841A-7FCB225B1895}"/>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9" name="page number">
            <a:extLst>
              <a:ext uri="{FF2B5EF4-FFF2-40B4-BE49-F238E27FC236}">
                <a16:creationId xmlns:a16="http://schemas.microsoft.com/office/drawing/2014/main" id="{306FFEC8-099C-484D-841A-7FCB225B1895}"/>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1936930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Two-Content Balanced Color on Right">
    <p:spTree>
      <p:nvGrpSpPr>
        <p:cNvPr id="1" name=""/>
        <p:cNvGrpSpPr/>
        <p:nvPr/>
      </p:nvGrpSpPr>
      <p:grpSpPr>
        <a:xfrm>
          <a:off x="0" y="0"/>
          <a:ext cx="0" cy="0"/>
          <a:chOff x="0" y="0"/>
          <a:chExt cx="0" cy="0"/>
        </a:xfrm>
      </p:grpSpPr>
      <p:sp>
        <p:nvSpPr>
          <p:cNvPr id="72" name="Content Placeholder 17">
            <a:extLst>
              <a:ext uri="{FF2B5EF4-FFF2-40B4-BE49-F238E27FC236}">
                <a16:creationId xmlns:a16="http://schemas.microsoft.com/office/drawing/2014/main" id="{A0456ED3-FDC5-4E29-B939-E35EA08477CA}"/>
              </a:ext>
            </a:extLst>
          </p:cNvPr>
          <p:cNvSpPr>
            <a:spLocks noGrp="1"/>
          </p:cNvSpPr>
          <p:nvPr>
            <p:ph sz="quarter" idx="16" hasCustomPrompt="1"/>
          </p:nvPr>
        </p:nvSpPr>
        <p:spPr bwMode="ltGray">
          <a:xfrm>
            <a:off x="6323381" y="1600201"/>
            <a:ext cx="5865445" cy="4572000"/>
          </a:xfrm>
          <a:solidFill>
            <a:srgbClr val="F4F8FA"/>
          </a:solidFill>
        </p:spPr>
        <p:txBody>
          <a:bodyPr vert="horz" lIns="457200" tIns="457200" rIns="457200" bIns="457200" rtlCol="0">
            <a:noAutofit/>
          </a:bodyPr>
          <a:lstStyle>
            <a:lvl1pPr>
              <a:defRPr lang="en-US" sz="1800" dirty="0">
                <a:solidFill>
                  <a:schemeClr val="tx1"/>
                </a:solidFill>
              </a:defRPr>
            </a:lvl1pPr>
            <a:lvl2pPr>
              <a:defRPr lang="en-US" sz="1600" dirty="0">
                <a:solidFill>
                  <a:schemeClr val="tx1"/>
                </a:solidFill>
              </a:defRPr>
            </a:lvl2pPr>
            <a:lvl3pPr>
              <a:defRPr lang="en-US" sz="1400" dirty="0">
                <a:solidFill>
                  <a:schemeClr val="tx1"/>
                </a:solidFill>
              </a:defRPr>
            </a:lvl3pPr>
            <a:lvl4pPr>
              <a:defRPr lang="en-US" sz="1200" dirty="0">
                <a:solidFill>
                  <a:schemeClr val="tx1"/>
                </a:solidFill>
              </a:defRPr>
            </a:lvl4pPr>
            <a:lvl5pPr>
              <a:defRPr lang="en-US" sz="1200" dirty="0">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lvl="0">
              <a:spcBef>
                <a:spcPts val="1200"/>
              </a:spcBef>
            </a:pPr>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
        <p:nvSpPr>
          <p:cNvPr id="8" name="Subtitle 2">
            <a:extLst>
              <a:ext uri="{FF2B5EF4-FFF2-40B4-BE49-F238E27FC236}">
                <a16:creationId xmlns:a16="http://schemas.microsoft.com/office/drawing/2014/main" id="{38535540-CB20-4CD5-9F73-DB64F5A49CD3}"/>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3" name="Title 2">
            <a:extLst>
              <a:ext uri="{FF2B5EF4-FFF2-40B4-BE49-F238E27FC236}">
                <a16:creationId xmlns:a16="http://schemas.microsoft.com/office/drawing/2014/main" id="{E000E4C6-16B5-49A9-898A-3B53C5AB065D}"/>
              </a:ext>
            </a:extLst>
          </p:cNvPr>
          <p:cNvSpPr>
            <a:spLocks noGrp="1"/>
          </p:cNvSpPr>
          <p:nvPr>
            <p:ph type="title" hasCustomPrompt="1"/>
          </p:nvPr>
        </p:nvSpPr>
        <p:spPr/>
        <p:txBody>
          <a:bodyPr/>
          <a:lstStyle>
            <a:lvl1pPr>
              <a:defRPr>
                <a:solidFill>
                  <a:schemeClr val="accent2"/>
                </a:solidFill>
              </a:defRPr>
            </a:lvl1pPr>
          </a:lstStyle>
          <a:p>
            <a:r>
              <a:rPr lang="en-US"/>
              <a:t>Two-content Layout: Graphic on Left, Text on Right - Click to Edit</a:t>
            </a:r>
          </a:p>
        </p:txBody>
      </p:sp>
      <p:sp>
        <p:nvSpPr>
          <p:cNvPr id="7" name="page number">
            <a:extLst>
              <a:ext uri="{FF2B5EF4-FFF2-40B4-BE49-F238E27FC236}">
                <a16:creationId xmlns:a16="http://schemas.microsoft.com/office/drawing/2014/main" id="{1727F760-24DE-9A42-B7E9-356D8DC2BDAE}"/>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2" name="Content Placeholder 17">
            <a:extLst>
              <a:ext uri="{FF2B5EF4-FFF2-40B4-BE49-F238E27FC236}">
                <a16:creationId xmlns:a16="http://schemas.microsoft.com/office/drawing/2014/main" id="{DCC3C30A-44C0-E837-19B2-6A2DFD1C7D7F}"/>
              </a:ext>
            </a:extLst>
          </p:cNvPr>
          <p:cNvSpPr>
            <a:spLocks noGrp="1"/>
          </p:cNvSpPr>
          <p:nvPr>
            <p:ph sz="quarter" idx="17" hasCustomPrompt="1"/>
          </p:nvPr>
        </p:nvSpPr>
        <p:spPr bwMode="ltGray">
          <a:xfrm>
            <a:off x="0" y="1600201"/>
            <a:ext cx="5893593" cy="4572000"/>
          </a:xfrm>
          <a:noFill/>
        </p:spPr>
        <p:txBody>
          <a:bodyPr vert="horz" lIns="594360" tIns="457200" rIns="457200" bIns="457200" rtlCol="0">
            <a:noAutofit/>
          </a:bodyPr>
          <a:lstStyle>
            <a:lvl1pPr>
              <a:defRPr lang="en-US" sz="1800" dirty="0">
                <a:solidFill>
                  <a:schemeClr val="tx1"/>
                </a:solidFill>
              </a:defRPr>
            </a:lvl1pPr>
            <a:lvl2pPr>
              <a:defRPr lang="en-US" sz="1600" dirty="0">
                <a:solidFill>
                  <a:schemeClr val="tx1"/>
                </a:solidFill>
              </a:defRPr>
            </a:lvl2pPr>
            <a:lvl3pPr>
              <a:defRPr lang="en-US" sz="1400" dirty="0">
                <a:solidFill>
                  <a:schemeClr val="tx1"/>
                </a:solidFill>
              </a:defRPr>
            </a:lvl3pPr>
            <a:lvl4pPr>
              <a:defRPr lang="en-US" sz="1200" dirty="0">
                <a:solidFill>
                  <a:schemeClr val="tx1"/>
                </a:solidFill>
              </a:defRPr>
            </a:lvl4pPr>
            <a:lvl5pPr>
              <a:defRPr lang="en-US" sz="1200" dirty="0">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lvl="0">
              <a:spcBef>
                <a:spcPts val="1200"/>
              </a:spcBef>
            </a:pPr>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
        <p:nvSpPr>
          <p:cNvPr id="9" name="page number">
            <a:extLst>
              <a:ext uri="{FF2B5EF4-FFF2-40B4-BE49-F238E27FC236}">
                <a16:creationId xmlns:a16="http://schemas.microsoft.com/office/drawing/2014/main" id="{1727F760-24DE-9A42-B7E9-356D8DC2BDAE}"/>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6120661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Two-Content Balanced Color on Lef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000E4C6-16B5-49A9-898A-3B53C5AB065D}"/>
              </a:ext>
            </a:extLst>
          </p:cNvPr>
          <p:cNvSpPr>
            <a:spLocks noGrp="1"/>
          </p:cNvSpPr>
          <p:nvPr>
            <p:ph type="title" hasCustomPrompt="1"/>
          </p:nvPr>
        </p:nvSpPr>
        <p:spPr/>
        <p:txBody>
          <a:bodyPr/>
          <a:lstStyle>
            <a:lvl1pPr>
              <a:defRPr>
                <a:solidFill>
                  <a:schemeClr val="accent2"/>
                </a:solidFill>
              </a:defRPr>
            </a:lvl1pPr>
          </a:lstStyle>
          <a:p>
            <a:r>
              <a:rPr lang="en-US"/>
              <a:t>Two-content Layout: Text on Left, Graphic on Right - Click to Edit</a:t>
            </a:r>
          </a:p>
        </p:txBody>
      </p:sp>
      <p:sp>
        <p:nvSpPr>
          <p:cNvPr id="8" name="Subtitle 2">
            <a:extLst>
              <a:ext uri="{FF2B5EF4-FFF2-40B4-BE49-F238E27FC236}">
                <a16:creationId xmlns:a16="http://schemas.microsoft.com/office/drawing/2014/main" id="{38535540-CB20-4CD5-9F73-DB64F5A49CD3}"/>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10" name="page number">
            <a:extLst>
              <a:ext uri="{FF2B5EF4-FFF2-40B4-BE49-F238E27FC236}">
                <a16:creationId xmlns:a16="http://schemas.microsoft.com/office/drawing/2014/main" id="{4FD1F5D3-21E9-5341-B48A-48F1E4CF33AB}"/>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2" name="Content Placeholder 17">
            <a:extLst>
              <a:ext uri="{FF2B5EF4-FFF2-40B4-BE49-F238E27FC236}">
                <a16:creationId xmlns:a16="http://schemas.microsoft.com/office/drawing/2014/main" id="{D7F87D5F-EABF-6E97-FCBB-22D4040C1B63}"/>
              </a:ext>
            </a:extLst>
          </p:cNvPr>
          <p:cNvSpPr>
            <a:spLocks noGrp="1"/>
          </p:cNvSpPr>
          <p:nvPr>
            <p:ph sz="quarter" idx="16" hasCustomPrompt="1"/>
          </p:nvPr>
        </p:nvSpPr>
        <p:spPr bwMode="ltGray">
          <a:xfrm>
            <a:off x="6323381" y="1600201"/>
            <a:ext cx="5865445" cy="4572000"/>
          </a:xfrm>
          <a:noFill/>
        </p:spPr>
        <p:txBody>
          <a:bodyPr vert="horz" lIns="457200" tIns="457200" rIns="457200" bIns="457200" rtlCol="0">
            <a:noAutofit/>
          </a:bodyPr>
          <a:lstStyle>
            <a:lvl1pPr>
              <a:defRPr lang="en-US" sz="1800" dirty="0">
                <a:solidFill>
                  <a:schemeClr val="tx1"/>
                </a:solidFill>
              </a:defRPr>
            </a:lvl1pPr>
            <a:lvl2pPr>
              <a:defRPr lang="en-US" sz="1600" dirty="0">
                <a:solidFill>
                  <a:schemeClr val="tx1"/>
                </a:solidFill>
              </a:defRPr>
            </a:lvl2pPr>
            <a:lvl3pPr>
              <a:defRPr lang="en-US" sz="1400" dirty="0">
                <a:solidFill>
                  <a:schemeClr val="tx1"/>
                </a:solidFill>
              </a:defRPr>
            </a:lvl3pPr>
            <a:lvl4pPr>
              <a:defRPr lang="en-US" sz="1200" dirty="0">
                <a:solidFill>
                  <a:schemeClr val="tx1"/>
                </a:solidFill>
              </a:defRPr>
            </a:lvl4pPr>
            <a:lvl5pPr>
              <a:defRPr lang="en-US" sz="1200" dirty="0">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lvl="0">
              <a:spcBef>
                <a:spcPts val="1200"/>
              </a:spcBef>
            </a:pPr>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
        <p:nvSpPr>
          <p:cNvPr id="4" name="Content Placeholder 17">
            <a:extLst>
              <a:ext uri="{FF2B5EF4-FFF2-40B4-BE49-F238E27FC236}">
                <a16:creationId xmlns:a16="http://schemas.microsoft.com/office/drawing/2014/main" id="{CA8AC63D-F94C-D60E-8AB3-9211BDCC455C}"/>
              </a:ext>
            </a:extLst>
          </p:cNvPr>
          <p:cNvSpPr>
            <a:spLocks noGrp="1"/>
          </p:cNvSpPr>
          <p:nvPr>
            <p:ph sz="quarter" idx="17" hasCustomPrompt="1"/>
          </p:nvPr>
        </p:nvSpPr>
        <p:spPr bwMode="ltGray">
          <a:xfrm>
            <a:off x="0" y="1600201"/>
            <a:ext cx="5893593" cy="4572000"/>
          </a:xfrm>
          <a:solidFill>
            <a:srgbClr val="F4F8FA"/>
          </a:solidFill>
        </p:spPr>
        <p:txBody>
          <a:bodyPr vert="horz" lIns="594360" tIns="457200" rIns="457200" bIns="457200" rtlCol="0">
            <a:noAutofit/>
          </a:bodyPr>
          <a:lstStyle>
            <a:lvl1pPr>
              <a:defRPr lang="en-US" sz="1800" dirty="0">
                <a:solidFill>
                  <a:schemeClr val="tx1"/>
                </a:solidFill>
              </a:defRPr>
            </a:lvl1pPr>
            <a:lvl2pPr>
              <a:defRPr lang="en-US" sz="1600" dirty="0">
                <a:solidFill>
                  <a:schemeClr val="tx1"/>
                </a:solidFill>
              </a:defRPr>
            </a:lvl2pPr>
            <a:lvl3pPr>
              <a:defRPr lang="en-US" sz="1400" dirty="0">
                <a:solidFill>
                  <a:schemeClr val="tx1"/>
                </a:solidFill>
              </a:defRPr>
            </a:lvl3pPr>
            <a:lvl4pPr>
              <a:defRPr lang="en-US" sz="1200" dirty="0">
                <a:solidFill>
                  <a:schemeClr val="tx1"/>
                </a:solidFill>
              </a:defRPr>
            </a:lvl4pPr>
            <a:lvl5pPr>
              <a:defRPr lang="en-US" sz="1200" dirty="0">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lvl="0">
              <a:spcBef>
                <a:spcPts val="1200"/>
              </a:spcBef>
            </a:pPr>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
        <p:nvSpPr>
          <p:cNvPr id="7" name="page number">
            <a:extLst>
              <a:ext uri="{FF2B5EF4-FFF2-40B4-BE49-F238E27FC236}">
                <a16:creationId xmlns:a16="http://schemas.microsoft.com/office/drawing/2014/main" id="{4FD1F5D3-21E9-5341-B48A-48F1E4CF33AB}"/>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40229453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6A1FE0B-90B1-4BED-9AA5-6DC9F6424E67}"/>
              </a:ext>
            </a:extLst>
          </p:cNvPr>
          <p:cNvSpPr>
            <a:spLocks noGrp="1"/>
          </p:cNvSpPr>
          <p:nvPr>
            <p:ph type="title" hasCustomPrompt="1"/>
          </p:nvPr>
        </p:nvSpPr>
        <p:spPr/>
        <p:txBody>
          <a:bodyPr/>
          <a:lstStyle>
            <a:lvl1pPr>
              <a:defRPr>
                <a:solidFill>
                  <a:schemeClr val="accent2"/>
                </a:solidFill>
              </a:defRPr>
            </a:lvl1pPr>
          </a:lstStyle>
          <a:p>
            <a:r>
              <a:rPr lang="en-US"/>
              <a:t>Two-content Text Comparison Layout</a:t>
            </a:r>
          </a:p>
        </p:txBody>
      </p:sp>
      <p:sp>
        <p:nvSpPr>
          <p:cNvPr id="13" name="Subtitle 2">
            <a:extLst>
              <a:ext uri="{FF2B5EF4-FFF2-40B4-BE49-F238E27FC236}">
                <a16:creationId xmlns:a16="http://schemas.microsoft.com/office/drawing/2014/main" id="{D541C7AA-97CA-4F96-9506-F144DA2CD8E2}"/>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11" name="Text Placeholder 4">
            <a:extLst>
              <a:ext uri="{FF2B5EF4-FFF2-40B4-BE49-F238E27FC236}">
                <a16:creationId xmlns:a16="http://schemas.microsoft.com/office/drawing/2014/main" id="{9E550D89-51A7-894E-88FB-394F3178F2EC}"/>
              </a:ext>
            </a:extLst>
          </p:cNvPr>
          <p:cNvSpPr>
            <a:spLocks noGrp="1"/>
          </p:cNvSpPr>
          <p:nvPr>
            <p:ph type="body" sz="quarter" idx="17" hasCustomPrompt="1"/>
          </p:nvPr>
        </p:nvSpPr>
        <p:spPr bwMode="gray">
          <a:xfrm>
            <a:off x="592866" y="1600202"/>
            <a:ext cx="5287234" cy="875370"/>
          </a:xfrm>
          <a:noFill/>
        </p:spPr>
        <p:txBody>
          <a:bodyPr vert="horz" lIns="0" tIns="91440" rIns="457200" bIns="91440" rtlCol="0" anchor="b">
            <a:noAutofit/>
          </a:bodyPr>
          <a:lstStyle>
            <a:lvl1pPr>
              <a:defRPr lang="en-US" dirty="0">
                <a:solidFill>
                  <a:schemeClr val="accent2"/>
                </a:solidFill>
              </a:defRPr>
            </a:lvl1pPr>
          </a:lstStyle>
          <a:p>
            <a:pPr lvl="0"/>
            <a:r>
              <a:rPr lang="en-US"/>
              <a:t>Click to add header </a:t>
            </a:r>
          </a:p>
        </p:txBody>
      </p:sp>
      <p:sp>
        <p:nvSpPr>
          <p:cNvPr id="14" name="Rectangle 13">
            <a:extLst>
              <a:ext uri="{FF2B5EF4-FFF2-40B4-BE49-F238E27FC236}">
                <a16:creationId xmlns:a16="http://schemas.microsoft.com/office/drawing/2014/main" id="{AA1B5F83-A93D-544C-8DB4-B164DBF2F72D}"/>
              </a:ext>
              <a:ext uri="{C183D7F6-B498-43B3-948B-1728B52AA6E4}">
                <adec:decorative xmlns:adec="http://schemas.microsoft.com/office/drawing/2017/decorative" val="1"/>
              </a:ext>
            </a:extLst>
          </p:cNvPr>
          <p:cNvSpPr/>
          <p:nvPr/>
        </p:nvSpPr>
        <p:spPr>
          <a:xfrm>
            <a:off x="592865" y="2484176"/>
            <a:ext cx="5287234" cy="45719"/>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
        <p:nvSpPr>
          <p:cNvPr id="10" name="Content Placeholder 17">
            <a:extLst>
              <a:ext uri="{FF2B5EF4-FFF2-40B4-BE49-F238E27FC236}">
                <a16:creationId xmlns:a16="http://schemas.microsoft.com/office/drawing/2014/main" id="{0170DFD5-97D2-3349-AE52-EB22861A6880}"/>
              </a:ext>
            </a:extLst>
          </p:cNvPr>
          <p:cNvSpPr>
            <a:spLocks noGrp="1"/>
          </p:cNvSpPr>
          <p:nvPr>
            <p:ph sz="quarter" idx="14" hasCustomPrompt="1"/>
          </p:nvPr>
        </p:nvSpPr>
        <p:spPr bwMode="gray">
          <a:xfrm>
            <a:off x="592865" y="2621020"/>
            <a:ext cx="5315794" cy="3544027"/>
          </a:xfrm>
        </p:spPr>
        <p:txBody>
          <a:bodyPr vert="horz" lIns="0" tIns="0" rIns="0" bIns="0" rtlCol="0">
            <a:noAutofit/>
          </a:bodyPr>
          <a:lstStyle>
            <a:lvl1pPr>
              <a:defRPr lang="en-US" sz="1800" dirty="0">
                <a:solidFill>
                  <a:schemeClr val="tx1"/>
                </a:solidFill>
              </a:defRPr>
            </a:lvl1pPr>
            <a:lvl2pPr>
              <a:defRPr lang="en-US" sz="1600" dirty="0">
                <a:solidFill>
                  <a:schemeClr val="tx1"/>
                </a:solidFill>
              </a:defRPr>
            </a:lvl2pPr>
            <a:lvl3pPr>
              <a:defRPr lang="en-US" sz="1400" dirty="0">
                <a:solidFill>
                  <a:schemeClr val="tx1"/>
                </a:solidFill>
              </a:defRPr>
            </a:lvl3pPr>
            <a:lvl4pPr>
              <a:defRPr lang="en-US" sz="1200" dirty="0">
                <a:solidFill>
                  <a:schemeClr val="tx1"/>
                </a:solidFill>
              </a:defRPr>
            </a:lvl4pPr>
            <a:lvl5pPr>
              <a:defRPr lang="en-US" sz="1200" dirty="0">
                <a:solidFill>
                  <a:schemeClr val="tx1"/>
                </a:solidFill>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Text Placeholder 4">
            <a:extLst>
              <a:ext uri="{FF2B5EF4-FFF2-40B4-BE49-F238E27FC236}">
                <a16:creationId xmlns:a16="http://schemas.microsoft.com/office/drawing/2014/main" id="{961E082F-F30B-BC46-BB99-CA9B65C08128}"/>
              </a:ext>
            </a:extLst>
          </p:cNvPr>
          <p:cNvSpPr>
            <a:spLocks noGrp="1"/>
          </p:cNvSpPr>
          <p:nvPr>
            <p:ph type="body" sz="quarter" idx="18" hasCustomPrompt="1"/>
          </p:nvPr>
        </p:nvSpPr>
        <p:spPr bwMode="gray">
          <a:xfrm>
            <a:off x="6308726" y="1600202"/>
            <a:ext cx="5287234" cy="875370"/>
          </a:xfrm>
          <a:noFill/>
        </p:spPr>
        <p:txBody>
          <a:bodyPr vert="horz" lIns="0" tIns="91440" rIns="457200" bIns="91440" rtlCol="0" anchor="b">
            <a:noAutofit/>
          </a:bodyPr>
          <a:lstStyle>
            <a:lvl1pPr>
              <a:defRPr lang="en-US" sz="2000">
                <a:solidFill>
                  <a:schemeClr val="accent4"/>
                </a:solidFill>
              </a:defRPr>
            </a:lvl1pPr>
          </a:lstStyle>
          <a:p>
            <a:pPr lvl="0"/>
            <a:r>
              <a:rPr lang="en-US"/>
              <a:t>Click to add header </a:t>
            </a:r>
          </a:p>
        </p:txBody>
      </p:sp>
      <p:sp>
        <p:nvSpPr>
          <p:cNvPr id="16" name="Rectangle 15">
            <a:extLst>
              <a:ext uri="{FF2B5EF4-FFF2-40B4-BE49-F238E27FC236}">
                <a16:creationId xmlns:a16="http://schemas.microsoft.com/office/drawing/2014/main" id="{417D4F8B-2025-D14C-A41E-9C0B401DE6B0}"/>
              </a:ext>
              <a:ext uri="{C183D7F6-B498-43B3-948B-1728B52AA6E4}">
                <adec:decorative xmlns:adec="http://schemas.microsoft.com/office/drawing/2017/decorative" val="1"/>
              </a:ext>
            </a:extLst>
          </p:cNvPr>
          <p:cNvSpPr/>
          <p:nvPr/>
        </p:nvSpPr>
        <p:spPr>
          <a:xfrm>
            <a:off x="6303874" y="2484176"/>
            <a:ext cx="5287234" cy="45719"/>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a:p>
            <a:pPr algn="ctr">
              <a:spcAft>
                <a:spcPts val="600"/>
              </a:spcAft>
            </a:pPr>
            <a:endParaRPr lang="en-US" sz="1200" dirty="0">
              <a:solidFill>
                <a:schemeClr val="bg1"/>
              </a:solidFill>
            </a:endParaRPr>
          </a:p>
        </p:txBody>
      </p:sp>
      <p:sp>
        <p:nvSpPr>
          <p:cNvPr id="9" name="Content Placeholder 17">
            <a:extLst>
              <a:ext uri="{FF2B5EF4-FFF2-40B4-BE49-F238E27FC236}">
                <a16:creationId xmlns:a16="http://schemas.microsoft.com/office/drawing/2014/main" id="{3EE56D9F-2DF2-4F43-A13A-4844DFE465AC}"/>
              </a:ext>
            </a:extLst>
          </p:cNvPr>
          <p:cNvSpPr>
            <a:spLocks noGrp="1"/>
          </p:cNvSpPr>
          <p:nvPr>
            <p:ph sz="quarter" idx="16" hasCustomPrompt="1"/>
          </p:nvPr>
        </p:nvSpPr>
        <p:spPr bwMode="gray">
          <a:xfrm>
            <a:off x="6308143" y="2621280"/>
            <a:ext cx="5287234" cy="3575124"/>
          </a:xfrm>
        </p:spPr>
        <p:txBody>
          <a:bodyPr vert="horz" lIns="0" tIns="0" rIns="0" bIns="0" rtlCol="0">
            <a:noAutofit/>
          </a:bodyPr>
          <a:lstStyle>
            <a:lvl1pPr>
              <a:defRPr lang="en-US" sz="1800" dirty="0">
                <a:solidFill>
                  <a:schemeClr val="tx1"/>
                </a:solidFill>
              </a:defRPr>
            </a:lvl1pPr>
            <a:lvl2pPr>
              <a:defRPr lang="en-US" sz="1600" dirty="0">
                <a:solidFill>
                  <a:schemeClr val="tx1"/>
                </a:solidFill>
              </a:defRPr>
            </a:lvl2pPr>
            <a:lvl3pPr>
              <a:defRPr lang="en-US" sz="1400" dirty="0">
                <a:solidFill>
                  <a:schemeClr val="tx1"/>
                </a:solidFill>
              </a:defRPr>
            </a:lvl3pPr>
            <a:lvl4pPr>
              <a:defRPr lang="en-US" sz="1200" dirty="0">
                <a:solidFill>
                  <a:schemeClr val="tx1"/>
                </a:solidFill>
              </a:defRPr>
            </a:lvl4pPr>
            <a:lvl5pPr>
              <a:defRPr lang="en-US" sz="1200" dirty="0">
                <a:solidFill>
                  <a:schemeClr val="tx1"/>
                </a:solidFill>
              </a:defRPr>
            </a:lvl5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p>
        </p:txBody>
      </p:sp>
      <p:sp>
        <p:nvSpPr>
          <p:cNvPr id="12" name="page number">
            <a:extLst>
              <a:ext uri="{FF2B5EF4-FFF2-40B4-BE49-F238E27FC236}">
                <a16:creationId xmlns:a16="http://schemas.microsoft.com/office/drawing/2014/main" id="{3E816477-50B7-9248-BE5F-B9062610CEEE}"/>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17" name="Rectangle 16">
            <a:extLst>
              <a:ext uri="{FF2B5EF4-FFF2-40B4-BE49-F238E27FC236}">
                <a16:creationId xmlns:a16="http://schemas.microsoft.com/office/drawing/2014/main" id="{AA1B5F83-A93D-544C-8DB4-B164DBF2F72D}"/>
              </a:ext>
              <a:ext uri="{C183D7F6-B498-43B3-948B-1728B52AA6E4}">
                <adec:decorative xmlns:adec="http://schemas.microsoft.com/office/drawing/2017/decorative" val="1"/>
              </a:ext>
            </a:extLst>
          </p:cNvPr>
          <p:cNvSpPr/>
          <p:nvPr userDrawn="1"/>
        </p:nvSpPr>
        <p:spPr>
          <a:xfrm>
            <a:off x="592865" y="2484176"/>
            <a:ext cx="5287234" cy="45719"/>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
        <p:nvSpPr>
          <p:cNvPr id="18" name="Rectangle 17">
            <a:extLst>
              <a:ext uri="{FF2B5EF4-FFF2-40B4-BE49-F238E27FC236}">
                <a16:creationId xmlns:a16="http://schemas.microsoft.com/office/drawing/2014/main" id="{417D4F8B-2025-D14C-A41E-9C0B401DE6B0}"/>
              </a:ext>
              <a:ext uri="{C183D7F6-B498-43B3-948B-1728B52AA6E4}">
                <adec:decorative xmlns:adec="http://schemas.microsoft.com/office/drawing/2017/decorative" val="1"/>
              </a:ext>
            </a:extLst>
          </p:cNvPr>
          <p:cNvSpPr/>
          <p:nvPr userDrawn="1"/>
        </p:nvSpPr>
        <p:spPr>
          <a:xfrm>
            <a:off x="6303874" y="2484176"/>
            <a:ext cx="5287234" cy="45719"/>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a:p>
            <a:pPr algn="ctr">
              <a:spcAft>
                <a:spcPts val="600"/>
              </a:spcAft>
            </a:pPr>
            <a:endParaRPr lang="en-US" sz="1200" dirty="0">
              <a:solidFill>
                <a:schemeClr val="bg1"/>
              </a:solidFill>
            </a:endParaRPr>
          </a:p>
        </p:txBody>
      </p:sp>
      <p:sp>
        <p:nvSpPr>
          <p:cNvPr id="19" name="page number">
            <a:extLst>
              <a:ext uri="{FF2B5EF4-FFF2-40B4-BE49-F238E27FC236}">
                <a16:creationId xmlns:a16="http://schemas.microsoft.com/office/drawing/2014/main" id="{3E816477-50B7-9248-BE5F-B9062610CEEE}"/>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16752122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Three-Content Comparison">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5F2C94F-DA57-4BDB-8E5C-E4A0C7522314}"/>
              </a:ext>
            </a:extLst>
          </p:cNvPr>
          <p:cNvSpPr>
            <a:spLocks noGrp="1"/>
          </p:cNvSpPr>
          <p:nvPr>
            <p:ph type="title" hasCustomPrompt="1"/>
          </p:nvPr>
        </p:nvSpPr>
        <p:spPr/>
        <p:txBody>
          <a:bodyPr/>
          <a:lstStyle>
            <a:lvl1pPr>
              <a:defRPr>
                <a:solidFill>
                  <a:schemeClr val="accent2"/>
                </a:solidFill>
              </a:defRPr>
            </a:lvl1pPr>
          </a:lstStyle>
          <a:p>
            <a:r>
              <a:rPr lang="en-US"/>
              <a:t>Three-content Layout – Three Horizontal Text Boxes</a:t>
            </a:r>
          </a:p>
        </p:txBody>
      </p:sp>
      <p:sp>
        <p:nvSpPr>
          <p:cNvPr id="13" name="Subtitle 2">
            <a:extLst>
              <a:ext uri="{FF2B5EF4-FFF2-40B4-BE49-F238E27FC236}">
                <a16:creationId xmlns:a16="http://schemas.microsoft.com/office/drawing/2014/main" id="{FC59F98B-A991-4DEC-A409-289E778CB84A}"/>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24" name="Text Placeholder 3">
            <a:extLst>
              <a:ext uri="{FF2B5EF4-FFF2-40B4-BE49-F238E27FC236}">
                <a16:creationId xmlns:a16="http://schemas.microsoft.com/office/drawing/2014/main" id="{E0956C27-3D46-7745-A4A9-42842784C100}"/>
              </a:ext>
            </a:extLst>
          </p:cNvPr>
          <p:cNvSpPr>
            <a:spLocks noGrp="1"/>
          </p:cNvSpPr>
          <p:nvPr>
            <p:ph type="body" sz="quarter" idx="28" hasCustomPrompt="1"/>
          </p:nvPr>
        </p:nvSpPr>
        <p:spPr>
          <a:xfrm>
            <a:off x="592866" y="1600200"/>
            <a:ext cx="3593592" cy="914400"/>
          </a:xfrm>
          <a:noFill/>
        </p:spPr>
        <p:txBody>
          <a:bodyPr lIns="0" tIns="91440" rIns="182880" bIns="91440" anchor="b"/>
          <a:lstStyle>
            <a:lvl1pPr>
              <a:defRPr sz="1800">
                <a:solidFill>
                  <a:schemeClr val="accent2"/>
                </a:solidFill>
              </a:defRPr>
            </a:lvl1pPr>
            <a:lvl2pPr marL="0" indent="0">
              <a:buFont typeface="Open Sans" panose="020B0606030504020204" pitchFamily="34" charset="0"/>
              <a:buChar char="​"/>
              <a:defRPr sz="1800">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add header</a:t>
            </a:r>
          </a:p>
        </p:txBody>
      </p:sp>
      <p:sp>
        <p:nvSpPr>
          <p:cNvPr id="27" name="Rectangle 26">
            <a:extLst>
              <a:ext uri="{FF2B5EF4-FFF2-40B4-BE49-F238E27FC236}">
                <a16:creationId xmlns:a16="http://schemas.microsoft.com/office/drawing/2014/main" id="{B164666E-28C9-844E-91D8-ECA2F1E57595}"/>
              </a:ext>
              <a:ext uri="{C183D7F6-B498-43B3-948B-1728B52AA6E4}">
                <adec:decorative xmlns:adec="http://schemas.microsoft.com/office/drawing/2017/decorative" val="1"/>
              </a:ext>
            </a:extLst>
          </p:cNvPr>
          <p:cNvSpPr/>
          <p:nvPr/>
        </p:nvSpPr>
        <p:spPr>
          <a:xfrm>
            <a:off x="592866" y="2509480"/>
            <a:ext cx="3593592" cy="45719"/>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
        <p:nvSpPr>
          <p:cNvPr id="26" name="Text Placeholder 3">
            <a:extLst>
              <a:ext uri="{FF2B5EF4-FFF2-40B4-BE49-F238E27FC236}">
                <a16:creationId xmlns:a16="http://schemas.microsoft.com/office/drawing/2014/main" id="{88975597-2DC5-4748-87A2-37C22D522B0B}"/>
              </a:ext>
            </a:extLst>
          </p:cNvPr>
          <p:cNvSpPr>
            <a:spLocks noGrp="1"/>
          </p:cNvSpPr>
          <p:nvPr>
            <p:ph type="body" sz="quarter" idx="26" hasCustomPrompt="1"/>
          </p:nvPr>
        </p:nvSpPr>
        <p:spPr>
          <a:xfrm>
            <a:off x="4297616" y="1600200"/>
            <a:ext cx="3593592" cy="914400"/>
          </a:xfrm>
          <a:noFill/>
        </p:spPr>
        <p:txBody>
          <a:bodyPr lIns="0" tIns="91440" rIns="182880" bIns="91440" anchor="b"/>
          <a:lstStyle>
            <a:lvl1pPr>
              <a:defRPr sz="1800">
                <a:solidFill>
                  <a:schemeClr val="accent3"/>
                </a:solidFill>
              </a:defRPr>
            </a:lvl1pPr>
            <a:lvl2pPr marL="0" indent="0">
              <a:buFont typeface="Open Sans" panose="020B0606030504020204" pitchFamily="34" charset="0"/>
              <a:buChar char="​"/>
              <a:defRPr sz="1800">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add header</a:t>
            </a:r>
          </a:p>
        </p:txBody>
      </p:sp>
      <p:sp>
        <p:nvSpPr>
          <p:cNvPr id="25" name="Text Placeholder 3">
            <a:extLst>
              <a:ext uri="{FF2B5EF4-FFF2-40B4-BE49-F238E27FC236}">
                <a16:creationId xmlns:a16="http://schemas.microsoft.com/office/drawing/2014/main" id="{F48BF931-C509-8F46-8576-3656F9F4BA19}"/>
              </a:ext>
            </a:extLst>
          </p:cNvPr>
          <p:cNvSpPr>
            <a:spLocks noGrp="1"/>
          </p:cNvSpPr>
          <p:nvPr>
            <p:ph type="body" sz="quarter" idx="23" hasCustomPrompt="1"/>
          </p:nvPr>
        </p:nvSpPr>
        <p:spPr>
          <a:xfrm>
            <a:off x="8001859" y="1600200"/>
            <a:ext cx="3593592" cy="914400"/>
          </a:xfrm>
          <a:noFill/>
        </p:spPr>
        <p:txBody>
          <a:bodyPr lIns="0" tIns="91440" rIns="182880" bIns="91440" anchor="b"/>
          <a:lstStyle>
            <a:lvl1pPr>
              <a:defRPr sz="1800">
                <a:solidFill>
                  <a:schemeClr val="accent4"/>
                </a:solidFill>
              </a:defRPr>
            </a:lvl1pPr>
            <a:lvl2pPr marL="0" indent="0">
              <a:buFont typeface="Open Sans" panose="020B0606030504020204" pitchFamily="34" charset="0"/>
              <a:buChar char="​"/>
              <a:defRPr sz="1800">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add header</a:t>
            </a:r>
          </a:p>
        </p:txBody>
      </p:sp>
      <p:sp>
        <p:nvSpPr>
          <p:cNvPr id="29" name="Rectangle 28">
            <a:extLst>
              <a:ext uri="{FF2B5EF4-FFF2-40B4-BE49-F238E27FC236}">
                <a16:creationId xmlns:a16="http://schemas.microsoft.com/office/drawing/2014/main" id="{97B963A1-3810-7A40-8918-6D6D68B4A836}"/>
              </a:ext>
              <a:ext uri="{C183D7F6-B498-43B3-948B-1728B52AA6E4}">
                <adec:decorative xmlns:adec="http://schemas.microsoft.com/office/drawing/2017/decorative" val="1"/>
              </a:ext>
            </a:extLst>
          </p:cNvPr>
          <p:cNvSpPr/>
          <p:nvPr/>
        </p:nvSpPr>
        <p:spPr>
          <a:xfrm>
            <a:off x="8001859" y="2509480"/>
            <a:ext cx="3593592" cy="45719"/>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
        <p:nvSpPr>
          <p:cNvPr id="15" name="page number">
            <a:extLst>
              <a:ext uri="{FF2B5EF4-FFF2-40B4-BE49-F238E27FC236}">
                <a16:creationId xmlns:a16="http://schemas.microsoft.com/office/drawing/2014/main" id="{7788490C-B63E-8E46-A9C1-9CF865F7FA57}"/>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2" name="Rectangle 1">
            <a:extLst>
              <a:ext uri="{FF2B5EF4-FFF2-40B4-BE49-F238E27FC236}">
                <a16:creationId xmlns:a16="http://schemas.microsoft.com/office/drawing/2014/main" id="{E17DA4B3-27AC-8A64-FD5E-59AEAE0D8559}"/>
              </a:ext>
              <a:ext uri="{C183D7F6-B498-43B3-948B-1728B52AA6E4}">
                <adec:decorative xmlns:adec="http://schemas.microsoft.com/office/drawing/2017/decorative" val="1"/>
              </a:ext>
            </a:extLst>
          </p:cNvPr>
          <p:cNvSpPr/>
          <p:nvPr/>
        </p:nvSpPr>
        <p:spPr>
          <a:xfrm>
            <a:off x="4297616" y="2509480"/>
            <a:ext cx="3593592" cy="45719"/>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
        <p:nvSpPr>
          <p:cNvPr id="7" name="Text Placeholder 6">
            <a:extLst>
              <a:ext uri="{FF2B5EF4-FFF2-40B4-BE49-F238E27FC236}">
                <a16:creationId xmlns:a16="http://schemas.microsoft.com/office/drawing/2014/main" id="{34AF0ECF-E71C-8AC9-36B9-29CB570B16D7}"/>
              </a:ext>
            </a:extLst>
          </p:cNvPr>
          <p:cNvSpPr>
            <a:spLocks noGrp="1"/>
          </p:cNvSpPr>
          <p:nvPr>
            <p:ph type="body" sz="quarter" idx="29"/>
          </p:nvPr>
        </p:nvSpPr>
        <p:spPr>
          <a:xfrm>
            <a:off x="592866" y="2649538"/>
            <a:ext cx="3594100" cy="3522662"/>
          </a:xfrm>
        </p:spPr>
        <p:txBody>
          <a:bodyPr/>
          <a:lstStyle>
            <a:lvl1pPr>
              <a:defRPr sz="1600">
                <a:solidFill>
                  <a:schemeClr val="tx1"/>
                </a:solidFill>
              </a:defRPr>
            </a:lvl1pPr>
            <a:lvl2pPr>
              <a:defRPr sz="1400">
                <a:solidFill>
                  <a:schemeClr val="tx1"/>
                </a:solidFill>
              </a:defRPr>
            </a:lvl2pPr>
            <a:lvl3pPr>
              <a:defRPr sz="1200">
                <a:solidFill>
                  <a:schemeClr val="tx1"/>
                </a:solidFill>
              </a:defRPr>
            </a:lvl3pPr>
            <a:lvl4pPr>
              <a:defRPr sz="1100">
                <a:solidFill>
                  <a:schemeClr val="tx1"/>
                </a:solidFill>
              </a:defRPr>
            </a:lvl4pPr>
            <a:lvl5pPr>
              <a:defRPr sz="11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Text Placeholder 6">
            <a:extLst>
              <a:ext uri="{FF2B5EF4-FFF2-40B4-BE49-F238E27FC236}">
                <a16:creationId xmlns:a16="http://schemas.microsoft.com/office/drawing/2014/main" id="{D43B6B0E-4AB9-6144-29E4-820FC763DE97}"/>
              </a:ext>
            </a:extLst>
          </p:cNvPr>
          <p:cNvSpPr>
            <a:spLocks noGrp="1"/>
          </p:cNvSpPr>
          <p:nvPr>
            <p:ph type="body" sz="quarter" idx="30"/>
          </p:nvPr>
        </p:nvSpPr>
        <p:spPr>
          <a:xfrm>
            <a:off x="4297616" y="2649538"/>
            <a:ext cx="3594100" cy="3522662"/>
          </a:xfrm>
        </p:spPr>
        <p:txBody>
          <a:bodyPr/>
          <a:lstStyle>
            <a:lvl1pPr>
              <a:defRPr sz="1600">
                <a:solidFill>
                  <a:schemeClr val="tx1"/>
                </a:solidFill>
              </a:defRPr>
            </a:lvl1pPr>
            <a:lvl2pPr>
              <a:defRPr sz="1400">
                <a:solidFill>
                  <a:schemeClr val="tx1"/>
                </a:solidFill>
              </a:defRPr>
            </a:lvl2pPr>
            <a:lvl3pPr>
              <a:defRPr sz="1200">
                <a:solidFill>
                  <a:schemeClr val="tx1"/>
                </a:solidFill>
              </a:defRPr>
            </a:lvl3pPr>
            <a:lvl4pPr>
              <a:defRPr sz="1100">
                <a:solidFill>
                  <a:schemeClr val="tx1"/>
                </a:solidFill>
              </a:defRPr>
            </a:lvl4pPr>
            <a:lvl5pPr>
              <a:defRPr sz="11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6">
            <a:extLst>
              <a:ext uri="{FF2B5EF4-FFF2-40B4-BE49-F238E27FC236}">
                <a16:creationId xmlns:a16="http://schemas.microsoft.com/office/drawing/2014/main" id="{FEE5625D-A2F8-6592-7C13-07EAF5CBBC33}"/>
              </a:ext>
            </a:extLst>
          </p:cNvPr>
          <p:cNvSpPr>
            <a:spLocks noGrp="1"/>
          </p:cNvSpPr>
          <p:nvPr>
            <p:ph type="body" sz="quarter" idx="31"/>
          </p:nvPr>
        </p:nvSpPr>
        <p:spPr>
          <a:xfrm>
            <a:off x="8001859" y="2649538"/>
            <a:ext cx="3594100" cy="3522662"/>
          </a:xfrm>
        </p:spPr>
        <p:txBody>
          <a:bodyPr/>
          <a:lstStyle>
            <a:lvl1pPr>
              <a:defRPr sz="1600">
                <a:solidFill>
                  <a:schemeClr val="tx1"/>
                </a:solidFill>
              </a:defRPr>
            </a:lvl1pPr>
            <a:lvl2pPr>
              <a:defRPr sz="1400">
                <a:solidFill>
                  <a:schemeClr val="tx1"/>
                </a:solidFill>
              </a:defRPr>
            </a:lvl2pPr>
            <a:lvl3pPr>
              <a:defRPr sz="1200">
                <a:solidFill>
                  <a:schemeClr val="tx1"/>
                </a:solidFill>
              </a:defRPr>
            </a:lvl3pPr>
            <a:lvl4pPr>
              <a:defRPr sz="1100">
                <a:solidFill>
                  <a:schemeClr val="tx1"/>
                </a:solidFill>
              </a:defRPr>
            </a:lvl4pPr>
            <a:lvl5pPr>
              <a:defRPr sz="11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Rectangle 13">
            <a:extLst>
              <a:ext uri="{FF2B5EF4-FFF2-40B4-BE49-F238E27FC236}">
                <a16:creationId xmlns:a16="http://schemas.microsoft.com/office/drawing/2014/main" id="{B164666E-28C9-844E-91D8-ECA2F1E57595}"/>
              </a:ext>
              <a:ext uri="{C183D7F6-B498-43B3-948B-1728B52AA6E4}">
                <adec:decorative xmlns:adec="http://schemas.microsoft.com/office/drawing/2017/decorative" val="1"/>
              </a:ext>
            </a:extLst>
          </p:cNvPr>
          <p:cNvSpPr/>
          <p:nvPr userDrawn="1"/>
        </p:nvSpPr>
        <p:spPr>
          <a:xfrm>
            <a:off x="592866" y="2509480"/>
            <a:ext cx="3593592" cy="45719"/>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
        <p:nvSpPr>
          <p:cNvPr id="16" name="Rectangle 15">
            <a:extLst>
              <a:ext uri="{FF2B5EF4-FFF2-40B4-BE49-F238E27FC236}">
                <a16:creationId xmlns:a16="http://schemas.microsoft.com/office/drawing/2014/main" id="{97B963A1-3810-7A40-8918-6D6D68B4A836}"/>
              </a:ext>
              <a:ext uri="{C183D7F6-B498-43B3-948B-1728B52AA6E4}">
                <adec:decorative xmlns:adec="http://schemas.microsoft.com/office/drawing/2017/decorative" val="1"/>
              </a:ext>
            </a:extLst>
          </p:cNvPr>
          <p:cNvSpPr/>
          <p:nvPr userDrawn="1"/>
        </p:nvSpPr>
        <p:spPr>
          <a:xfrm>
            <a:off x="8001859" y="2509480"/>
            <a:ext cx="3593592" cy="45719"/>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
        <p:nvSpPr>
          <p:cNvPr id="17" name="page number">
            <a:extLst>
              <a:ext uri="{FF2B5EF4-FFF2-40B4-BE49-F238E27FC236}">
                <a16:creationId xmlns:a16="http://schemas.microsoft.com/office/drawing/2014/main" id="{7788490C-B63E-8E46-A9C1-9CF865F7FA57}"/>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18" name="Rectangle 17">
            <a:extLst>
              <a:ext uri="{FF2B5EF4-FFF2-40B4-BE49-F238E27FC236}">
                <a16:creationId xmlns:a16="http://schemas.microsoft.com/office/drawing/2014/main" id="{E17DA4B3-27AC-8A64-FD5E-59AEAE0D8559}"/>
              </a:ext>
              <a:ext uri="{C183D7F6-B498-43B3-948B-1728B52AA6E4}">
                <adec:decorative xmlns:adec="http://schemas.microsoft.com/office/drawing/2017/decorative" val="1"/>
              </a:ext>
            </a:extLst>
          </p:cNvPr>
          <p:cNvSpPr/>
          <p:nvPr userDrawn="1"/>
        </p:nvSpPr>
        <p:spPr>
          <a:xfrm>
            <a:off x="4297616" y="2509480"/>
            <a:ext cx="3593592" cy="45719"/>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Tree>
    <p:extLst>
      <p:ext uri="{BB962C8B-B14F-4D97-AF65-F5344CB8AC3E}">
        <p14:creationId xmlns:p14="http://schemas.microsoft.com/office/powerpoint/2010/main" val="18212326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wo Content Dynamic – Lef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346AD2E-9306-49E7-A98B-7D26E458C2B2}"/>
              </a:ext>
            </a:extLst>
          </p:cNvPr>
          <p:cNvSpPr>
            <a:spLocks noGrp="1"/>
          </p:cNvSpPr>
          <p:nvPr>
            <p:ph type="title" hasCustomPrompt="1"/>
          </p:nvPr>
        </p:nvSpPr>
        <p:spPr/>
        <p:txBody>
          <a:bodyPr wrap="none"/>
          <a:lstStyle>
            <a:lvl1pPr>
              <a:defRPr>
                <a:solidFill>
                  <a:schemeClr val="accent2"/>
                </a:solidFill>
              </a:defRPr>
            </a:lvl1pPr>
          </a:lstStyle>
          <a:p>
            <a:r>
              <a:rPr lang="en-US"/>
              <a:t>Two-content Layout – Highlight Text on Left, Text/Graphic on Right</a:t>
            </a:r>
          </a:p>
        </p:txBody>
      </p:sp>
      <p:sp>
        <p:nvSpPr>
          <p:cNvPr id="14" name="Subtitle 2">
            <a:extLst>
              <a:ext uri="{FF2B5EF4-FFF2-40B4-BE49-F238E27FC236}">
                <a16:creationId xmlns:a16="http://schemas.microsoft.com/office/drawing/2014/main" id="{551435C2-3F7C-4835-8DB0-71E2C00537CF}"/>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7" name="Rectangle 6">
            <a:extLst>
              <a:ext uri="{FF2B5EF4-FFF2-40B4-BE49-F238E27FC236}">
                <a16:creationId xmlns:a16="http://schemas.microsoft.com/office/drawing/2014/main" id="{D864AC6E-1611-244C-BA28-696924BAB259}"/>
              </a:ext>
              <a:ext uri="{C183D7F6-B498-43B3-948B-1728B52AA6E4}">
                <adec:decorative xmlns:adec="http://schemas.microsoft.com/office/drawing/2017/decorative" val="1"/>
              </a:ext>
            </a:extLst>
          </p:cNvPr>
          <p:cNvSpPr/>
          <p:nvPr/>
        </p:nvSpPr>
        <p:spPr>
          <a:xfrm flipV="1">
            <a:off x="0" y="1552601"/>
            <a:ext cx="2894012" cy="54864"/>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a:p>
            <a:pPr algn="ctr">
              <a:spcAft>
                <a:spcPts val="600"/>
              </a:spcAft>
            </a:pPr>
            <a:endParaRPr lang="en-US" sz="1200" dirty="0">
              <a:solidFill>
                <a:schemeClr val="bg1"/>
              </a:solidFill>
            </a:endParaRPr>
          </a:p>
        </p:txBody>
      </p:sp>
      <p:sp>
        <p:nvSpPr>
          <p:cNvPr id="4" name="Text Placeholder 3">
            <a:extLst>
              <a:ext uri="{FF2B5EF4-FFF2-40B4-BE49-F238E27FC236}">
                <a16:creationId xmlns:a16="http://schemas.microsoft.com/office/drawing/2014/main" id="{830FD232-93CB-4B54-A933-93C11B099F7A}"/>
              </a:ext>
            </a:extLst>
          </p:cNvPr>
          <p:cNvSpPr>
            <a:spLocks noGrp="1"/>
          </p:cNvSpPr>
          <p:nvPr>
            <p:ph type="body" sz="quarter" idx="20" hasCustomPrompt="1"/>
          </p:nvPr>
        </p:nvSpPr>
        <p:spPr>
          <a:xfrm>
            <a:off x="0" y="1609531"/>
            <a:ext cx="2894013" cy="4572000"/>
          </a:xfrm>
          <a:solidFill>
            <a:srgbClr val="F4F8FA"/>
          </a:solidFill>
        </p:spPr>
        <p:txBody>
          <a:bodyPr vert="horz" lIns="274320" tIns="457200" rIns="457200" bIns="457200" rtlCol="0">
            <a:noAutofit/>
          </a:bodyPr>
          <a:lstStyle>
            <a:lvl1pPr>
              <a:defRPr lang="en-US" sz="1800" dirty="0">
                <a:solidFill>
                  <a:schemeClr val="accent2"/>
                </a:solidFill>
              </a:defRPr>
            </a:lvl1pPr>
            <a:lvl2pPr>
              <a:buClr>
                <a:schemeClr val="accent2"/>
              </a:buClr>
              <a:defRPr lang="en-US" sz="1600" dirty="0" smtClean="0">
                <a:solidFill>
                  <a:schemeClr val="accent2"/>
                </a:solidFill>
              </a:defRPr>
            </a:lvl2pPr>
            <a:lvl3pPr>
              <a:buClr>
                <a:schemeClr val="accent2"/>
              </a:buClr>
              <a:defRPr lang="en-US" sz="1400" dirty="0" smtClean="0">
                <a:solidFill>
                  <a:schemeClr val="accent2"/>
                </a:solidFill>
              </a:defRPr>
            </a:lvl3pPr>
            <a:lvl4pPr>
              <a:buClr>
                <a:schemeClr val="accent2"/>
              </a:buClr>
              <a:defRPr lang="en-US" sz="1200" dirty="0" smtClean="0">
                <a:solidFill>
                  <a:schemeClr val="accent2"/>
                </a:solidFill>
              </a:defRPr>
            </a:lvl4pPr>
            <a:lvl5pPr>
              <a:buClr>
                <a:schemeClr val="accent2"/>
              </a:buClr>
              <a:defRPr lang="en-US" sz="1200" dirty="0">
                <a:solidFill>
                  <a:schemeClr val="accent2"/>
                </a:solidFill>
              </a:defRPr>
            </a:lvl5pPr>
          </a:lstStyle>
          <a:p>
            <a:pPr lvl="0">
              <a:spcBef>
                <a:spcPts val="1200"/>
              </a:spcBef>
            </a:pPr>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Content Placeholder 10">
            <a:extLst>
              <a:ext uri="{FF2B5EF4-FFF2-40B4-BE49-F238E27FC236}">
                <a16:creationId xmlns:a16="http://schemas.microsoft.com/office/drawing/2014/main" id="{577AE2CA-1B34-4F04-BD7F-F624F20E94FB}"/>
              </a:ext>
            </a:extLst>
          </p:cNvPr>
          <p:cNvSpPr>
            <a:spLocks noGrp="1"/>
          </p:cNvSpPr>
          <p:nvPr>
            <p:ph sz="quarter" idx="19" hasCustomPrompt="1"/>
          </p:nvPr>
        </p:nvSpPr>
        <p:spPr>
          <a:xfrm>
            <a:off x="3351213" y="1609531"/>
            <a:ext cx="8229600" cy="4572000"/>
          </a:xfrm>
        </p:spPr>
        <p:txBody>
          <a:bodyPr vert="horz" lIns="0" tIns="457200" rIns="0" bIns="0" rtlCol="0">
            <a:noAutofit/>
          </a:bodyPr>
          <a:lstStyle>
            <a:lvl1pPr>
              <a:defRPr lang="en-US" dirty="0" smtClean="0">
                <a:solidFill>
                  <a:schemeClr val="tx1"/>
                </a:solidFill>
              </a:defRPr>
            </a:lvl1pPr>
            <a:lvl2pPr>
              <a:defRPr lang="en-US" dirty="0" smtClean="0">
                <a:solidFill>
                  <a:schemeClr val="tx1"/>
                </a:solidFill>
              </a:defRPr>
            </a:lvl2pPr>
            <a:lvl3pPr>
              <a:defRPr lang="en-US" dirty="0" smtClean="0">
                <a:solidFill>
                  <a:schemeClr val="tx1"/>
                </a:solidFill>
              </a:defRPr>
            </a:lvl3pPr>
            <a:lvl4pPr>
              <a:defRPr lang="en-US" dirty="0" smtClean="0">
                <a:solidFill>
                  <a:schemeClr val="tx1"/>
                </a:solidFill>
              </a:defRPr>
            </a:lvl4pPr>
            <a:lvl5pPr>
              <a:defRPr lang="en-US" dirty="0" smtClean="0">
                <a:solidFill>
                  <a:schemeClr val="tx1"/>
                </a:solidFill>
              </a:defRPr>
            </a:lvl5pPr>
            <a:lvl6pPr>
              <a:defRPr lang="en-US" dirty="0" smtClean="0">
                <a:solidFill>
                  <a:schemeClr val="tx1"/>
                </a:solidFill>
              </a:defRPr>
            </a:lvl6pPr>
            <a:lvl7pPr>
              <a:defRPr lang="en-US" dirty="0" smtClean="0">
                <a:solidFill>
                  <a:schemeClr val="tx1"/>
                </a:solidFill>
              </a:defRPr>
            </a:lvl7pPr>
            <a:lvl8pPr>
              <a:defRPr lang="en-US" dirty="0">
                <a:solidFill>
                  <a:schemeClr val="tx1"/>
                </a:solidFill>
              </a:defRPr>
            </a:lvl8pPr>
          </a:lstStyle>
          <a:p>
            <a:pPr lvl="0"/>
            <a:r>
              <a:rPr lang="en-US" dirty="0"/>
              <a:t>Click to add graph, diagram or text</a:t>
            </a:r>
          </a:p>
          <a:p>
            <a:pPr lvl="1"/>
            <a:r>
              <a:rPr lang="en-US" dirty="0"/>
              <a:t>Second level</a:t>
            </a:r>
          </a:p>
          <a:p>
            <a:pPr lvl="2"/>
            <a:r>
              <a:rPr lang="en-US" dirty="0"/>
              <a:t>Third level</a:t>
            </a:r>
          </a:p>
          <a:p>
            <a:pPr lvl="3"/>
            <a:r>
              <a:rPr lang="en-US" dirty="0"/>
              <a:t>Fourth level</a:t>
            </a:r>
          </a:p>
          <a:p>
            <a:pPr lvl="4"/>
            <a:r>
              <a:rPr lang="en-US" dirty="0"/>
              <a:t>Fifth level</a:t>
            </a:r>
          </a:p>
          <a:p>
            <a:pPr marL="1270000" lvl="5" indent="-117475"/>
            <a:r>
              <a:rPr lang="en-US" dirty="0"/>
              <a:t>Sixth level</a:t>
            </a:r>
          </a:p>
          <a:p>
            <a:pPr marL="1438275" lvl="6" indent="-117475"/>
            <a:r>
              <a:rPr lang="en-US" dirty="0"/>
              <a:t>Seventh level</a:t>
            </a:r>
          </a:p>
          <a:p>
            <a:pPr marL="1554163" lvl="7" indent="-115888">
              <a:lnSpc>
                <a:spcPct val="90000"/>
              </a:lnSpc>
            </a:pPr>
            <a:r>
              <a:rPr lang="en-US" dirty="0"/>
              <a:t>Ninth level</a:t>
            </a:r>
          </a:p>
        </p:txBody>
      </p:sp>
      <p:sp>
        <p:nvSpPr>
          <p:cNvPr id="8" name="page number">
            <a:extLst>
              <a:ext uri="{FF2B5EF4-FFF2-40B4-BE49-F238E27FC236}">
                <a16:creationId xmlns:a16="http://schemas.microsoft.com/office/drawing/2014/main" id="{1A93E906-C928-C345-B032-1F5C677FAEDD}"/>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9" name="Rectangle 8">
            <a:extLst>
              <a:ext uri="{FF2B5EF4-FFF2-40B4-BE49-F238E27FC236}">
                <a16:creationId xmlns:a16="http://schemas.microsoft.com/office/drawing/2014/main" id="{D864AC6E-1611-244C-BA28-696924BAB259}"/>
              </a:ext>
              <a:ext uri="{C183D7F6-B498-43B3-948B-1728B52AA6E4}">
                <adec:decorative xmlns:adec="http://schemas.microsoft.com/office/drawing/2017/decorative" val="1"/>
              </a:ext>
            </a:extLst>
          </p:cNvPr>
          <p:cNvSpPr/>
          <p:nvPr userDrawn="1"/>
        </p:nvSpPr>
        <p:spPr>
          <a:xfrm flipV="1">
            <a:off x="0" y="1552601"/>
            <a:ext cx="2894012" cy="54864"/>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a:p>
            <a:pPr algn="ctr">
              <a:spcAft>
                <a:spcPts val="600"/>
              </a:spcAft>
            </a:pPr>
            <a:endParaRPr lang="en-US" sz="1200" dirty="0">
              <a:solidFill>
                <a:schemeClr val="bg1"/>
              </a:solidFill>
            </a:endParaRPr>
          </a:p>
        </p:txBody>
      </p:sp>
      <p:sp>
        <p:nvSpPr>
          <p:cNvPr id="10" name="page number">
            <a:extLst>
              <a:ext uri="{FF2B5EF4-FFF2-40B4-BE49-F238E27FC236}">
                <a16:creationId xmlns:a16="http://schemas.microsoft.com/office/drawing/2014/main" id="{1A93E906-C928-C345-B032-1F5C677FAEDD}"/>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37513012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Two Content Dynamic – Righ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92A934A-AC6B-460C-9C93-B13CF6B6263F}"/>
              </a:ext>
            </a:extLst>
          </p:cNvPr>
          <p:cNvSpPr>
            <a:spLocks noGrp="1"/>
          </p:cNvSpPr>
          <p:nvPr>
            <p:ph type="title" hasCustomPrompt="1"/>
          </p:nvPr>
        </p:nvSpPr>
        <p:spPr/>
        <p:txBody>
          <a:bodyPr wrap="none"/>
          <a:lstStyle>
            <a:lvl1pPr>
              <a:defRPr>
                <a:solidFill>
                  <a:schemeClr val="accent2"/>
                </a:solidFill>
              </a:defRPr>
            </a:lvl1pPr>
          </a:lstStyle>
          <a:p>
            <a:r>
              <a:rPr lang="en-US"/>
              <a:t>Two-content Layout – Highlight Text on Right, Text/Graphic on Left</a:t>
            </a:r>
          </a:p>
        </p:txBody>
      </p:sp>
      <p:sp>
        <p:nvSpPr>
          <p:cNvPr id="14" name="Subtitle 2">
            <a:extLst>
              <a:ext uri="{FF2B5EF4-FFF2-40B4-BE49-F238E27FC236}">
                <a16:creationId xmlns:a16="http://schemas.microsoft.com/office/drawing/2014/main" id="{F6F5131D-84AE-4294-83A1-243FE1C81A8A}"/>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subtitle</a:t>
            </a:r>
          </a:p>
        </p:txBody>
      </p:sp>
      <p:sp>
        <p:nvSpPr>
          <p:cNvPr id="9" name="page number">
            <a:extLst>
              <a:ext uri="{FF2B5EF4-FFF2-40B4-BE49-F238E27FC236}">
                <a16:creationId xmlns:a16="http://schemas.microsoft.com/office/drawing/2014/main" id="{EA3FFB13-8625-D245-BD64-AAC7CCCB5B64}"/>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2" name="Rectangle 1">
            <a:extLst>
              <a:ext uri="{FF2B5EF4-FFF2-40B4-BE49-F238E27FC236}">
                <a16:creationId xmlns:a16="http://schemas.microsoft.com/office/drawing/2014/main" id="{85B60DB8-F067-969E-72B5-4E90025E5BF8}"/>
              </a:ext>
              <a:ext uri="{C183D7F6-B498-43B3-948B-1728B52AA6E4}">
                <adec:decorative xmlns:adec="http://schemas.microsoft.com/office/drawing/2017/decorative" val="1"/>
              </a:ext>
            </a:extLst>
          </p:cNvPr>
          <p:cNvSpPr/>
          <p:nvPr/>
        </p:nvSpPr>
        <p:spPr>
          <a:xfrm flipV="1">
            <a:off x="9294812" y="1552601"/>
            <a:ext cx="2894012" cy="54864"/>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a:p>
            <a:pPr algn="ctr">
              <a:spcAft>
                <a:spcPts val="600"/>
              </a:spcAft>
            </a:pPr>
            <a:endParaRPr lang="en-US" sz="1200" dirty="0">
              <a:solidFill>
                <a:schemeClr val="bg1"/>
              </a:solidFill>
            </a:endParaRPr>
          </a:p>
        </p:txBody>
      </p:sp>
      <p:sp>
        <p:nvSpPr>
          <p:cNvPr id="4" name="Text Placeholder 3">
            <a:extLst>
              <a:ext uri="{FF2B5EF4-FFF2-40B4-BE49-F238E27FC236}">
                <a16:creationId xmlns:a16="http://schemas.microsoft.com/office/drawing/2014/main" id="{CEB93DEE-AB9E-C81E-DF9C-D1BE09F22E09}"/>
              </a:ext>
            </a:extLst>
          </p:cNvPr>
          <p:cNvSpPr>
            <a:spLocks noGrp="1"/>
          </p:cNvSpPr>
          <p:nvPr>
            <p:ph type="body" sz="quarter" idx="20" hasCustomPrompt="1"/>
          </p:nvPr>
        </p:nvSpPr>
        <p:spPr>
          <a:xfrm>
            <a:off x="9294812" y="1609531"/>
            <a:ext cx="2894013" cy="4572000"/>
          </a:xfrm>
          <a:solidFill>
            <a:srgbClr val="F4F8FA"/>
          </a:solidFill>
        </p:spPr>
        <p:txBody>
          <a:bodyPr vert="horz" lIns="274320" tIns="457200" rIns="457200" bIns="457200" rtlCol="0">
            <a:noAutofit/>
          </a:bodyPr>
          <a:lstStyle>
            <a:lvl1pPr>
              <a:defRPr lang="en-US" sz="1800" dirty="0">
                <a:solidFill>
                  <a:schemeClr val="accent2"/>
                </a:solidFill>
              </a:defRPr>
            </a:lvl1pPr>
            <a:lvl2pPr>
              <a:buClr>
                <a:schemeClr val="accent2"/>
              </a:buClr>
              <a:defRPr lang="en-US" sz="1600" dirty="0" smtClean="0">
                <a:solidFill>
                  <a:schemeClr val="accent2"/>
                </a:solidFill>
              </a:defRPr>
            </a:lvl2pPr>
            <a:lvl3pPr>
              <a:buClr>
                <a:schemeClr val="accent2"/>
              </a:buClr>
              <a:defRPr lang="en-US" sz="1400" dirty="0" smtClean="0">
                <a:solidFill>
                  <a:schemeClr val="accent2"/>
                </a:solidFill>
              </a:defRPr>
            </a:lvl3pPr>
            <a:lvl4pPr>
              <a:buClr>
                <a:schemeClr val="accent2"/>
              </a:buClr>
              <a:defRPr lang="en-US" sz="1200" dirty="0" smtClean="0">
                <a:solidFill>
                  <a:schemeClr val="accent2"/>
                </a:solidFill>
              </a:defRPr>
            </a:lvl4pPr>
            <a:lvl5pPr>
              <a:buClr>
                <a:schemeClr val="accent2"/>
              </a:buClr>
              <a:defRPr lang="en-US" sz="1200" dirty="0">
                <a:solidFill>
                  <a:schemeClr val="accent2"/>
                </a:solidFill>
              </a:defRPr>
            </a:lvl5pPr>
          </a:lstStyle>
          <a:p>
            <a:pPr lvl="0">
              <a:spcBef>
                <a:spcPts val="1200"/>
              </a:spcBef>
            </a:pPr>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10">
            <a:extLst>
              <a:ext uri="{FF2B5EF4-FFF2-40B4-BE49-F238E27FC236}">
                <a16:creationId xmlns:a16="http://schemas.microsoft.com/office/drawing/2014/main" id="{DC18C6BC-2416-B51C-F45A-9BCC874B47ED}"/>
              </a:ext>
            </a:extLst>
          </p:cNvPr>
          <p:cNvSpPr>
            <a:spLocks noGrp="1"/>
          </p:cNvSpPr>
          <p:nvPr>
            <p:ph sz="quarter" idx="19" hasCustomPrompt="1"/>
          </p:nvPr>
        </p:nvSpPr>
        <p:spPr>
          <a:xfrm>
            <a:off x="0" y="1609531"/>
            <a:ext cx="8229600" cy="4572000"/>
          </a:xfrm>
        </p:spPr>
        <p:txBody>
          <a:bodyPr vert="horz" lIns="594360" tIns="457200" rIns="0" bIns="0" rtlCol="0">
            <a:noAutofit/>
          </a:bodyPr>
          <a:lstStyle>
            <a:lvl1pPr>
              <a:defRPr lang="en-US" dirty="0" smtClean="0">
                <a:solidFill>
                  <a:schemeClr val="tx1"/>
                </a:solidFill>
              </a:defRPr>
            </a:lvl1pPr>
            <a:lvl2pPr>
              <a:defRPr lang="en-US" dirty="0" smtClean="0">
                <a:solidFill>
                  <a:schemeClr val="tx1"/>
                </a:solidFill>
              </a:defRPr>
            </a:lvl2pPr>
            <a:lvl3pPr>
              <a:defRPr lang="en-US" dirty="0" smtClean="0">
                <a:solidFill>
                  <a:schemeClr val="tx1"/>
                </a:solidFill>
              </a:defRPr>
            </a:lvl3pPr>
            <a:lvl4pPr>
              <a:defRPr lang="en-US" dirty="0" smtClean="0">
                <a:solidFill>
                  <a:schemeClr val="tx1"/>
                </a:solidFill>
              </a:defRPr>
            </a:lvl4pPr>
            <a:lvl5pPr>
              <a:defRPr lang="en-US" dirty="0" smtClean="0">
                <a:solidFill>
                  <a:schemeClr val="tx1"/>
                </a:solidFill>
              </a:defRPr>
            </a:lvl5pPr>
            <a:lvl6pPr>
              <a:defRPr lang="en-US" dirty="0" smtClean="0">
                <a:solidFill>
                  <a:schemeClr val="tx1"/>
                </a:solidFill>
              </a:defRPr>
            </a:lvl6pPr>
            <a:lvl7pPr>
              <a:defRPr lang="en-US" dirty="0" smtClean="0">
                <a:solidFill>
                  <a:schemeClr val="tx1"/>
                </a:solidFill>
              </a:defRPr>
            </a:lvl7pPr>
            <a:lvl8pPr>
              <a:defRPr lang="en-US" dirty="0">
                <a:solidFill>
                  <a:schemeClr val="tx1"/>
                </a:solidFill>
              </a:defRPr>
            </a:lvl8pPr>
          </a:lstStyle>
          <a:p>
            <a:pPr lvl="0"/>
            <a:r>
              <a:rPr lang="en-US" dirty="0"/>
              <a:t>Click to add graph, diagram or text</a:t>
            </a:r>
          </a:p>
          <a:p>
            <a:pPr lvl="1"/>
            <a:r>
              <a:rPr lang="en-US" dirty="0"/>
              <a:t>Second level</a:t>
            </a:r>
          </a:p>
          <a:p>
            <a:pPr lvl="2"/>
            <a:r>
              <a:rPr lang="en-US" dirty="0"/>
              <a:t>Third level</a:t>
            </a:r>
          </a:p>
          <a:p>
            <a:pPr lvl="3"/>
            <a:r>
              <a:rPr lang="en-US" dirty="0"/>
              <a:t>Fourth level</a:t>
            </a:r>
          </a:p>
          <a:p>
            <a:pPr lvl="4"/>
            <a:r>
              <a:rPr lang="en-US" dirty="0"/>
              <a:t>Fifth level</a:t>
            </a:r>
          </a:p>
          <a:p>
            <a:pPr marL="1270000" lvl="5" indent="-117475"/>
            <a:r>
              <a:rPr lang="en-US" dirty="0"/>
              <a:t>Sixth level</a:t>
            </a:r>
          </a:p>
          <a:p>
            <a:pPr marL="1438275" lvl="6" indent="-117475"/>
            <a:r>
              <a:rPr lang="en-US" dirty="0"/>
              <a:t>Seventh level</a:t>
            </a:r>
          </a:p>
          <a:p>
            <a:pPr marL="1554163" lvl="7" indent="-115888">
              <a:lnSpc>
                <a:spcPct val="90000"/>
              </a:lnSpc>
            </a:pPr>
            <a:r>
              <a:rPr lang="en-US" dirty="0"/>
              <a:t>Ninth level</a:t>
            </a:r>
          </a:p>
        </p:txBody>
      </p:sp>
      <p:sp>
        <p:nvSpPr>
          <p:cNvPr id="8" name="page number">
            <a:extLst>
              <a:ext uri="{FF2B5EF4-FFF2-40B4-BE49-F238E27FC236}">
                <a16:creationId xmlns:a16="http://schemas.microsoft.com/office/drawing/2014/main" id="{EA3FFB13-8625-D245-BD64-AAC7CCCB5B64}"/>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10" name="Rectangle 9">
            <a:extLst>
              <a:ext uri="{FF2B5EF4-FFF2-40B4-BE49-F238E27FC236}">
                <a16:creationId xmlns:a16="http://schemas.microsoft.com/office/drawing/2014/main" id="{85B60DB8-F067-969E-72B5-4E90025E5BF8}"/>
              </a:ext>
              <a:ext uri="{C183D7F6-B498-43B3-948B-1728B52AA6E4}">
                <adec:decorative xmlns:adec="http://schemas.microsoft.com/office/drawing/2017/decorative" val="1"/>
              </a:ext>
            </a:extLst>
          </p:cNvPr>
          <p:cNvSpPr/>
          <p:nvPr userDrawn="1"/>
        </p:nvSpPr>
        <p:spPr>
          <a:xfrm flipV="1">
            <a:off x="9294812" y="1552601"/>
            <a:ext cx="2894012" cy="54864"/>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a:p>
            <a:pPr algn="ctr">
              <a:spcAft>
                <a:spcPts val="600"/>
              </a:spcAft>
            </a:pPr>
            <a:endParaRPr lang="en-US" sz="1200" dirty="0">
              <a:solidFill>
                <a:schemeClr val="bg1"/>
              </a:solidFill>
            </a:endParaRPr>
          </a:p>
        </p:txBody>
      </p:sp>
    </p:spTree>
    <p:extLst>
      <p:ext uri="{BB962C8B-B14F-4D97-AF65-F5344CB8AC3E}">
        <p14:creationId xmlns:p14="http://schemas.microsoft.com/office/powerpoint/2010/main" val="16433408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Diagram with Content on Righ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157BCD9-063B-4ED4-B68C-092EC2C342E6}"/>
              </a:ext>
            </a:extLst>
          </p:cNvPr>
          <p:cNvSpPr>
            <a:spLocks noGrp="1"/>
          </p:cNvSpPr>
          <p:nvPr>
            <p:ph type="title" hasCustomPrompt="1"/>
          </p:nvPr>
        </p:nvSpPr>
        <p:spPr/>
        <p:txBody>
          <a:bodyPr wrap="none"/>
          <a:lstStyle>
            <a:lvl1pPr>
              <a:defRPr>
                <a:solidFill>
                  <a:schemeClr val="accent2"/>
                </a:solidFill>
              </a:defRPr>
            </a:lvl1pPr>
          </a:lstStyle>
          <a:p>
            <a:r>
              <a:rPr lang="en-US"/>
              <a:t>Diagram with Content</a:t>
            </a:r>
          </a:p>
        </p:txBody>
      </p:sp>
      <p:sp>
        <p:nvSpPr>
          <p:cNvPr id="9" name="Subtitle 2">
            <a:extLst>
              <a:ext uri="{FF2B5EF4-FFF2-40B4-BE49-F238E27FC236}">
                <a16:creationId xmlns:a16="http://schemas.microsoft.com/office/drawing/2014/main" id="{A0D276D7-17CD-46AB-99B2-97FD34FEEFFA}"/>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subtitle</a:t>
            </a:r>
          </a:p>
        </p:txBody>
      </p:sp>
      <p:sp>
        <p:nvSpPr>
          <p:cNvPr id="7" name="Rectangle 6">
            <a:extLst>
              <a:ext uri="{FF2B5EF4-FFF2-40B4-BE49-F238E27FC236}">
                <a16:creationId xmlns:a16="http://schemas.microsoft.com/office/drawing/2014/main" id="{F7E2C737-3A4D-924A-88B5-FA4D5C8A07C7}"/>
              </a:ext>
              <a:ext uri="{C183D7F6-B498-43B3-948B-1728B52AA6E4}">
                <adec:decorative xmlns:adec="http://schemas.microsoft.com/office/drawing/2017/decorative" val="1"/>
              </a:ext>
            </a:extLst>
          </p:cNvPr>
          <p:cNvSpPr/>
          <p:nvPr/>
        </p:nvSpPr>
        <p:spPr>
          <a:xfrm flipV="1">
            <a:off x="8380072" y="1589923"/>
            <a:ext cx="3808754" cy="82618"/>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a:p>
            <a:pPr algn="ctr">
              <a:spcAft>
                <a:spcPts val="600"/>
              </a:spcAft>
            </a:pPr>
            <a:endParaRPr lang="en-US" sz="1200" dirty="0">
              <a:solidFill>
                <a:schemeClr val="bg1"/>
              </a:solidFill>
            </a:endParaRPr>
          </a:p>
        </p:txBody>
      </p:sp>
      <p:sp>
        <p:nvSpPr>
          <p:cNvPr id="5" name="Text Placeholder 4">
            <a:extLst>
              <a:ext uri="{FF2B5EF4-FFF2-40B4-BE49-F238E27FC236}">
                <a16:creationId xmlns:a16="http://schemas.microsoft.com/office/drawing/2014/main" id="{7F7496CC-9DD2-4299-850C-005958FB65CC}"/>
              </a:ext>
            </a:extLst>
          </p:cNvPr>
          <p:cNvSpPr>
            <a:spLocks noGrp="1"/>
          </p:cNvSpPr>
          <p:nvPr>
            <p:ph type="body" sz="quarter" idx="17" hasCustomPrompt="1"/>
          </p:nvPr>
        </p:nvSpPr>
        <p:spPr>
          <a:xfrm>
            <a:off x="8380413" y="1600200"/>
            <a:ext cx="3808412" cy="4572000"/>
          </a:xfrm>
        </p:spPr>
        <p:txBody>
          <a:bodyPr tIns="457200" rIns="594360" bIns="457200"/>
          <a:lstStyle>
            <a:lvl1pPr>
              <a:defRPr sz="1600">
                <a:solidFill>
                  <a:schemeClr val="accent2"/>
                </a:solidFill>
              </a:defRPr>
            </a:lvl1pPr>
            <a:lvl2pPr>
              <a:buClr>
                <a:schemeClr val="accent2"/>
              </a:buClr>
              <a:defRPr sz="1400">
                <a:solidFill>
                  <a:schemeClr val="accent2"/>
                </a:solidFill>
              </a:defRPr>
            </a:lvl2pPr>
            <a:lvl3pPr>
              <a:buClr>
                <a:schemeClr val="accent2"/>
              </a:buClr>
              <a:defRPr sz="1200">
                <a:solidFill>
                  <a:schemeClr val="accent2"/>
                </a:solidFill>
              </a:defRPr>
            </a:lvl3pPr>
            <a:lvl4pPr>
              <a:buClr>
                <a:schemeClr val="accent2"/>
              </a:buClr>
              <a:defRPr sz="1100">
                <a:solidFill>
                  <a:schemeClr val="accent2"/>
                </a:solidFill>
              </a:defRPr>
            </a:lvl4pPr>
            <a:lvl5pPr>
              <a:buClr>
                <a:schemeClr val="accent2"/>
              </a:buClr>
              <a:defRPr sz="1100">
                <a:solidFill>
                  <a:schemeClr val="accent2"/>
                </a:solidFill>
              </a:defRPr>
            </a:lvl5pPr>
            <a:lvl6pPr>
              <a:buClr>
                <a:schemeClr val="accent2"/>
              </a:buClr>
              <a:defRPr sz="1100">
                <a:solidFill>
                  <a:schemeClr val="accent2"/>
                </a:solidFill>
              </a:defRPr>
            </a:lvl6pPr>
            <a:lvl7pPr>
              <a:buClr>
                <a:schemeClr val="accent2"/>
              </a:buClr>
              <a:defRPr sz="1100">
                <a:solidFill>
                  <a:schemeClr val="accent2"/>
                </a:solidFill>
              </a:defRPr>
            </a:lvl7pPr>
            <a:lvl8pPr>
              <a:buClr>
                <a:schemeClr val="accent2"/>
              </a:buClr>
              <a:defRPr sz="1100">
                <a:solidFill>
                  <a:schemeClr val="accent2"/>
                </a:solidFill>
              </a:defRPr>
            </a:lvl8pPr>
            <a:lvl9pPr>
              <a:buClr>
                <a:schemeClr val="accent2"/>
              </a:buClr>
              <a:defRPr sz="1100">
                <a:solidFill>
                  <a:schemeClr val="accent2"/>
                </a:solidFill>
              </a:defRPr>
            </a:lvl9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
        <p:nvSpPr>
          <p:cNvPr id="11" name="page number">
            <a:extLst>
              <a:ext uri="{FF2B5EF4-FFF2-40B4-BE49-F238E27FC236}">
                <a16:creationId xmlns:a16="http://schemas.microsoft.com/office/drawing/2014/main" id="{0D34A4A0-0C07-994F-9539-A07F4B06F184}"/>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2" name="Content Placeholder 17">
            <a:extLst>
              <a:ext uri="{FF2B5EF4-FFF2-40B4-BE49-F238E27FC236}">
                <a16:creationId xmlns:a16="http://schemas.microsoft.com/office/drawing/2014/main" id="{C05F02B7-B99F-8424-E971-B7478FAB40DE}"/>
              </a:ext>
            </a:extLst>
          </p:cNvPr>
          <p:cNvSpPr>
            <a:spLocks noGrp="1"/>
          </p:cNvSpPr>
          <p:nvPr>
            <p:ph sz="quarter" idx="14" hasCustomPrompt="1"/>
          </p:nvPr>
        </p:nvSpPr>
        <p:spPr bwMode="ltGray">
          <a:xfrm>
            <a:off x="608012" y="1600201"/>
            <a:ext cx="7398303" cy="4572000"/>
          </a:xfrm>
          <a:noFill/>
        </p:spPr>
        <p:txBody>
          <a:bodyPr vert="horz" lIns="594360" tIns="1371600" rIns="457200" bIns="457200" rtlCol="0">
            <a:noAutofit/>
          </a:bodyPr>
          <a:lstStyle>
            <a:lvl1pPr algn="ctr">
              <a:spcBef>
                <a:spcPts val="1200"/>
              </a:spcBef>
              <a:defRPr lang="en-US" sz="1100" dirty="0">
                <a:solidFill>
                  <a:schemeClr val="tx1"/>
                </a:solidFill>
              </a:defRPr>
            </a:lvl1pPr>
            <a:lvl2pPr>
              <a:buClr>
                <a:schemeClr val="bg1"/>
              </a:buClr>
              <a:defRPr lang="en-US" sz="1600" dirty="0">
                <a:solidFill>
                  <a:schemeClr val="bg1"/>
                </a:solidFill>
              </a:defRPr>
            </a:lvl2pPr>
            <a:lvl3pPr>
              <a:buClr>
                <a:schemeClr val="bg1"/>
              </a:buClr>
              <a:defRPr lang="en-US" sz="1400" dirty="0">
                <a:solidFill>
                  <a:schemeClr val="bg1"/>
                </a:solidFill>
              </a:defRPr>
            </a:lvl3pPr>
            <a:lvl4pPr>
              <a:buClr>
                <a:schemeClr val="bg1"/>
              </a:buClr>
              <a:defRPr lang="en-US" sz="1200" dirty="0">
                <a:solidFill>
                  <a:schemeClr val="bg1"/>
                </a:solidFill>
              </a:defRPr>
            </a:lvl4pPr>
            <a:lvl5pPr>
              <a:buClr>
                <a:schemeClr val="bg1"/>
              </a:buClr>
              <a:defRPr lang="en-US" sz="1200" dirty="0">
                <a:solidFill>
                  <a:schemeClr val="bg1"/>
                </a:solidFill>
              </a:defRPr>
            </a:lvl5pPr>
            <a:lvl6pPr>
              <a:buClrTx/>
              <a:defRPr sz="1800">
                <a:solidFill>
                  <a:schemeClr val="bg1"/>
                </a:solidFill>
              </a:defRPr>
            </a:lvl6pPr>
            <a:lvl7pPr>
              <a:buClrTx/>
              <a:defRPr sz="1400">
                <a:solidFill>
                  <a:schemeClr val="bg1"/>
                </a:solidFill>
              </a:defRPr>
            </a:lvl7pPr>
            <a:lvl8pPr>
              <a:buClrTx/>
              <a:defRPr sz="1200">
                <a:solidFill>
                  <a:schemeClr val="bg1"/>
                </a:solidFill>
              </a:defRPr>
            </a:lvl8pPr>
            <a:lvl9pPr>
              <a:buClrTx/>
              <a:defRPr sz="1800">
                <a:solidFill>
                  <a:schemeClr val="bg1"/>
                </a:solidFill>
              </a:defRPr>
            </a:lvl9pPr>
          </a:lstStyle>
          <a:p>
            <a:pPr lvl="0"/>
            <a:r>
              <a:rPr lang="en-US" dirty="0"/>
              <a:t>NOTE: This is intended for a diagram only.</a:t>
            </a:r>
            <a:br>
              <a:rPr lang="en-US" dirty="0"/>
            </a:br>
            <a:r>
              <a:rPr lang="en-US" dirty="0"/>
              <a:t>Not recommended to add text here, as it’s not formatted for it. </a:t>
            </a:r>
          </a:p>
        </p:txBody>
      </p:sp>
      <p:sp>
        <p:nvSpPr>
          <p:cNvPr id="8" name="Rectangle 7">
            <a:extLst>
              <a:ext uri="{FF2B5EF4-FFF2-40B4-BE49-F238E27FC236}">
                <a16:creationId xmlns:a16="http://schemas.microsoft.com/office/drawing/2014/main" id="{F7E2C737-3A4D-924A-88B5-FA4D5C8A07C7}"/>
              </a:ext>
              <a:ext uri="{C183D7F6-B498-43B3-948B-1728B52AA6E4}">
                <adec:decorative xmlns:adec="http://schemas.microsoft.com/office/drawing/2017/decorative" val="1"/>
              </a:ext>
            </a:extLst>
          </p:cNvPr>
          <p:cNvSpPr/>
          <p:nvPr userDrawn="1"/>
        </p:nvSpPr>
        <p:spPr>
          <a:xfrm flipV="1">
            <a:off x="8380072" y="1589923"/>
            <a:ext cx="3808754" cy="82618"/>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a:p>
            <a:pPr algn="ctr">
              <a:spcAft>
                <a:spcPts val="600"/>
              </a:spcAft>
            </a:pPr>
            <a:endParaRPr lang="en-US" sz="1200" dirty="0">
              <a:solidFill>
                <a:schemeClr val="bg1"/>
              </a:solidFill>
            </a:endParaRPr>
          </a:p>
        </p:txBody>
      </p:sp>
      <p:sp>
        <p:nvSpPr>
          <p:cNvPr id="10" name="page number">
            <a:extLst>
              <a:ext uri="{FF2B5EF4-FFF2-40B4-BE49-F238E27FC236}">
                <a16:creationId xmlns:a16="http://schemas.microsoft.com/office/drawing/2014/main" id="{0D34A4A0-0C07-994F-9539-A07F4B06F184}"/>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4745796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Diagram with Outcome, Benefi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E15888C-CFB4-4BEC-9B94-46E698DFC481}"/>
              </a:ext>
            </a:extLst>
          </p:cNvPr>
          <p:cNvSpPr>
            <a:spLocks noGrp="1"/>
          </p:cNvSpPr>
          <p:nvPr>
            <p:ph type="title" hasCustomPrompt="1"/>
          </p:nvPr>
        </p:nvSpPr>
        <p:spPr/>
        <p:txBody>
          <a:bodyPr wrap="none"/>
          <a:lstStyle>
            <a:lvl1pPr>
              <a:defRPr>
                <a:solidFill>
                  <a:schemeClr val="accent2"/>
                </a:solidFill>
              </a:defRPr>
            </a:lvl1pPr>
          </a:lstStyle>
          <a:p>
            <a:r>
              <a:rPr lang="en-US"/>
              <a:t>Diagram with Outcome/Benefit Content</a:t>
            </a:r>
          </a:p>
        </p:txBody>
      </p:sp>
      <p:sp>
        <p:nvSpPr>
          <p:cNvPr id="19" name="Subtitle 2">
            <a:extLst>
              <a:ext uri="{FF2B5EF4-FFF2-40B4-BE49-F238E27FC236}">
                <a16:creationId xmlns:a16="http://schemas.microsoft.com/office/drawing/2014/main" id="{E9D6A872-88BD-4DFC-AFFD-1E9BEEB6533B}"/>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cxnSp>
        <p:nvCxnSpPr>
          <p:cNvPr id="138" name="Straight Connector 137">
            <a:extLst>
              <a:ext uri="{FF2B5EF4-FFF2-40B4-BE49-F238E27FC236}">
                <a16:creationId xmlns:a16="http://schemas.microsoft.com/office/drawing/2014/main" id="{56D4D92B-574E-4F63-A5BA-8F7282B54C27}"/>
              </a:ext>
              <a:ext uri="{C183D7F6-B498-43B3-948B-1728B52AA6E4}">
                <adec:decorative xmlns:adec="http://schemas.microsoft.com/office/drawing/2017/decorative" val="1"/>
              </a:ext>
            </a:extLst>
          </p:cNvPr>
          <p:cNvCxnSpPr>
            <a:cxnSpLocks/>
          </p:cNvCxnSpPr>
          <p:nvPr/>
        </p:nvCxnSpPr>
        <p:spPr>
          <a:xfrm>
            <a:off x="8380413" y="1608668"/>
            <a:ext cx="3808412" cy="0"/>
          </a:xfrm>
          <a:prstGeom prst="line">
            <a:avLst/>
          </a:prstGeom>
          <a:ln w="25400">
            <a:solidFill>
              <a:schemeClr val="accent2"/>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7" name="Text Placeholder 6">
            <a:extLst>
              <a:ext uri="{FF2B5EF4-FFF2-40B4-BE49-F238E27FC236}">
                <a16:creationId xmlns:a16="http://schemas.microsoft.com/office/drawing/2014/main" id="{9005EB21-86C3-42EF-BFE7-549D9EA3645A}"/>
              </a:ext>
            </a:extLst>
          </p:cNvPr>
          <p:cNvSpPr>
            <a:spLocks noGrp="1"/>
          </p:cNvSpPr>
          <p:nvPr>
            <p:ph type="body" sz="quarter" idx="17" hasCustomPrompt="1"/>
          </p:nvPr>
        </p:nvSpPr>
        <p:spPr>
          <a:xfrm>
            <a:off x="8380413" y="1699688"/>
            <a:ext cx="3200400" cy="298450"/>
          </a:xfrm>
        </p:spPr>
        <p:txBody>
          <a:bodyPr anchor="b"/>
          <a:lstStyle>
            <a:lvl1pPr>
              <a:defRPr sz="1800">
                <a:solidFill>
                  <a:schemeClr val="accent2"/>
                </a:solidFill>
              </a:defRPr>
            </a:lvl1pPr>
            <a:lvl5pPr>
              <a:defRPr/>
            </a:lvl5pPr>
          </a:lstStyle>
          <a:p>
            <a:pPr lvl="0"/>
            <a:r>
              <a:rPr lang="en-US"/>
              <a:t>Outcome</a:t>
            </a:r>
          </a:p>
        </p:txBody>
      </p:sp>
      <p:sp>
        <p:nvSpPr>
          <p:cNvPr id="4" name="Text Placeholder 3">
            <a:extLst>
              <a:ext uri="{FF2B5EF4-FFF2-40B4-BE49-F238E27FC236}">
                <a16:creationId xmlns:a16="http://schemas.microsoft.com/office/drawing/2014/main" id="{A8781D19-2DDB-4D83-983D-3D159A7DE7C0}"/>
              </a:ext>
            </a:extLst>
          </p:cNvPr>
          <p:cNvSpPr>
            <a:spLocks noGrp="1"/>
          </p:cNvSpPr>
          <p:nvPr>
            <p:ph type="body" sz="quarter" idx="20" hasCustomPrompt="1"/>
          </p:nvPr>
        </p:nvSpPr>
        <p:spPr>
          <a:xfrm>
            <a:off x="8378825" y="2063048"/>
            <a:ext cx="3201988" cy="1600200"/>
          </a:xfrm>
        </p:spPr>
        <p:txBody>
          <a:bodyPr/>
          <a:lstStyle>
            <a:lvl1pPr>
              <a:defRPr sz="1600">
                <a:solidFill>
                  <a:schemeClr val="tx1"/>
                </a:solidFill>
              </a:defRPr>
            </a:lvl1pPr>
            <a:lvl2pPr>
              <a:defRPr sz="1400">
                <a:solidFill>
                  <a:schemeClr val="tx1"/>
                </a:solidFill>
              </a:defRPr>
            </a:lvl2pPr>
            <a:lvl3pPr>
              <a:defRPr sz="1400">
                <a:solidFill>
                  <a:schemeClr val="tx1"/>
                </a:solidFill>
              </a:defRPr>
            </a:lvl3pPr>
          </a:lstStyle>
          <a:p>
            <a:pPr lvl="0"/>
            <a:r>
              <a:rPr lang="en-US" dirty="0"/>
              <a:t>Click to add text</a:t>
            </a:r>
          </a:p>
          <a:p>
            <a:pPr lvl="1"/>
            <a:r>
              <a:rPr lang="en-US" dirty="0"/>
              <a:t>Second level</a:t>
            </a:r>
          </a:p>
          <a:p>
            <a:pPr lvl="2"/>
            <a:r>
              <a:rPr lang="en-US" dirty="0"/>
              <a:t>Third level</a:t>
            </a:r>
          </a:p>
        </p:txBody>
      </p:sp>
      <p:cxnSp>
        <p:nvCxnSpPr>
          <p:cNvPr id="75" name="Straight Connector 74">
            <a:extLst>
              <a:ext uri="{FF2B5EF4-FFF2-40B4-BE49-F238E27FC236}">
                <a16:creationId xmlns:a16="http://schemas.microsoft.com/office/drawing/2014/main" id="{F789B473-DDE6-4450-A111-3761F341AAE3}"/>
              </a:ext>
              <a:ext uri="{C183D7F6-B498-43B3-948B-1728B52AA6E4}">
                <adec:decorative xmlns:adec="http://schemas.microsoft.com/office/drawing/2017/decorative" val="1"/>
              </a:ext>
            </a:extLst>
          </p:cNvPr>
          <p:cNvCxnSpPr>
            <a:cxnSpLocks/>
          </p:cNvCxnSpPr>
          <p:nvPr/>
        </p:nvCxnSpPr>
        <p:spPr>
          <a:xfrm>
            <a:off x="8380413" y="3872441"/>
            <a:ext cx="3808412" cy="0"/>
          </a:xfrm>
          <a:prstGeom prst="line">
            <a:avLst/>
          </a:prstGeom>
          <a:ln w="25400">
            <a:solidFill>
              <a:schemeClr val="accent4"/>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76" name="Text Placeholder 6">
            <a:extLst>
              <a:ext uri="{FF2B5EF4-FFF2-40B4-BE49-F238E27FC236}">
                <a16:creationId xmlns:a16="http://schemas.microsoft.com/office/drawing/2014/main" id="{0D0977FA-A4CA-4F1F-8109-D7498D165EDD}"/>
              </a:ext>
            </a:extLst>
          </p:cNvPr>
          <p:cNvSpPr>
            <a:spLocks noGrp="1"/>
          </p:cNvSpPr>
          <p:nvPr>
            <p:ph type="body" sz="quarter" idx="19" hasCustomPrompt="1"/>
          </p:nvPr>
        </p:nvSpPr>
        <p:spPr>
          <a:xfrm>
            <a:off x="8380413" y="3972469"/>
            <a:ext cx="3200400" cy="298450"/>
          </a:xfrm>
        </p:spPr>
        <p:txBody>
          <a:bodyPr anchor="b"/>
          <a:lstStyle>
            <a:lvl1pPr>
              <a:defRPr sz="1800">
                <a:solidFill>
                  <a:schemeClr val="accent4"/>
                </a:solidFill>
              </a:defRPr>
            </a:lvl1pPr>
            <a:lvl5pPr>
              <a:defRPr/>
            </a:lvl5pPr>
          </a:lstStyle>
          <a:p>
            <a:pPr lvl="0"/>
            <a:r>
              <a:rPr lang="en-US"/>
              <a:t>Benefit</a:t>
            </a:r>
          </a:p>
        </p:txBody>
      </p:sp>
      <p:sp>
        <p:nvSpPr>
          <p:cNvPr id="16" name="Text Placeholder 3">
            <a:extLst>
              <a:ext uri="{FF2B5EF4-FFF2-40B4-BE49-F238E27FC236}">
                <a16:creationId xmlns:a16="http://schemas.microsoft.com/office/drawing/2014/main" id="{BB1458BF-96C1-46C6-A67F-AD0FB4B4E5C0}"/>
              </a:ext>
            </a:extLst>
          </p:cNvPr>
          <p:cNvSpPr>
            <a:spLocks noGrp="1"/>
          </p:cNvSpPr>
          <p:nvPr>
            <p:ph type="body" sz="quarter" idx="21" hasCustomPrompt="1"/>
          </p:nvPr>
        </p:nvSpPr>
        <p:spPr>
          <a:xfrm>
            <a:off x="8378825" y="4347904"/>
            <a:ext cx="3201988" cy="1600200"/>
          </a:xfrm>
        </p:spPr>
        <p:txBody>
          <a:bodyPr/>
          <a:lstStyle>
            <a:lvl1pPr>
              <a:defRPr sz="1600">
                <a:solidFill>
                  <a:schemeClr val="tx1"/>
                </a:solidFill>
              </a:defRPr>
            </a:lvl1pPr>
            <a:lvl2pPr>
              <a:defRPr sz="1400">
                <a:solidFill>
                  <a:schemeClr val="tx1"/>
                </a:solidFill>
              </a:defRPr>
            </a:lvl2pPr>
            <a:lvl3pPr>
              <a:defRPr sz="1400">
                <a:solidFill>
                  <a:schemeClr val="tx1"/>
                </a:solidFill>
              </a:defRPr>
            </a:lvl3pPr>
          </a:lstStyle>
          <a:p>
            <a:pPr lvl="0"/>
            <a:r>
              <a:rPr lang="en-US"/>
              <a:t>Click to add text</a:t>
            </a:r>
          </a:p>
          <a:p>
            <a:pPr lvl="1"/>
            <a:r>
              <a:rPr lang="en-US"/>
              <a:t>Second level</a:t>
            </a:r>
          </a:p>
          <a:p>
            <a:pPr lvl="2"/>
            <a:r>
              <a:rPr lang="en-US"/>
              <a:t>Third level</a:t>
            </a:r>
          </a:p>
        </p:txBody>
      </p:sp>
      <p:sp>
        <p:nvSpPr>
          <p:cNvPr id="13" name="page number">
            <a:extLst>
              <a:ext uri="{FF2B5EF4-FFF2-40B4-BE49-F238E27FC236}">
                <a16:creationId xmlns:a16="http://schemas.microsoft.com/office/drawing/2014/main" id="{2520CB7B-27A1-0749-95BA-681D8A0535D2}"/>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2" name="Content Placeholder 17">
            <a:extLst>
              <a:ext uri="{FF2B5EF4-FFF2-40B4-BE49-F238E27FC236}">
                <a16:creationId xmlns:a16="http://schemas.microsoft.com/office/drawing/2014/main" id="{81258617-CE72-E542-2E67-9B2874ED90B7}"/>
              </a:ext>
            </a:extLst>
          </p:cNvPr>
          <p:cNvSpPr>
            <a:spLocks noGrp="1"/>
          </p:cNvSpPr>
          <p:nvPr>
            <p:ph sz="quarter" idx="14" hasCustomPrompt="1"/>
          </p:nvPr>
        </p:nvSpPr>
        <p:spPr bwMode="ltGray">
          <a:xfrm>
            <a:off x="608012" y="1600201"/>
            <a:ext cx="7398303" cy="4572000"/>
          </a:xfrm>
          <a:noFill/>
        </p:spPr>
        <p:txBody>
          <a:bodyPr vert="horz" lIns="594360" tIns="1371600" rIns="457200" bIns="457200" rtlCol="0">
            <a:noAutofit/>
          </a:bodyPr>
          <a:lstStyle>
            <a:lvl1pPr algn="ctr">
              <a:spcBef>
                <a:spcPts val="1200"/>
              </a:spcBef>
              <a:defRPr lang="en-US" sz="1100" dirty="0">
                <a:solidFill>
                  <a:schemeClr val="tx1"/>
                </a:solidFill>
              </a:defRPr>
            </a:lvl1pPr>
            <a:lvl2pPr>
              <a:buClr>
                <a:schemeClr val="bg1"/>
              </a:buClr>
              <a:defRPr lang="en-US" sz="1600" dirty="0">
                <a:solidFill>
                  <a:schemeClr val="bg1"/>
                </a:solidFill>
              </a:defRPr>
            </a:lvl2pPr>
            <a:lvl3pPr>
              <a:buClr>
                <a:schemeClr val="bg1"/>
              </a:buClr>
              <a:defRPr lang="en-US" sz="1400" dirty="0">
                <a:solidFill>
                  <a:schemeClr val="bg1"/>
                </a:solidFill>
              </a:defRPr>
            </a:lvl3pPr>
            <a:lvl4pPr>
              <a:buClr>
                <a:schemeClr val="bg1"/>
              </a:buClr>
              <a:defRPr lang="en-US" sz="1200" dirty="0">
                <a:solidFill>
                  <a:schemeClr val="bg1"/>
                </a:solidFill>
              </a:defRPr>
            </a:lvl4pPr>
            <a:lvl5pPr>
              <a:buClr>
                <a:schemeClr val="bg1"/>
              </a:buClr>
              <a:defRPr lang="en-US" sz="1200" dirty="0">
                <a:solidFill>
                  <a:schemeClr val="bg1"/>
                </a:solidFill>
              </a:defRPr>
            </a:lvl5pPr>
            <a:lvl6pPr>
              <a:buClrTx/>
              <a:defRPr sz="1800">
                <a:solidFill>
                  <a:schemeClr val="bg1"/>
                </a:solidFill>
              </a:defRPr>
            </a:lvl6pPr>
            <a:lvl7pPr>
              <a:buClrTx/>
              <a:defRPr sz="1400">
                <a:solidFill>
                  <a:schemeClr val="bg1"/>
                </a:solidFill>
              </a:defRPr>
            </a:lvl7pPr>
            <a:lvl8pPr>
              <a:buClrTx/>
              <a:defRPr sz="1200">
                <a:solidFill>
                  <a:schemeClr val="bg1"/>
                </a:solidFill>
              </a:defRPr>
            </a:lvl8pPr>
            <a:lvl9pPr>
              <a:buClrTx/>
              <a:defRPr sz="1800">
                <a:solidFill>
                  <a:schemeClr val="bg1"/>
                </a:solidFill>
              </a:defRPr>
            </a:lvl9pPr>
          </a:lstStyle>
          <a:p>
            <a:pPr lvl="0"/>
            <a:r>
              <a:rPr lang="en-US"/>
              <a:t>NOTE: This is intended for a diagram only.</a:t>
            </a:r>
            <a:br>
              <a:rPr lang="en-US"/>
            </a:br>
            <a:r>
              <a:rPr lang="en-US"/>
              <a:t>Not recommended to add text here, as it’s not formatted for it. </a:t>
            </a:r>
          </a:p>
        </p:txBody>
      </p:sp>
      <p:cxnSp>
        <p:nvCxnSpPr>
          <p:cNvPr id="12" name="Straight Connector 11">
            <a:extLst>
              <a:ext uri="{FF2B5EF4-FFF2-40B4-BE49-F238E27FC236}">
                <a16:creationId xmlns:a16="http://schemas.microsoft.com/office/drawing/2014/main" id="{56D4D92B-574E-4F63-A5BA-8F7282B54C27}"/>
              </a:ext>
              <a:ext uri="{C183D7F6-B498-43B3-948B-1728B52AA6E4}">
                <adec:decorative xmlns:adec="http://schemas.microsoft.com/office/drawing/2017/decorative" val="1"/>
              </a:ext>
            </a:extLst>
          </p:cNvPr>
          <p:cNvCxnSpPr>
            <a:cxnSpLocks/>
          </p:cNvCxnSpPr>
          <p:nvPr userDrawn="1"/>
        </p:nvCxnSpPr>
        <p:spPr>
          <a:xfrm>
            <a:off x="8380413" y="1608668"/>
            <a:ext cx="3808412" cy="0"/>
          </a:xfrm>
          <a:prstGeom prst="line">
            <a:avLst/>
          </a:prstGeom>
          <a:ln w="25400">
            <a:solidFill>
              <a:schemeClr val="accent2"/>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F789B473-DDE6-4450-A111-3761F341AAE3}"/>
              </a:ext>
              <a:ext uri="{C183D7F6-B498-43B3-948B-1728B52AA6E4}">
                <adec:decorative xmlns:adec="http://schemas.microsoft.com/office/drawing/2017/decorative" val="1"/>
              </a:ext>
            </a:extLst>
          </p:cNvPr>
          <p:cNvCxnSpPr>
            <a:cxnSpLocks/>
          </p:cNvCxnSpPr>
          <p:nvPr userDrawn="1"/>
        </p:nvCxnSpPr>
        <p:spPr>
          <a:xfrm>
            <a:off x="8380413" y="3872441"/>
            <a:ext cx="3808412" cy="0"/>
          </a:xfrm>
          <a:prstGeom prst="line">
            <a:avLst/>
          </a:prstGeom>
          <a:ln w="25400">
            <a:solidFill>
              <a:schemeClr val="accent4"/>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5" name="page number">
            <a:extLst>
              <a:ext uri="{FF2B5EF4-FFF2-40B4-BE49-F238E27FC236}">
                <a16:creationId xmlns:a16="http://schemas.microsoft.com/office/drawing/2014/main" id="{2520CB7B-27A1-0749-95BA-681D8A0535D2}"/>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612715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ustomer Success">
    <p:spTree>
      <p:nvGrpSpPr>
        <p:cNvPr id="1" name=""/>
        <p:cNvGrpSpPr/>
        <p:nvPr/>
      </p:nvGrpSpPr>
      <p:grpSpPr>
        <a:xfrm>
          <a:off x="0" y="0"/>
          <a:ext cx="0" cy="0"/>
          <a:chOff x="0" y="0"/>
          <a:chExt cx="0" cy="0"/>
        </a:xfrm>
      </p:grpSpPr>
      <p:sp>
        <p:nvSpPr>
          <p:cNvPr id="53" name="Title 1">
            <a:extLst>
              <a:ext uri="{FF2B5EF4-FFF2-40B4-BE49-F238E27FC236}">
                <a16:creationId xmlns:a16="http://schemas.microsoft.com/office/drawing/2014/main" id="{05E46EAA-9D16-0D47-AF18-92C449033DAC}"/>
              </a:ext>
            </a:extLst>
          </p:cNvPr>
          <p:cNvSpPr>
            <a:spLocks noGrp="1"/>
          </p:cNvSpPr>
          <p:nvPr>
            <p:ph type="title" hasCustomPrompt="1"/>
          </p:nvPr>
        </p:nvSpPr>
        <p:spPr>
          <a:xfrm>
            <a:off x="579809" y="412751"/>
            <a:ext cx="11001004" cy="381000"/>
          </a:xfrm>
        </p:spPr>
        <p:txBody>
          <a:bodyPr/>
          <a:lstStyle>
            <a:lvl1pPr>
              <a:defRPr>
                <a:solidFill>
                  <a:schemeClr val="accent2"/>
                </a:solidFill>
              </a:defRPr>
            </a:lvl1pPr>
          </a:lstStyle>
          <a:p>
            <a:r>
              <a:rPr lang="en-US"/>
              <a:t>Customer Success – add Company Name here</a:t>
            </a:r>
          </a:p>
        </p:txBody>
      </p:sp>
      <p:sp>
        <p:nvSpPr>
          <p:cNvPr id="52" name="Subtitle 2">
            <a:extLst>
              <a:ext uri="{FF2B5EF4-FFF2-40B4-BE49-F238E27FC236}">
                <a16:creationId xmlns:a16="http://schemas.microsoft.com/office/drawing/2014/main" id="{CEFD99AC-6466-F04E-8E45-7EEEEA01BA6C}"/>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the highlighted business impact</a:t>
            </a:r>
          </a:p>
        </p:txBody>
      </p:sp>
      <p:cxnSp>
        <p:nvCxnSpPr>
          <p:cNvPr id="30" name="Straight Connector 29">
            <a:extLst>
              <a:ext uri="{FF2B5EF4-FFF2-40B4-BE49-F238E27FC236}">
                <a16:creationId xmlns:a16="http://schemas.microsoft.com/office/drawing/2014/main" id="{14F46384-B6E3-0D43-924E-874DEC2344B1}"/>
              </a:ext>
              <a:ext uri="{C183D7F6-B498-43B3-948B-1728B52AA6E4}">
                <adec:decorative xmlns:adec="http://schemas.microsoft.com/office/drawing/2017/decorative" val="1"/>
              </a:ext>
            </a:extLst>
          </p:cNvPr>
          <p:cNvCxnSpPr>
            <a:cxnSpLocks/>
          </p:cNvCxnSpPr>
          <p:nvPr/>
        </p:nvCxnSpPr>
        <p:spPr>
          <a:xfrm>
            <a:off x="609600" y="1552248"/>
            <a:ext cx="3471746" cy="0"/>
          </a:xfrm>
          <a:prstGeom prst="line">
            <a:avLst/>
          </a:prstGeom>
          <a:ln w="22225">
            <a:solidFill>
              <a:schemeClr val="accent2"/>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50" name="Content Placeholder 17">
            <a:extLst>
              <a:ext uri="{FF2B5EF4-FFF2-40B4-BE49-F238E27FC236}">
                <a16:creationId xmlns:a16="http://schemas.microsoft.com/office/drawing/2014/main" id="{767C0863-B9D1-344E-A978-CD49E9400F6F}"/>
              </a:ext>
            </a:extLst>
          </p:cNvPr>
          <p:cNvSpPr>
            <a:spLocks noGrp="1"/>
          </p:cNvSpPr>
          <p:nvPr>
            <p:ph sz="quarter" idx="16" hasCustomPrompt="1"/>
          </p:nvPr>
        </p:nvSpPr>
        <p:spPr>
          <a:xfrm>
            <a:off x="611645" y="1901093"/>
            <a:ext cx="3201848" cy="1214595"/>
          </a:xfrm>
          <a:noFill/>
        </p:spPr>
        <p:txBody>
          <a:bodyPr vert="horz" lIns="0" tIns="0" rIns="0" bIns="457200" rtlCol="0">
            <a:noAutofit/>
          </a:bodyPr>
          <a:lstStyle>
            <a:lvl1pPr>
              <a:lnSpc>
                <a:spcPct val="100000"/>
              </a:lnSpc>
              <a:spcBef>
                <a:spcPts val="0"/>
              </a:spcBef>
              <a:spcAft>
                <a:spcPts val="300"/>
              </a:spcAft>
              <a:defRPr lang="en-US" sz="1050" dirty="0">
                <a:solidFill>
                  <a:schemeClr val="tx1"/>
                </a:solidFill>
              </a:defRPr>
            </a:lvl1pPr>
            <a:lvl2pPr marL="114300" indent="-114300">
              <a:lnSpc>
                <a:spcPct val="100000"/>
              </a:lnSpc>
              <a:spcBef>
                <a:spcPts val="0"/>
              </a:spcBef>
              <a:spcAft>
                <a:spcPts val="300"/>
              </a:spcAft>
              <a:defRPr lang="en-US" sz="1000" dirty="0">
                <a:solidFill>
                  <a:schemeClr val="tx1"/>
                </a:solidFill>
              </a:defRPr>
            </a:lvl2pPr>
            <a:lvl3pPr>
              <a:defRPr lang="en-US" sz="1400" dirty="0">
                <a:solidFill>
                  <a:schemeClr val="tx2"/>
                </a:solidFill>
              </a:defRPr>
            </a:lvl3pPr>
            <a:lvl4pPr>
              <a:defRPr lang="en-US" sz="1200" dirty="0">
                <a:solidFill>
                  <a:schemeClr val="tx2"/>
                </a:solidFill>
              </a:defRPr>
            </a:lvl4pPr>
            <a:lvl5pPr>
              <a:defRPr lang="en-US" sz="1200" dirty="0">
                <a:solidFill>
                  <a:schemeClr val="tx2"/>
                </a:solidFill>
              </a:defRPr>
            </a:lvl5pPr>
          </a:lstStyle>
          <a:p>
            <a:pPr lvl="0"/>
            <a:r>
              <a:rPr lang="en-US" dirty="0"/>
              <a:t>Click to add text</a:t>
            </a:r>
          </a:p>
          <a:p>
            <a:pPr lvl="1"/>
            <a:r>
              <a:rPr lang="en-US" dirty="0"/>
              <a:t>Second level</a:t>
            </a:r>
          </a:p>
        </p:txBody>
      </p:sp>
      <p:cxnSp>
        <p:nvCxnSpPr>
          <p:cNvPr id="39" name="Straight Connector 38">
            <a:extLst>
              <a:ext uri="{FF2B5EF4-FFF2-40B4-BE49-F238E27FC236}">
                <a16:creationId xmlns:a16="http://schemas.microsoft.com/office/drawing/2014/main" id="{33526770-8F35-FB4A-8638-521D0DA87F6C}"/>
              </a:ext>
              <a:ext uri="{C183D7F6-B498-43B3-948B-1728B52AA6E4}">
                <adec:decorative xmlns:adec="http://schemas.microsoft.com/office/drawing/2017/decorative" val="1"/>
              </a:ext>
            </a:extLst>
          </p:cNvPr>
          <p:cNvCxnSpPr>
            <a:cxnSpLocks/>
          </p:cNvCxnSpPr>
          <p:nvPr/>
        </p:nvCxnSpPr>
        <p:spPr>
          <a:xfrm>
            <a:off x="4412165" y="1552248"/>
            <a:ext cx="3471746" cy="0"/>
          </a:xfrm>
          <a:prstGeom prst="line">
            <a:avLst/>
          </a:prstGeom>
          <a:ln w="22225">
            <a:solidFill>
              <a:schemeClr val="accent2"/>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47" name="Content Placeholder 17">
            <a:extLst>
              <a:ext uri="{FF2B5EF4-FFF2-40B4-BE49-F238E27FC236}">
                <a16:creationId xmlns:a16="http://schemas.microsoft.com/office/drawing/2014/main" id="{A2B343CF-FF49-7E4F-A7C9-0593553254F3}"/>
              </a:ext>
            </a:extLst>
          </p:cNvPr>
          <p:cNvSpPr>
            <a:spLocks noGrp="1"/>
          </p:cNvSpPr>
          <p:nvPr>
            <p:ph sz="quarter" idx="20" hasCustomPrompt="1"/>
          </p:nvPr>
        </p:nvSpPr>
        <p:spPr>
          <a:xfrm>
            <a:off x="4414210" y="1901094"/>
            <a:ext cx="3201848" cy="1225566"/>
          </a:xfrm>
          <a:noFill/>
        </p:spPr>
        <p:txBody>
          <a:bodyPr vert="horz" lIns="0" tIns="0" rIns="0" bIns="457200" rtlCol="0">
            <a:noAutofit/>
          </a:bodyPr>
          <a:lstStyle>
            <a:lvl1pPr>
              <a:lnSpc>
                <a:spcPct val="100000"/>
              </a:lnSpc>
              <a:spcBef>
                <a:spcPts val="0"/>
              </a:spcBef>
              <a:spcAft>
                <a:spcPts val="300"/>
              </a:spcAft>
              <a:defRPr lang="en-US" sz="1050" dirty="0">
                <a:solidFill>
                  <a:schemeClr val="tx1"/>
                </a:solidFill>
              </a:defRPr>
            </a:lvl1pPr>
            <a:lvl2pPr marL="114300" indent="-114300">
              <a:lnSpc>
                <a:spcPct val="100000"/>
              </a:lnSpc>
              <a:spcBef>
                <a:spcPts val="0"/>
              </a:spcBef>
              <a:spcAft>
                <a:spcPts val="300"/>
              </a:spcAft>
              <a:defRPr lang="en-US" sz="1000" dirty="0">
                <a:solidFill>
                  <a:schemeClr val="tx1"/>
                </a:solidFill>
              </a:defRPr>
            </a:lvl2pPr>
            <a:lvl3pPr>
              <a:defRPr lang="en-US" sz="1400" dirty="0">
                <a:solidFill>
                  <a:schemeClr val="tx2"/>
                </a:solidFill>
              </a:defRPr>
            </a:lvl3pPr>
            <a:lvl4pPr>
              <a:defRPr lang="en-US" sz="1200" dirty="0">
                <a:solidFill>
                  <a:schemeClr val="tx2"/>
                </a:solidFill>
              </a:defRPr>
            </a:lvl4pPr>
            <a:lvl5pPr>
              <a:defRPr lang="en-US" sz="1200" dirty="0">
                <a:solidFill>
                  <a:schemeClr val="tx2"/>
                </a:solidFill>
              </a:defRPr>
            </a:lvl5pPr>
          </a:lstStyle>
          <a:p>
            <a:pPr lvl="0"/>
            <a:r>
              <a:rPr lang="en-US"/>
              <a:t>Click to add text</a:t>
            </a:r>
          </a:p>
          <a:p>
            <a:pPr lvl="1"/>
            <a:r>
              <a:rPr lang="en-US"/>
              <a:t>Second level</a:t>
            </a:r>
          </a:p>
        </p:txBody>
      </p:sp>
      <p:cxnSp>
        <p:nvCxnSpPr>
          <p:cNvPr id="31" name="Straight Connector 30">
            <a:extLst>
              <a:ext uri="{FF2B5EF4-FFF2-40B4-BE49-F238E27FC236}">
                <a16:creationId xmlns:a16="http://schemas.microsoft.com/office/drawing/2014/main" id="{73C08A52-2522-8C40-B8B1-C98FEBB888F7}"/>
              </a:ext>
              <a:ext uri="{C183D7F6-B498-43B3-948B-1728B52AA6E4}">
                <adec:decorative xmlns:adec="http://schemas.microsoft.com/office/drawing/2017/decorative" val="1"/>
              </a:ext>
            </a:extLst>
          </p:cNvPr>
          <p:cNvCxnSpPr>
            <a:cxnSpLocks/>
          </p:cNvCxnSpPr>
          <p:nvPr/>
        </p:nvCxnSpPr>
        <p:spPr>
          <a:xfrm>
            <a:off x="609600" y="3325372"/>
            <a:ext cx="3471746" cy="0"/>
          </a:xfrm>
          <a:prstGeom prst="line">
            <a:avLst/>
          </a:prstGeom>
          <a:ln w="22225">
            <a:solidFill>
              <a:schemeClr val="accent3"/>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48" name="Content Placeholder 17">
            <a:extLst>
              <a:ext uri="{FF2B5EF4-FFF2-40B4-BE49-F238E27FC236}">
                <a16:creationId xmlns:a16="http://schemas.microsoft.com/office/drawing/2014/main" id="{65BA7F3E-AD8D-A54C-B026-DAA8FC9C0540}"/>
              </a:ext>
            </a:extLst>
          </p:cNvPr>
          <p:cNvSpPr>
            <a:spLocks noGrp="1"/>
          </p:cNvSpPr>
          <p:nvPr>
            <p:ph sz="quarter" idx="18" hasCustomPrompt="1"/>
          </p:nvPr>
        </p:nvSpPr>
        <p:spPr>
          <a:xfrm>
            <a:off x="611645" y="3693430"/>
            <a:ext cx="3201848" cy="1110049"/>
          </a:xfrm>
          <a:noFill/>
        </p:spPr>
        <p:txBody>
          <a:bodyPr vert="horz" lIns="0" tIns="0" rIns="0" bIns="457200" rtlCol="0">
            <a:noAutofit/>
          </a:bodyPr>
          <a:lstStyle>
            <a:lvl1pPr>
              <a:lnSpc>
                <a:spcPct val="100000"/>
              </a:lnSpc>
              <a:spcBef>
                <a:spcPts val="0"/>
              </a:spcBef>
              <a:spcAft>
                <a:spcPts val="300"/>
              </a:spcAft>
              <a:defRPr lang="en-US" sz="1050" dirty="0">
                <a:solidFill>
                  <a:schemeClr val="tx1"/>
                </a:solidFill>
              </a:defRPr>
            </a:lvl1pPr>
            <a:lvl2pPr marL="114300" indent="-114300">
              <a:lnSpc>
                <a:spcPct val="100000"/>
              </a:lnSpc>
              <a:spcBef>
                <a:spcPts val="0"/>
              </a:spcBef>
              <a:spcAft>
                <a:spcPts val="300"/>
              </a:spcAft>
              <a:defRPr lang="en-US" sz="1000" dirty="0">
                <a:solidFill>
                  <a:schemeClr val="tx1"/>
                </a:solidFill>
              </a:defRPr>
            </a:lvl2pPr>
            <a:lvl3pPr>
              <a:defRPr lang="en-US" sz="1400" dirty="0">
                <a:solidFill>
                  <a:schemeClr val="tx2"/>
                </a:solidFill>
              </a:defRPr>
            </a:lvl3pPr>
            <a:lvl4pPr>
              <a:defRPr lang="en-US" sz="1200" dirty="0">
                <a:solidFill>
                  <a:schemeClr val="tx2"/>
                </a:solidFill>
              </a:defRPr>
            </a:lvl4pPr>
            <a:lvl5pPr>
              <a:defRPr lang="en-US" sz="1200" dirty="0">
                <a:solidFill>
                  <a:schemeClr val="tx2"/>
                </a:solidFill>
              </a:defRPr>
            </a:lvl5pPr>
          </a:lstStyle>
          <a:p>
            <a:pPr lvl="0"/>
            <a:r>
              <a:rPr lang="en-US"/>
              <a:t>Click to add text</a:t>
            </a:r>
          </a:p>
          <a:p>
            <a:pPr lvl="1"/>
            <a:r>
              <a:rPr lang="en-US"/>
              <a:t>Second level</a:t>
            </a:r>
          </a:p>
        </p:txBody>
      </p:sp>
      <p:cxnSp>
        <p:nvCxnSpPr>
          <p:cNvPr id="40" name="Straight Connector 39">
            <a:extLst>
              <a:ext uri="{FF2B5EF4-FFF2-40B4-BE49-F238E27FC236}">
                <a16:creationId xmlns:a16="http://schemas.microsoft.com/office/drawing/2014/main" id="{9B57CCC6-06B1-7342-99B0-BC7C8FBE5E73}"/>
              </a:ext>
              <a:ext uri="{C183D7F6-B498-43B3-948B-1728B52AA6E4}">
                <adec:decorative xmlns:adec="http://schemas.microsoft.com/office/drawing/2017/decorative" val="1"/>
              </a:ext>
            </a:extLst>
          </p:cNvPr>
          <p:cNvCxnSpPr>
            <a:cxnSpLocks/>
          </p:cNvCxnSpPr>
          <p:nvPr/>
        </p:nvCxnSpPr>
        <p:spPr>
          <a:xfrm>
            <a:off x="4412165" y="3325372"/>
            <a:ext cx="3471746" cy="0"/>
          </a:xfrm>
          <a:prstGeom prst="line">
            <a:avLst/>
          </a:prstGeom>
          <a:ln w="22225">
            <a:solidFill>
              <a:schemeClr val="accent3"/>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46" name="Content Placeholder 17">
            <a:extLst>
              <a:ext uri="{FF2B5EF4-FFF2-40B4-BE49-F238E27FC236}">
                <a16:creationId xmlns:a16="http://schemas.microsoft.com/office/drawing/2014/main" id="{3265790D-1104-8D4D-A8C6-F7A7E77F664C}"/>
              </a:ext>
            </a:extLst>
          </p:cNvPr>
          <p:cNvSpPr>
            <a:spLocks noGrp="1"/>
          </p:cNvSpPr>
          <p:nvPr>
            <p:ph sz="quarter" idx="22" hasCustomPrompt="1"/>
          </p:nvPr>
        </p:nvSpPr>
        <p:spPr>
          <a:xfrm>
            <a:off x="4414210" y="3693430"/>
            <a:ext cx="3201848" cy="1132351"/>
          </a:xfrm>
          <a:noFill/>
        </p:spPr>
        <p:txBody>
          <a:bodyPr vert="horz" lIns="0" tIns="0" rIns="0" bIns="457200" rtlCol="0">
            <a:noAutofit/>
          </a:bodyPr>
          <a:lstStyle>
            <a:lvl1pPr>
              <a:lnSpc>
                <a:spcPct val="100000"/>
              </a:lnSpc>
              <a:spcBef>
                <a:spcPts val="0"/>
              </a:spcBef>
              <a:spcAft>
                <a:spcPts val="300"/>
              </a:spcAft>
              <a:defRPr lang="en-US" sz="1050" dirty="0">
                <a:solidFill>
                  <a:schemeClr val="tx1"/>
                </a:solidFill>
              </a:defRPr>
            </a:lvl1pPr>
            <a:lvl2pPr marL="114300" indent="-114300">
              <a:lnSpc>
                <a:spcPct val="100000"/>
              </a:lnSpc>
              <a:spcBef>
                <a:spcPts val="0"/>
              </a:spcBef>
              <a:spcAft>
                <a:spcPts val="300"/>
              </a:spcAft>
              <a:defRPr lang="en-US" sz="1000" dirty="0">
                <a:solidFill>
                  <a:schemeClr val="tx1"/>
                </a:solidFill>
              </a:defRPr>
            </a:lvl2pPr>
            <a:lvl3pPr>
              <a:defRPr lang="en-US" sz="1400" dirty="0">
                <a:solidFill>
                  <a:schemeClr val="tx2"/>
                </a:solidFill>
              </a:defRPr>
            </a:lvl3pPr>
            <a:lvl4pPr>
              <a:defRPr lang="en-US" sz="1200" dirty="0">
                <a:solidFill>
                  <a:schemeClr val="tx2"/>
                </a:solidFill>
              </a:defRPr>
            </a:lvl4pPr>
            <a:lvl5pPr>
              <a:defRPr lang="en-US" sz="1200" dirty="0">
                <a:solidFill>
                  <a:schemeClr val="tx2"/>
                </a:solidFill>
              </a:defRPr>
            </a:lvl5pPr>
          </a:lstStyle>
          <a:p>
            <a:pPr lvl="0"/>
            <a:r>
              <a:rPr lang="en-US"/>
              <a:t>Click to add text</a:t>
            </a:r>
          </a:p>
          <a:p>
            <a:pPr lvl="1"/>
            <a:r>
              <a:rPr lang="en-US"/>
              <a:t>Second level</a:t>
            </a:r>
          </a:p>
        </p:txBody>
      </p:sp>
      <p:cxnSp>
        <p:nvCxnSpPr>
          <p:cNvPr id="55" name="Straight Connector 54">
            <a:extLst>
              <a:ext uri="{FF2B5EF4-FFF2-40B4-BE49-F238E27FC236}">
                <a16:creationId xmlns:a16="http://schemas.microsoft.com/office/drawing/2014/main" id="{23C87E7C-5ED2-214E-8A38-ED05177A65DC}"/>
              </a:ext>
              <a:ext uri="{C183D7F6-B498-43B3-948B-1728B52AA6E4}">
                <adec:decorative xmlns:adec="http://schemas.microsoft.com/office/drawing/2017/decorative" val="1"/>
              </a:ext>
            </a:extLst>
          </p:cNvPr>
          <p:cNvCxnSpPr>
            <a:cxnSpLocks/>
          </p:cNvCxnSpPr>
          <p:nvPr/>
        </p:nvCxnSpPr>
        <p:spPr>
          <a:xfrm>
            <a:off x="608739" y="5022214"/>
            <a:ext cx="3471746" cy="0"/>
          </a:xfrm>
          <a:prstGeom prst="line">
            <a:avLst/>
          </a:prstGeom>
          <a:ln w="22225">
            <a:solidFill>
              <a:schemeClr val="accent4"/>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56" name="Text Placeholder 6">
            <a:extLst>
              <a:ext uri="{FF2B5EF4-FFF2-40B4-BE49-F238E27FC236}">
                <a16:creationId xmlns:a16="http://schemas.microsoft.com/office/drawing/2014/main" id="{F0EFE66F-363C-804E-BABD-F54C3E33FDEA}"/>
              </a:ext>
            </a:extLst>
          </p:cNvPr>
          <p:cNvSpPr>
            <a:spLocks noGrp="1"/>
          </p:cNvSpPr>
          <p:nvPr>
            <p:ph type="body" sz="quarter" idx="31" hasCustomPrompt="1"/>
          </p:nvPr>
        </p:nvSpPr>
        <p:spPr>
          <a:xfrm>
            <a:off x="613093" y="5327336"/>
            <a:ext cx="3200400" cy="227454"/>
          </a:xfrm>
        </p:spPr>
        <p:txBody>
          <a:bodyPr anchor="b"/>
          <a:lstStyle>
            <a:lvl1pPr algn="l">
              <a:lnSpc>
                <a:spcPct val="100000"/>
              </a:lnSpc>
              <a:spcBef>
                <a:spcPts val="0"/>
              </a:spcBef>
              <a:defRPr sz="1000">
                <a:solidFill>
                  <a:schemeClr val="tx1"/>
                </a:solidFill>
              </a:defRPr>
            </a:lvl1pPr>
            <a:lvl5pPr>
              <a:defRPr/>
            </a:lvl5pPr>
          </a:lstStyle>
          <a:p>
            <a:pPr lvl="0"/>
            <a:r>
              <a:rPr lang="en-US"/>
              <a:t>Product One</a:t>
            </a:r>
          </a:p>
        </p:txBody>
      </p:sp>
      <p:sp>
        <p:nvSpPr>
          <p:cNvPr id="57" name="Text Placeholder 6">
            <a:extLst>
              <a:ext uri="{FF2B5EF4-FFF2-40B4-BE49-F238E27FC236}">
                <a16:creationId xmlns:a16="http://schemas.microsoft.com/office/drawing/2014/main" id="{0166C751-50F5-8B4F-9A97-B83901E78B00}"/>
              </a:ext>
            </a:extLst>
          </p:cNvPr>
          <p:cNvSpPr>
            <a:spLocks noGrp="1"/>
          </p:cNvSpPr>
          <p:nvPr>
            <p:ph type="body" sz="quarter" idx="33" hasCustomPrompt="1"/>
          </p:nvPr>
        </p:nvSpPr>
        <p:spPr>
          <a:xfrm>
            <a:off x="613093" y="5593624"/>
            <a:ext cx="3200400" cy="227454"/>
          </a:xfrm>
        </p:spPr>
        <p:txBody>
          <a:bodyPr anchor="b"/>
          <a:lstStyle>
            <a:lvl1pPr algn="l">
              <a:lnSpc>
                <a:spcPct val="100000"/>
              </a:lnSpc>
              <a:spcBef>
                <a:spcPts val="0"/>
              </a:spcBef>
              <a:defRPr sz="1000">
                <a:solidFill>
                  <a:schemeClr val="tx1"/>
                </a:solidFill>
              </a:defRPr>
            </a:lvl1pPr>
            <a:lvl5pPr>
              <a:defRPr/>
            </a:lvl5pPr>
          </a:lstStyle>
          <a:p>
            <a:pPr lvl="0"/>
            <a:r>
              <a:rPr lang="en-US"/>
              <a:t>Product Two</a:t>
            </a:r>
          </a:p>
        </p:txBody>
      </p:sp>
      <p:sp>
        <p:nvSpPr>
          <p:cNvPr id="58" name="Text Placeholder 6">
            <a:extLst>
              <a:ext uri="{FF2B5EF4-FFF2-40B4-BE49-F238E27FC236}">
                <a16:creationId xmlns:a16="http://schemas.microsoft.com/office/drawing/2014/main" id="{0D57825D-E522-644D-8F4A-0B77A7036EBF}"/>
              </a:ext>
            </a:extLst>
          </p:cNvPr>
          <p:cNvSpPr>
            <a:spLocks noGrp="1"/>
          </p:cNvSpPr>
          <p:nvPr>
            <p:ph type="body" sz="quarter" idx="35" hasCustomPrompt="1"/>
          </p:nvPr>
        </p:nvSpPr>
        <p:spPr>
          <a:xfrm>
            <a:off x="613093" y="5859911"/>
            <a:ext cx="3200400" cy="227454"/>
          </a:xfrm>
        </p:spPr>
        <p:txBody>
          <a:bodyPr anchor="b"/>
          <a:lstStyle>
            <a:lvl1pPr algn="l">
              <a:lnSpc>
                <a:spcPct val="100000"/>
              </a:lnSpc>
              <a:spcBef>
                <a:spcPts val="0"/>
              </a:spcBef>
              <a:defRPr sz="1000">
                <a:solidFill>
                  <a:schemeClr val="tx1"/>
                </a:solidFill>
              </a:defRPr>
            </a:lvl1pPr>
            <a:lvl5pPr>
              <a:defRPr/>
            </a:lvl5pPr>
          </a:lstStyle>
          <a:p>
            <a:pPr lvl="0"/>
            <a:r>
              <a:rPr lang="en-US"/>
              <a:t>Product Three</a:t>
            </a:r>
          </a:p>
        </p:txBody>
      </p:sp>
      <p:sp>
        <p:nvSpPr>
          <p:cNvPr id="61" name="Text Placeholder 6">
            <a:extLst>
              <a:ext uri="{FF2B5EF4-FFF2-40B4-BE49-F238E27FC236}">
                <a16:creationId xmlns:a16="http://schemas.microsoft.com/office/drawing/2014/main" id="{EBAAD5C6-0007-A84B-A2C2-FCC2F00B4295}"/>
              </a:ext>
            </a:extLst>
          </p:cNvPr>
          <p:cNvSpPr>
            <a:spLocks noGrp="1"/>
          </p:cNvSpPr>
          <p:nvPr>
            <p:ph type="body" sz="quarter" idx="36" hasCustomPrompt="1"/>
          </p:nvPr>
        </p:nvSpPr>
        <p:spPr>
          <a:xfrm>
            <a:off x="4400790" y="5327336"/>
            <a:ext cx="3227148" cy="227454"/>
          </a:xfrm>
        </p:spPr>
        <p:txBody>
          <a:bodyPr anchor="b"/>
          <a:lstStyle>
            <a:lvl1pPr algn="l">
              <a:lnSpc>
                <a:spcPct val="100000"/>
              </a:lnSpc>
              <a:spcBef>
                <a:spcPts val="0"/>
              </a:spcBef>
              <a:defRPr sz="1000">
                <a:solidFill>
                  <a:schemeClr val="tx1"/>
                </a:solidFill>
              </a:defRPr>
            </a:lvl1pPr>
            <a:lvl5pPr>
              <a:defRPr/>
            </a:lvl5pPr>
          </a:lstStyle>
          <a:p>
            <a:pPr lvl="0"/>
            <a:r>
              <a:rPr lang="en-US"/>
              <a:t>Priority One</a:t>
            </a:r>
          </a:p>
        </p:txBody>
      </p:sp>
      <p:sp>
        <p:nvSpPr>
          <p:cNvPr id="62" name="Text Placeholder 6">
            <a:extLst>
              <a:ext uri="{FF2B5EF4-FFF2-40B4-BE49-F238E27FC236}">
                <a16:creationId xmlns:a16="http://schemas.microsoft.com/office/drawing/2014/main" id="{A8B7A6ED-D85B-2E4C-BCD6-D130232A3F76}"/>
              </a:ext>
            </a:extLst>
          </p:cNvPr>
          <p:cNvSpPr>
            <a:spLocks noGrp="1"/>
          </p:cNvSpPr>
          <p:nvPr>
            <p:ph type="body" sz="quarter" idx="37" hasCustomPrompt="1"/>
          </p:nvPr>
        </p:nvSpPr>
        <p:spPr>
          <a:xfrm>
            <a:off x="4400790" y="5593624"/>
            <a:ext cx="3227148" cy="227454"/>
          </a:xfrm>
        </p:spPr>
        <p:txBody>
          <a:bodyPr anchor="b"/>
          <a:lstStyle>
            <a:lvl1pPr algn="l">
              <a:lnSpc>
                <a:spcPct val="100000"/>
              </a:lnSpc>
              <a:spcBef>
                <a:spcPts val="0"/>
              </a:spcBef>
              <a:defRPr sz="1000">
                <a:solidFill>
                  <a:schemeClr val="tx1"/>
                </a:solidFill>
              </a:defRPr>
            </a:lvl1pPr>
            <a:lvl5pPr>
              <a:defRPr/>
            </a:lvl5pPr>
          </a:lstStyle>
          <a:p>
            <a:pPr lvl="0"/>
            <a:r>
              <a:rPr lang="en-US"/>
              <a:t>Priority Two</a:t>
            </a:r>
          </a:p>
        </p:txBody>
      </p:sp>
      <p:sp>
        <p:nvSpPr>
          <p:cNvPr id="63" name="Text Placeholder 6">
            <a:extLst>
              <a:ext uri="{FF2B5EF4-FFF2-40B4-BE49-F238E27FC236}">
                <a16:creationId xmlns:a16="http://schemas.microsoft.com/office/drawing/2014/main" id="{C507BC1F-4225-8C48-9110-5D75D900FFC0}"/>
              </a:ext>
            </a:extLst>
          </p:cNvPr>
          <p:cNvSpPr>
            <a:spLocks noGrp="1"/>
          </p:cNvSpPr>
          <p:nvPr>
            <p:ph type="body" sz="quarter" idx="38" hasCustomPrompt="1"/>
          </p:nvPr>
        </p:nvSpPr>
        <p:spPr>
          <a:xfrm>
            <a:off x="4400790" y="5859911"/>
            <a:ext cx="3227148" cy="227454"/>
          </a:xfrm>
        </p:spPr>
        <p:txBody>
          <a:bodyPr anchor="b"/>
          <a:lstStyle>
            <a:lvl1pPr algn="l">
              <a:lnSpc>
                <a:spcPct val="100000"/>
              </a:lnSpc>
              <a:spcBef>
                <a:spcPts val="0"/>
              </a:spcBef>
              <a:defRPr sz="1000">
                <a:solidFill>
                  <a:schemeClr val="tx1"/>
                </a:solidFill>
              </a:defRPr>
            </a:lvl1pPr>
            <a:lvl5pPr>
              <a:defRPr/>
            </a:lvl5pPr>
          </a:lstStyle>
          <a:p>
            <a:pPr lvl="0"/>
            <a:r>
              <a:rPr lang="en-US"/>
              <a:t>Priority Three</a:t>
            </a:r>
          </a:p>
        </p:txBody>
      </p:sp>
      <p:sp>
        <p:nvSpPr>
          <p:cNvPr id="45" name="Picture Placeholder 8">
            <a:extLst>
              <a:ext uri="{FF2B5EF4-FFF2-40B4-BE49-F238E27FC236}">
                <a16:creationId xmlns:a16="http://schemas.microsoft.com/office/drawing/2014/main" id="{231A51E8-5046-A444-8DFA-A0B8E647C4F2}"/>
              </a:ext>
            </a:extLst>
          </p:cNvPr>
          <p:cNvSpPr>
            <a:spLocks noGrp="1"/>
          </p:cNvSpPr>
          <p:nvPr>
            <p:ph type="pic" sz="quarter" idx="25" hasCustomPrompt="1"/>
          </p:nvPr>
        </p:nvSpPr>
        <p:spPr>
          <a:xfrm>
            <a:off x="9207965" y="1600200"/>
            <a:ext cx="1841500" cy="660399"/>
          </a:xfrm>
        </p:spPr>
        <p:txBody>
          <a:bodyPr anchor="ctr"/>
          <a:lstStyle>
            <a:lvl1pPr algn="ctr">
              <a:lnSpc>
                <a:spcPct val="100000"/>
              </a:lnSpc>
              <a:spcBef>
                <a:spcPts val="0"/>
              </a:spcBef>
              <a:defRPr>
                <a:solidFill>
                  <a:schemeClr val="tx1"/>
                </a:solidFill>
              </a:defRPr>
            </a:lvl1pPr>
          </a:lstStyle>
          <a:p>
            <a:r>
              <a:rPr lang="en-US" dirty="0"/>
              <a:t>Insert Logo here</a:t>
            </a:r>
          </a:p>
        </p:txBody>
      </p:sp>
      <p:sp>
        <p:nvSpPr>
          <p:cNvPr id="44" name="Text Placeholder 10">
            <a:extLst>
              <a:ext uri="{FF2B5EF4-FFF2-40B4-BE49-F238E27FC236}">
                <a16:creationId xmlns:a16="http://schemas.microsoft.com/office/drawing/2014/main" id="{81E8E56D-8554-4E46-BBBC-E98827D1EE1F}"/>
              </a:ext>
            </a:extLst>
          </p:cNvPr>
          <p:cNvSpPr>
            <a:spLocks noGrp="1"/>
          </p:cNvSpPr>
          <p:nvPr>
            <p:ph type="body" sz="quarter" idx="27" hasCustomPrompt="1"/>
          </p:nvPr>
        </p:nvSpPr>
        <p:spPr>
          <a:xfrm>
            <a:off x="8509465" y="2347933"/>
            <a:ext cx="3206750" cy="241300"/>
          </a:xfrm>
        </p:spPr>
        <p:txBody>
          <a:bodyPr anchor="ctr"/>
          <a:lstStyle>
            <a:lvl1pPr algn="ctr">
              <a:lnSpc>
                <a:spcPct val="100000"/>
              </a:lnSpc>
              <a:spcBef>
                <a:spcPts val="0"/>
              </a:spcBef>
              <a:defRPr sz="1200">
                <a:solidFill>
                  <a:schemeClr val="tx1"/>
                </a:solidFill>
              </a:defRPr>
            </a:lvl1pPr>
            <a:lvl2pPr marL="0" indent="0" algn="ctr">
              <a:buFont typeface="Open Sans" panose="020B0606030504020204" pitchFamily="34" charset="0"/>
              <a:buChar char="​"/>
              <a:defRPr sz="1200">
                <a:solidFill>
                  <a:schemeClr val="accent1"/>
                </a:solidFill>
              </a:defRPr>
            </a:lvl2pPr>
            <a:lvl3pPr marL="0" indent="0" algn="ctr">
              <a:buFont typeface="Open Sans" panose="020B0606030504020204" pitchFamily="34" charset="0"/>
              <a:buChar char="​"/>
              <a:defRPr sz="1200">
                <a:solidFill>
                  <a:schemeClr val="accent1"/>
                </a:solidFill>
              </a:defRPr>
            </a:lvl3pPr>
            <a:lvl4pPr marL="0" indent="0" algn="ctr">
              <a:buFont typeface="Open Sans" panose="020B0606030504020204" pitchFamily="34" charset="0"/>
              <a:buChar char="​"/>
              <a:defRPr sz="1200">
                <a:solidFill>
                  <a:schemeClr val="accent1"/>
                </a:solidFill>
              </a:defRPr>
            </a:lvl4pPr>
            <a:lvl5pPr marL="0" indent="0" algn="ctr">
              <a:buFont typeface="Open Sans" panose="020B0606030504020204" pitchFamily="34" charset="0"/>
              <a:buChar char="​"/>
              <a:defRPr sz="1200">
                <a:solidFill>
                  <a:schemeClr val="accent1"/>
                </a:solidFill>
              </a:defRPr>
            </a:lvl5pPr>
          </a:lstStyle>
          <a:p>
            <a:pPr lvl="0"/>
            <a:r>
              <a:rPr lang="en-US"/>
              <a:t>Location</a:t>
            </a:r>
          </a:p>
        </p:txBody>
      </p:sp>
      <p:sp>
        <p:nvSpPr>
          <p:cNvPr id="43" name="Text Placeholder 10">
            <a:extLst>
              <a:ext uri="{FF2B5EF4-FFF2-40B4-BE49-F238E27FC236}">
                <a16:creationId xmlns:a16="http://schemas.microsoft.com/office/drawing/2014/main" id="{59903D24-0D11-174E-9765-B2914D00A88C}"/>
              </a:ext>
            </a:extLst>
          </p:cNvPr>
          <p:cNvSpPr>
            <a:spLocks noGrp="1"/>
          </p:cNvSpPr>
          <p:nvPr>
            <p:ph type="body" sz="quarter" idx="28" hasCustomPrompt="1"/>
          </p:nvPr>
        </p:nvSpPr>
        <p:spPr>
          <a:xfrm>
            <a:off x="8509465" y="2647290"/>
            <a:ext cx="3206750" cy="241300"/>
          </a:xfrm>
        </p:spPr>
        <p:txBody>
          <a:bodyPr anchor="ctr"/>
          <a:lstStyle>
            <a:lvl1pPr algn="ctr">
              <a:lnSpc>
                <a:spcPct val="100000"/>
              </a:lnSpc>
              <a:spcBef>
                <a:spcPts val="0"/>
              </a:spcBef>
              <a:defRPr sz="1200">
                <a:solidFill>
                  <a:schemeClr val="tx1"/>
                </a:solidFill>
              </a:defRPr>
            </a:lvl1pPr>
            <a:lvl2pPr marL="0" indent="0" algn="ctr">
              <a:buFont typeface="Open Sans" panose="020B0606030504020204" pitchFamily="34" charset="0"/>
              <a:buChar char="​"/>
              <a:defRPr sz="1200">
                <a:solidFill>
                  <a:schemeClr val="accent1"/>
                </a:solidFill>
              </a:defRPr>
            </a:lvl2pPr>
            <a:lvl3pPr marL="0" indent="0" algn="ctr">
              <a:buFont typeface="Open Sans" panose="020B0606030504020204" pitchFamily="34" charset="0"/>
              <a:buChar char="​"/>
              <a:defRPr sz="1200">
                <a:solidFill>
                  <a:schemeClr val="accent1"/>
                </a:solidFill>
              </a:defRPr>
            </a:lvl3pPr>
            <a:lvl4pPr marL="0" indent="0" algn="ctr">
              <a:buFont typeface="Open Sans" panose="020B0606030504020204" pitchFamily="34" charset="0"/>
              <a:buChar char="​"/>
              <a:defRPr sz="1200">
                <a:solidFill>
                  <a:schemeClr val="accent1"/>
                </a:solidFill>
              </a:defRPr>
            </a:lvl4pPr>
            <a:lvl5pPr marL="0" indent="0" algn="ctr">
              <a:buFont typeface="Open Sans" panose="020B0606030504020204" pitchFamily="34" charset="0"/>
              <a:buChar char="​"/>
              <a:defRPr sz="1200">
                <a:solidFill>
                  <a:schemeClr val="accent1"/>
                </a:solidFill>
              </a:defRPr>
            </a:lvl5pPr>
          </a:lstStyle>
          <a:p>
            <a:pPr lvl="0"/>
            <a:r>
              <a:rPr lang="en-US"/>
              <a:t>Industry</a:t>
            </a:r>
          </a:p>
        </p:txBody>
      </p:sp>
      <p:sp>
        <p:nvSpPr>
          <p:cNvPr id="42" name="Picture Placeholder 5">
            <a:extLst>
              <a:ext uri="{FF2B5EF4-FFF2-40B4-BE49-F238E27FC236}">
                <a16:creationId xmlns:a16="http://schemas.microsoft.com/office/drawing/2014/main" id="{2EDE5296-3D34-0C47-A404-38FF5A22C6D8}"/>
              </a:ext>
            </a:extLst>
          </p:cNvPr>
          <p:cNvSpPr>
            <a:spLocks noGrp="1"/>
          </p:cNvSpPr>
          <p:nvPr>
            <p:ph type="pic" sz="quarter" idx="24"/>
          </p:nvPr>
        </p:nvSpPr>
        <p:spPr>
          <a:xfrm>
            <a:off x="8515815" y="2971800"/>
            <a:ext cx="3194050" cy="1828800"/>
          </a:xfrm>
        </p:spPr>
        <p:txBody>
          <a:bodyPr/>
          <a:lstStyle>
            <a:lvl1pPr>
              <a:lnSpc>
                <a:spcPct val="100000"/>
              </a:lnSpc>
              <a:spcBef>
                <a:spcPts val="0"/>
              </a:spcBef>
              <a:defRPr>
                <a:solidFill>
                  <a:schemeClr val="tx1"/>
                </a:solidFill>
              </a:defRPr>
            </a:lvl1pPr>
          </a:lstStyle>
          <a:p>
            <a:r>
              <a:rPr lang="en-US"/>
              <a:t>Click icon to add picture</a:t>
            </a:r>
            <a:endParaRPr lang="en-US" dirty="0"/>
          </a:p>
        </p:txBody>
      </p:sp>
      <p:sp>
        <p:nvSpPr>
          <p:cNvPr id="41" name="Text Placeholder 10">
            <a:extLst>
              <a:ext uri="{FF2B5EF4-FFF2-40B4-BE49-F238E27FC236}">
                <a16:creationId xmlns:a16="http://schemas.microsoft.com/office/drawing/2014/main" id="{C7B1EDB8-ADF5-9C41-B4C4-26AA9C0B9D24}"/>
              </a:ext>
            </a:extLst>
          </p:cNvPr>
          <p:cNvSpPr>
            <a:spLocks noGrp="1"/>
          </p:cNvSpPr>
          <p:nvPr>
            <p:ph type="body" sz="quarter" idx="26" hasCustomPrompt="1"/>
          </p:nvPr>
        </p:nvSpPr>
        <p:spPr>
          <a:xfrm>
            <a:off x="8515815" y="5022214"/>
            <a:ext cx="3200400" cy="1153795"/>
          </a:xfrm>
        </p:spPr>
        <p:txBody>
          <a:bodyPr/>
          <a:lstStyle>
            <a:lvl1pPr algn="ctr">
              <a:lnSpc>
                <a:spcPct val="100000"/>
              </a:lnSpc>
              <a:spcBef>
                <a:spcPts val="0"/>
              </a:spcBef>
              <a:defRPr sz="1400">
                <a:solidFill>
                  <a:schemeClr val="tx1"/>
                </a:solidFill>
              </a:defRPr>
            </a:lvl1pPr>
            <a:lvl2pPr marL="0" indent="0" algn="ctr">
              <a:lnSpc>
                <a:spcPct val="100000"/>
              </a:lnSpc>
              <a:spcBef>
                <a:spcPts val="0"/>
              </a:spcBef>
              <a:buFont typeface="Open Sans" panose="020B0606030504020204" pitchFamily="34" charset="0"/>
              <a:buChar char="​"/>
              <a:defRPr sz="1200">
                <a:solidFill>
                  <a:schemeClr val="tx1"/>
                </a:solidFill>
              </a:defRPr>
            </a:lvl2pPr>
            <a:lvl3pPr marL="0" indent="0" algn="ctr">
              <a:buFont typeface="Open Sans" panose="020B0606030504020204" pitchFamily="34" charset="0"/>
              <a:buNone/>
              <a:defRPr sz="1200">
                <a:solidFill>
                  <a:schemeClr val="accent1"/>
                </a:solidFill>
              </a:defRPr>
            </a:lvl3pPr>
            <a:lvl4pPr marL="0" indent="0" algn="ctr">
              <a:buFont typeface="Open Sans" panose="020B0606030504020204" pitchFamily="34" charset="0"/>
              <a:buChar char="​"/>
              <a:defRPr sz="1200">
                <a:solidFill>
                  <a:schemeClr val="accent1"/>
                </a:solidFill>
              </a:defRPr>
            </a:lvl4pPr>
            <a:lvl5pPr marL="0" indent="0" algn="ctr">
              <a:buFont typeface="Open Sans" panose="020B0606030504020204" pitchFamily="34" charset="0"/>
              <a:buChar char="​"/>
              <a:defRPr sz="1200">
                <a:solidFill>
                  <a:schemeClr val="accent1"/>
                </a:solidFill>
              </a:defRPr>
            </a:lvl5pPr>
          </a:lstStyle>
          <a:p>
            <a:pPr lvl="0"/>
            <a:r>
              <a:rPr lang="en-US"/>
              <a:t>Click to add text</a:t>
            </a:r>
          </a:p>
          <a:p>
            <a:pPr lvl="1"/>
            <a:r>
              <a:rPr lang="en-US"/>
              <a:t>Second level</a:t>
            </a:r>
          </a:p>
        </p:txBody>
      </p:sp>
      <p:sp>
        <p:nvSpPr>
          <p:cNvPr id="33" name="page number">
            <a:extLst>
              <a:ext uri="{FF2B5EF4-FFF2-40B4-BE49-F238E27FC236}">
                <a16:creationId xmlns:a16="http://schemas.microsoft.com/office/drawing/2014/main" id="{CB20449E-0760-3743-8E7C-7D6BA7165F7F}"/>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cxnSp>
        <p:nvCxnSpPr>
          <p:cNvPr id="2" name="Straight Connector 1">
            <a:extLst>
              <a:ext uri="{FF2B5EF4-FFF2-40B4-BE49-F238E27FC236}">
                <a16:creationId xmlns:a16="http://schemas.microsoft.com/office/drawing/2014/main" id="{5CABBF0D-1BD1-F9E7-64FF-6B8D87E611B7}"/>
              </a:ext>
              <a:ext uri="{C183D7F6-B498-43B3-948B-1728B52AA6E4}">
                <adec:decorative xmlns:adec="http://schemas.microsoft.com/office/drawing/2017/decorative" val="1"/>
              </a:ext>
            </a:extLst>
          </p:cNvPr>
          <p:cNvCxnSpPr>
            <a:cxnSpLocks/>
          </p:cNvCxnSpPr>
          <p:nvPr/>
        </p:nvCxnSpPr>
        <p:spPr>
          <a:xfrm>
            <a:off x="4412165" y="5022214"/>
            <a:ext cx="3471746" cy="0"/>
          </a:xfrm>
          <a:prstGeom prst="line">
            <a:avLst/>
          </a:prstGeom>
          <a:ln w="22225">
            <a:solidFill>
              <a:schemeClr val="accent4"/>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6" name="Text Placeholder 15">
            <a:extLst>
              <a:ext uri="{FF2B5EF4-FFF2-40B4-BE49-F238E27FC236}">
                <a16:creationId xmlns:a16="http://schemas.microsoft.com/office/drawing/2014/main" id="{2906119E-8D41-BF4A-7D53-2FBB71F653C6}"/>
              </a:ext>
            </a:extLst>
          </p:cNvPr>
          <p:cNvSpPr>
            <a:spLocks noGrp="1"/>
          </p:cNvSpPr>
          <p:nvPr>
            <p:ph type="body" sz="quarter" idx="41" hasCustomPrompt="1"/>
          </p:nvPr>
        </p:nvSpPr>
        <p:spPr>
          <a:xfrm>
            <a:off x="608013" y="1552575"/>
            <a:ext cx="3201987" cy="219075"/>
          </a:xfrm>
        </p:spPr>
        <p:txBody>
          <a:bodyPr anchor="b" anchorCtr="0"/>
          <a:lstStyle>
            <a:lvl1pPr>
              <a:defRPr sz="1200" cap="all" baseline="0">
                <a:solidFill>
                  <a:schemeClr val="accent2"/>
                </a:solidFill>
              </a:defRPr>
            </a:lvl1pPr>
          </a:lstStyle>
          <a:p>
            <a:pPr lvl="0"/>
            <a:r>
              <a:rPr lang="en-US" dirty="0"/>
              <a:t>About</a:t>
            </a:r>
          </a:p>
        </p:txBody>
      </p:sp>
      <p:sp>
        <p:nvSpPr>
          <p:cNvPr id="18" name="Text Placeholder 17">
            <a:extLst>
              <a:ext uri="{FF2B5EF4-FFF2-40B4-BE49-F238E27FC236}">
                <a16:creationId xmlns:a16="http://schemas.microsoft.com/office/drawing/2014/main" id="{D52D6E64-9DD1-43CD-C247-B83E374482F5}"/>
              </a:ext>
            </a:extLst>
          </p:cNvPr>
          <p:cNvSpPr>
            <a:spLocks noGrp="1"/>
          </p:cNvSpPr>
          <p:nvPr>
            <p:ph type="body" sz="quarter" idx="42" hasCustomPrompt="1"/>
          </p:nvPr>
        </p:nvSpPr>
        <p:spPr>
          <a:xfrm>
            <a:off x="4411663" y="1552575"/>
            <a:ext cx="3201987" cy="219075"/>
          </a:xfrm>
        </p:spPr>
        <p:txBody>
          <a:bodyPr anchor="b" anchorCtr="0"/>
          <a:lstStyle>
            <a:lvl1pPr>
              <a:defRPr sz="1200" cap="all" baseline="0">
                <a:solidFill>
                  <a:schemeClr val="accent2"/>
                </a:solidFill>
              </a:defRPr>
            </a:lvl1pPr>
          </a:lstStyle>
          <a:p>
            <a:pPr lvl="0"/>
            <a:r>
              <a:rPr lang="en-US" dirty="0"/>
              <a:t>solution</a:t>
            </a:r>
          </a:p>
        </p:txBody>
      </p:sp>
      <p:sp>
        <p:nvSpPr>
          <p:cNvPr id="20" name="Text Placeholder 19">
            <a:extLst>
              <a:ext uri="{FF2B5EF4-FFF2-40B4-BE49-F238E27FC236}">
                <a16:creationId xmlns:a16="http://schemas.microsoft.com/office/drawing/2014/main" id="{D02A9C0F-4D4C-0EEC-0E20-65368D11774B}"/>
              </a:ext>
            </a:extLst>
          </p:cNvPr>
          <p:cNvSpPr>
            <a:spLocks noGrp="1"/>
          </p:cNvSpPr>
          <p:nvPr>
            <p:ph type="body" sz="quarter" idx="43" hasCustomPrompt="1"/>
          </p:nvPr>
        </p:nvSpPr>
        <p:spPr>
          <a:xfrm>
            <a:off x="608013" y="3338514"/>
            <a:ext cx="3201987" cy="219075"/>
          </a:xfrm>
        </p:spPr>
        <p:txBody>
          <a:bodyPr anchor="b" anchorCtr="0"/>
          <a:lstStyle>
            <a:lvl1pPr>
              <a:defRPr sz="1200" cap="all" baseline="0">
                <a:solidFill>
                  <a:schemeClr val="accent3"/>
                </a:solidFill>
              </a:defRPr>
            </a:lvl1pPr>
          </a:lstStyle>
          <a:p>
            <a:pPr lvl="0"/>
            <a:r>
              <a:rPr lang="en-US" dirty="0"/>
              <a:t>challenges</a:t>
            </a:r>
          </a:p>
        </p:txBody>
      </p:sp>
      <p:sp>
        <p:nvSpPr>
          <p:cNvPr id="22" name="Text Placeholder 21">
            <a:extLst>
              <a:ext uri="{FF2B5EF4-FFF2-40B4-BE49-F238E27FC236}">
                <a16:creationId xmlns:a16="http://schemas.microsoft.com/office/drawing/2014/main" id="{1DEF5052-BBAD-A22B-0D68-BBBFD706375E}"/>
              </a:ext>
            </a:extLst>
          </p:cNvPr>
          <p:cNvSpPr>
            <a:spLocks noGrp="1"/>
          </p:cNvSpPr>
          <p:nvPr>
            <p:ph type="body" sz="quarter" idx="44" hasCustomPrompt="1"/>
          </p:nvPr>
        </p:nvSpPr>
        <p:spPr>
          <a:xfrm>
            <a:off x="4427538" y="3338514"/>
            <a:ext cx="3201987" cy="219075"/>
          </a:xfrm>
        </p:spPr>
        <p:txBody>
          <a:bodyPr anchor="b" anchorCtr="0"/>
          <a:lstStyle>
            <a:lvl1pPr>
              <a:defRPr sz="1200" cap="all" baseline="0">
                <a:solidFill>
                  <a:schemeClr val="accent3"/>
                </a:solidFill>
              </a:defRPr>
            </a:lvl1pPr>
          </a:lstStyle>
          <a:p>
            <a:pPr lvl="0"/>
            <a:r>
              <a:rPr lang="en-US"/>
              <a:t>impact</a:t>
            </a:r>
          </a:p>
        </p:txBody>
      </p:sp>
      <p:sp>
        <p:nvSpPr>
          <p:cNvPr id="24" name="Text Placeholder 23">
            <a:extLst>
              <a:ext uri="{FF2B5EF4-FFF2-40B4-BE49-F238E27FC236}">
                <a16:creationId xmlns:a16="http://schemas.microsoft.com/office/drawing/2014/main" id="{9FFF9CD2-0893-33FB-480A-506C7095C2FA}"/>
              </a:ext>
            </a:extLst>
          </p:cNvPr>
          <p:cNvSpPr>
            <a:spLocks noGrp="1"/>
          </p:cNvSpPr>
          <p:nvPr>
            <p:ph type="body" sz="quarter" idx="45" hasCustomPrompt="1"/>
          </p:nvPr>
        </p:nvSpPr>
        <p:spPr>
          <a:xfrm>
            <a:off x="608013" y="5022850"/>
            <a:ext cx="3200400" cy="227013"/>
          </a:xfrm>
        </p:spPr>
        <p:txBody>
          <a:bodyPr anchor="b" anchorCtr="0"/>
          <a:lstStyle>
            <a:lvl1pPr>
              <a:defRPr sz="1200" cap="all" baseline="0">
                <a:solidFill>
                  <a:schemeClr val="accent4"/>
                </a:solidFill>
              </a:defRPr>
            </a:lvl1pPr>
          </a:lstStyle>
          <a:p>
            <a:pPr lvl="0"/>
            <a:r>
              <a:rPr lang="en-US"/>
              <a:t>products</a:t>
            </a:r>
          </a:p>
        </p:txBody>
      </p:sp>
      <p:sp>
        <p:nvSpPr>
          <p:cNvPr id="26" name="Text Placeholder 25">
            <a:extLst>
              <a:ext uri="{FF2B5EF4-FFF2-40B4-BE49-F238E27FC236}">
                <a16:creationId xmlns:a16="http://schemas.microsoft.com/office/drawing/2014/main" id="{F2B49FE0-BA78-9DF9-AB7D-9F52651E93AD}"/>
              </a:ext>
            </a:extLst>
          </p:cNvPr>
          <p:cNvSpPr>
            <a:spLocks noGrp="1"/>
          </p:cNvSpPr>
          <p:nvPr>
            <p:ph type="body" sz="quarter" idx="46" hasCustomPrompt="1"/>
          </p:nvPr>
        </p:nvSpPr>
        <p:spPr>
          <a:xfrm>
            <a:off x="4427538" y="5022850"/>
            <a:ext cx="3200400" cy="227013"/>
          </a:xfrm>
        </p:spPr>
        <p:txBody>
          <a:bodyPr anchor="b" anchorCtr="0"/>
          <a:lstStyle>
            <a:lvl1pPr>
              <a:defRPr sz="1200" cap="all" baseline="0">
                <a:solidFill>
                  <a:schemeClr val="accent4"/>
                </a:solidFill>
              </a:defRPr>
            </a:lvl1pPr>
          </a:lstStyle>
          <a:p>
            <a:pPr lvl="0"/>
            <a:r>
              <a:rPr lang="en-US"/>
              <a:t>Strategic priorities</a:t>
            </a:r>
          </a:p>
        </p:txBody>
      </p:sp>
      <p:cxnSp>
        <p:nvCxnSpPr>
          <p:cNvPr id="32" name="Straight Connector 31">
            <a:extLst>
              <a:ext uri="{FF2B5EF4-FFF2-40B4-BE49-F238E27FC236}">
                <a16:creationId xmlns:a16="http://schemas.microsoft.com/office/drawing/2014/main" id="{14F46384-B6E3-0D43-924E-874DEC2344B1}"/>
              </a:ext>
              <a:ext uri="{C183D7F6-B498-43B3-948B-1728B52AA6E4}">
                <adec:decorative xmlns:adec="http://schemas.microsoft.com/office/drawing/2017/decorative" val="1"/>
              </a:ext>
            </a:extLst>
          </p:cNvPr>
          <p:cNvCxnSpPr>
            <a:cxnSpLocks/>
          </p:cNvCxnSpPr>
          <p:nvPr userDrawn="1"/>
        </p:nvCxnSpPr>
        <p:spPr>
          <a:xfrm>
            <a:off x="609600" y="1552248"/>
            <a:ext cx="3471746" cy="0"/>
          </a:xfrm>
          <a:prstGeom prst="line">
            <a:avLst/>
          </a:prstGeom>
          <a:ln w="22225">
            <a:solidFill>
              <a:schemeClr val="accent2"/>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33526770-8F35-FB4A-8638-521D0DA87F6C}"/>
              </a:ext>
              <a:ext uri="{C183D7F6-B498-43B3-948B-1728B52AA6E4}">
                <adec:decorative xmlns:adec="http://schemas.microsoft.com/office/drawing/2017/decorative" val="1"/>
              </a:ext>
            </a:extLst>
          </p:cNvPr>
          <p:cNvCxnSpPr>
            <a:cxnSpLocks/>
          </p:cNvCxnSpPr>
          <p:nvPr userDrawn="1"/>
        </p:nvCxnSpPr>
        <p:spPr>
          <a:xfrm>
            <a:off x="4412165" y="1552248"/>
            <a:ext cx="3471746" cy="0"/>
          </a:xfrm>
          <a:prstGeom prst="line">
            <a:avLst/>
          </a:prstGeom>
          <a:ln w="22225">
            <a:solidFill>
              <a:schemeClr val="accent2"/>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73C08A52-2522-8C40-B8B1-C98FEBB888F7}"/>
              </a:ext>
              <a:ext uri="{C183D7F6-B498-43B3-948B-1728B52AA6E4}">
                <adec:decorative xmlns:adec="http://schemas.microsoft.com/office/drawing/2017/decorative" val="1"/>
              </a:ext>
            </a:extLst>
          </p:cNvPr>
          <p:cNvCxnSpPr>
            <a:cxnSpLocks/>
          </p:cNvCxnSpPr>
          <p:nvPr userDrawn="1"/>
        </p:nvCxnSpPr>
        <p:spPr>
          <a:xfrm>
            <a:off x="609600" y="3325372"/>
            <a:ext cx="3471746" cy="0"/>
          </a:xfrm>
          <a:prstGeom prst="line">
            <a:avLst/>
          </a:prstGeom>
          <a:ln w="22225">
            <a:solidFill>
              <a:schemeClr val="accent3"/>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9B57CCC6-06B1-7342-99B0-BC7C8FBE5E73}"/>
              </a:ext>
              <a:ext uri="{C183D7F6-B498-43B3-948B-1728B52AA6E4}">
                <adec:decorative xmlns:adec="http://schemas.microsoft.com/office/drawing/2017/decorative" val="1"/>
              </a:ext>
            </a:extLst>
          </p:cNvPr>
          <p:cNvCxnSpPr>
            <a:cxnSpLocks/>
          </p:cNvCxnSpPr>
          <p:nvPr userDrawn="1"/>
        </p:nvCxnSpPr>
        <p:spPr>
          <a:xfrm>
            <a:off x="4412165" y="3325372"/>
            <a:ext cx="3471746" cy="0"/>
          </a:xfrm>
          <a:prstGeom prst="line">
            <a:avLst/>
          </a:prstGeom>
          <a:ln w="22225">
            <a:solidFill>
              <a:schemeClr val="accent3"/>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23C87E7C-5ED2-214E-8A38-ED05177A65DC}"/>
              </a:ext>
              <a:ext uri="{C183D7F6-B498-43B3-948B-1728B52AA6E4}">
                <adec:decorative xmlns:adec="http://schemas.microsoft.com/office/drawing/2017/decorative" val="1"/>
              </a:ext>
            </a:extLst>
          </p:cNvPr>
          <p:cNvCxnSpPr>
            <a:cxnSpLocks/>
          </p:cNvCxnSpPr>
          <p:nvPr userDrawn="1"/>
        </p:nvCxnSpPr>
        <p:spPr>
          <a:xfrm>
            <a:off x="608739" y="5022214"/>
            <a:ext cx="3471746" cy="0"/>
          </a:xfrm>
          <a:prstGeom prst="line">
            <a:avLst/>
          </a:prstGeom>
          <a:ln w="22225">
            <a:solidFill>
              <a:schemeClr val="accent4"/>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38" name="page number">
            <a:extLst>
              <a:ext uri="{FF2B5EF4-FFF2-40B4-BE49-F238E27FC236}">
                <a16:creationId xmlns:a16="http://schemas.microsoft.com/office/drawing/2014/main" id="{CB20449E-0760-3743-8E7C-7D6BA7165F7F}"/>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cxnSp>
        <p:nvCxnSpPr>
          <p:cNvPr id="49" name="Straight Connector 48">
            <a:extLst>
              <a:ext uri="{FF2B5EF4-FFF2-40B4-BE49-F238E27FC236}">
                <a16:creationId xmlns:a16="http://schemas.microsoft.com/office/drawing/2014/main" id="{5CABBF0D-1BD1-F9E7-64FF-6B8D87E611B7}"/>
              </a:ext>
              <a:ext uri="{C183D7F6-B498-43B3-948B-1728B52AA6E4}">
                <adec:decorative xmlns:adec="http://schemas.microsoft.com/office/drawing/2017/decorative" val="1"/>
              </a:ext>
            </a:extLst>
          </p:cNvPr>
          <p:cNvCxnSpPr>
            <a:cxnSpLocks/>
          </p:cNvCxnSpPr>
          <p:nvPr userDrawn="1"/>
        </p:nvCxnSpPr>
        <p:spPr>
          <a:xfrm>
            <a:off x="4412165" y="5022214"/>
            <a:ext cx="3471746" cy="0"/>
          </a:xfrm>
          <a:prstGeom prst="line">
            <a:avLst/>
          </a:prstGeom>
          <a:ln w="22225">
            <a:solidFill>
              <a:schemeClr val="accent4"/>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336961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Three Icon ">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4C5A99F-0678-4DC4-A266-1AD031E9C8E4}"/>
              </a:ext>
            </a:extLst>
          </p:cNvPr>
          <p:cNvSpPr>
            <a:spLocks noGrp="1"/>
          </p:cNvSpPr>
          <p:nvPr>
            <p:ph type="title" hasCustomPrompt="1"/>
          </p:nvPr>
        </p:nvSpPr>
        <p:spPr/>
        <p:txBody>
          <a:bodyPr/>
          <a:lstStyle>
            <a:lvl1pPr>
              <a:defRPr>
                <a:solidFill>
                  <a:schemeClr val="accent2"/>
                </a:solidFill>
              </a:defRPr>
            </a:lvl1pPr>
          </a:lstStyle>
          <a:p>
            <a:r>
              <a:rPr lang="en-US"/>
              <a:t>Three Icon Placeholders with Text Descriptions</a:t>
            </a:r>
          </a:p>
        </p:txBody>
      </p:sp>
      <p:sp>
        <p:nvSpPr>
          <p:cNvPr id="12" name="Subtitle 2">
            <a:extLst>
              <a:ext uri="{FF2B5EF4-FFF2-40B4-BE49-F238E27FC236}">
                <a16:creationId xmlns:a16="http://schemas.microsoft.com/office/drawing/2014/main" id="{4EBF1472-E940-4CC7-B5D3-349346A425A8}"/>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21" name="Oval 20">
            <a:extLst>
              <a:ext uri="{FF2B5EF4-FFF2-40B4-BE49-F238E27FC236}">
                <a16:creationId xmlns:a16="http://schemas.microsoft.com/office/drawing/2014/main" id="{B1C210DC-5DBB-4F0D-875F-CD8AAAB938CE}"/>
              </a:ext>
              <a:ext uri="{C183D7F6-B498-43B3-948B-1728B52AA6E4}">
                <adec:decorative xmlns:adec="http://schemas.microsoft.com/office/drawing/2017/decorative" val="1"/>
              </a:ext>
            </a:extLst>
          </p:cNvPr>
          <p:cNvSpPr/>
          <p:nvPr/>
        </p:nvSpPr>
        <p:spPr bwMode="gray">
          <a:xfrm>
            <a:off x="1981877" y="2055429"/>
            <a:ext cx="1828959" cy="1828959"/>
          </a:xfrm>
          <a:prstGeom prst="ellipse">
            <a:avLst/>
          </a:prstGeom>
          <a:noFill/>
          <a:ln w="38100">
            <a:solidFill>
              <a:schemeClr val="accent4"/>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accent4"/>
              </a:solidFill>
            </a:endParaRPr>
          </a:p>
        </p:txBody>
      </p:sp>
      <p:sp>
        <p:nvSpPr>
          <p:cNvPr id="13" name="Text Placeholder 3">
            <a:extLst>
              <a:ext uri="{FF2B5EF4-FFF2-40B4-BE49-F238E27FC236}">
                <a16:creationId xmlns:a16="http://schemas.microsoft.com/office/drawing/2014/main" id="{83C9F48F-8CFB-DD45-AE7E-6A5DE26F9510}"/>
              </a:ext>
            </a:extLst>
          </p:cNvPr>
          <p:cNvSpPr>
            <a:spLocks noGrp="1"/>
          </p:cNvSpPr>
          <p:nvPr>
            <p:ph type="body" sz="quarter" idx="21" hasCustomPrompt="1"/>
          </p:nvPr>
        </p:nvSpPr>
        <p:spPr>
          <a:xfrm>
            <a:off x="2188103" y="2419650"/>
            <a:ext cx="1396669" cy="1100516"/>
          </a:xfrm>
        </p:spPr>
        <p:txBody>
          <a:bodyPr anchor="ctr" anchorCtr="0"/>
          <a:lstStyle>
            <a:lvl1pPr algn="ctr">
              <a:lnSpc>
                <a:spcPct val="100000"/>
              </a:lnSpc>
              <a:spcBef>
                <a:spcPts val="600"/>
              </a:spcBef>
              <a:defRPr sz="1800">
                <a:solidFill>
                  <a:schemeClr val="accent4"/>
                </a:solidFill>
              </a:defRPr>
            </a:lvl1pPr>
            <a:lvl2pPr marL="0" indent="0" algn="ctr">
              <a:lnSpc>
                <a:spcPct val="100000"/>
              </a:lnSpc>
              <a:spcBef>
                <a:spcPts val="600"/>
              </a:spcBef>
              <a:buFont typeface="Open Sans" panose="020B0606030504020204" pitchFamily="34" charset="0"/>
              <a:buChar char="​"/>
              <a:defRPr/>
            </a:lvl2pPr>
          </a:lstStyle>
          <a:p>
            <a:pPr lvl="0"/>
            <a:r>
              <a:rPr lang="en-US"/>
              <a:t>add icon</a:t>
            </a:r>
            <a:br>
              <a:rPr lang="en-US"/>
            </a:br>
            <a:r>
              <a:rPr lang="en-US"/>
              <a:t>or text</a:t>
            </a:r>
          </a:p>
        </p:txBody>
      </p:sp>
      <p:sp>
        <p:nvSpPr>
          <p:cNvPr id="4" name="Text Placeholder 3">
            <a:extLst>
              <a:ext uri="{FF2B5EF4-FFF2-40B4-BE49-F238E27FC236}">
                <a16:creationId xmlns:a16="http://schemas.microsoft.com/office/drawing/2014/main" id="{B9CC9B40-9AF4-4EF7-8384-2ACE79EA95C9}"/>
              </a:ext>
            </a:extLst>
          </p:cNvPr>
          <p:cNvSpPr>
            <a:spLocks noGrp="1"/>
          </p:cNvSpPr>
          <p:nvPr>
            <p:ph type="body" sz="quarter" idx="18" hasCustomPrompt="1"/>
          </p:nvPr>
        </p:nvSpPr>
        <p:spPr>
          <a:xfrm>
            <a:off x="1525905" y="4267940"/>
            <a:ext cx="2744788" cy="1458912"/>
          </a:xfrm>
        </p:spPr>
        <p:txBody>
          <a:bodyPr/>
          <a:lstStyle>
            <a:lvl1pPr algn="ctr">
              <a:lnSpc>
                <a:spcPct val="100000"/>
              </a:lnSpc>
              <a:spcBef>
                <a:spcPts val="600"/>
              </a:spcBef>
              <a:defRPr sz="2400">
                <a:solidFill>
                  <a:schemeClr val="accent4"/>
                </a:solidFill>
              </a:defRPr>
            </a:lvl1pPr>
            <a:lvl2pPr marL="0" indent="0" algn="ctr">
              <a:lnSpc>
                <a:spcPct val="100000"/>
              </a:lnSpc>
              <a:spcBef>
                <a:spcPts val="600"/>
              </a:spcBef>
              <a:buFont typeface="Open Sans" panose="020B0606030504020204" pitchFamily="34" charset="0"/>
              <a:buChar char="​"/>
              <a:defRPr>
                <a:solidFill>
                  <a:schemeClr val="tx1"/>
                </a:solidFill>
              </a:defRPr>
            </a:lvl2pPr>
          </a:lstStyle>
          <a:p>
            <a:pPr lvl="0"/>
            <a:r>
              <a:rPr lang="en-US" dirty="0"/>
              <a:t>Click to add text here</a:t>
            </a:r>
          </a:p>
          <a:p>
            <a:pPr lvl="1"/>
            <a:r>
              <a:rPr lang="en-US" dirty="0"/>
              <a:t>Second level</a:t>
            </a:r>
          </a:p>
        </p:txBody>
      </p:sp>
      <p:sp>
        <p:nvSpPr>
          <p:cNvPr id="23" name="Oval 22">
            <a:extLst>
              <a:ext uri="{FF2B5EF4-FFF2-40B4-BE49-F238E27FC236}">
                <a16:creationId xmlns:a16="http://schemas.microsoft.com/office/drawing/2014/main" id="{6FECF9D0-D7A8-43DD-B38D-E1090C0B322F}"/>
              </a:ext>
              <a:ext uri="{C183D7F6-B498-43B3-948B-1728B52AA6E4}">
                <adec:decorative xmlns:adec="http://schemas.microsoft.com/office/drawing/2017/decorative" val="1"/>
              </a:ext>
            </a:extLst>
          </p:cNvPr>
          <p:cNvSpPr/>
          <p:nvPr/>
        </p:nvSpPr>
        <p:spPr bwMode="gray">
          <a:xfrm>
            <a:off x="5184924" y="2055429"/>
            <a:ext cx="1828959" cy="1828959"/>
          </a:xfrm>
          <a:prstGeom prst="ellipse">
            <a:avLst/>
          </a:prstGeom>
          <a:noFill/>
          <a:ln w="38100">
            <a:solidFill>
              <a:schemeClr val="accent3"/>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16" name="Text Placeholder 3">
            <a:extLst>
              <a:ext uri="{FF2B5EF4-FFF2-40B4-BE49-F238E27FC236}">
                <a16:creationId xmlns:a16="http://schemas.microsoft.com/office/drawing/2014/main" id="{04DBEFEC-821B-4F4E-8D5E-E6843BF1AEAD}"/>
              </a:ext>
            </a:extLst>
          </p:cNvPr>
          <p:cNvSpPr>
            <a:spLocks noGrp="1"/>
          </p:cNvSpPr>
          <p:nvPr>
            <p:ph type="body" sz="quarter" idx="22" hasCustomPrompt="1"/>
          </p:nvPr>
        </p:nvSpPr>
        <p:spPr>
          <a:xfrm>
            <a:off x="5408612" y="2419650"/>
            <a:ext cx="1396669" cy="1100516"/>
          </a:xfrm>
        </p:spPr>
        <p:txBody>
          <a:bodyPr anchor="ctr" anchorCtr="0"/>
          <a:lstStyle>
            <a:lvl1pPr algn="ctr">
              <a:lnSpc>
                <a:spcPct val="100000"/>
              </a:lnSpc>
              <a:spcBef>
                <a:spcPts val="600"/>
              </a:spcBef>
              <a:defRPr sz="1800">
                <a:solidFill>
                  <a:schemeClr val="accent3"/>
                </a:solidFill>
              </a:defRPr>
            </a:lvl1pPr>
            <a:lvl2pPr marL="0" indent="0" algn="ctr">
              <a:lnSpc>
                <a:spcPct val="100000"/>
              </a:lnSpc>
              <a:spcBef>
                <a:spcPts val="600"/>
              </a:spcBef>
              <a:buFont typeface="Open Sans" panose="020B0606030504020204" pitchFamily="34" charset="0"/>
              <a:buChar char="​"/>
              <a:defRPr/>
            </a:lvl2pPr>
          </a:lstStyle>
          <a:p>
            <a:pPr lvl="0"/>
            <a:r>
              <a:rPr lang="en-US"/>
              <a:t>add icon</a:t>
            </a:r>
            <a:br>
              <a:rPr lang="en-US"/>
            </a:br>
            <a:r>
              <a:rPr lang="en-US"/>
              <a:t>or text</a:t>
            </a:r>
          </a:p>
        </p:txBody>
      </p:sp>
      <p:sp>
        <p:nvSpPr>
          <p:cNvPr id="14" name="Text Placeholder 3">
            <a:extLst>
              <a:ext uri="{FF2B5EF4-FFF2-40B4-BE49-F238E27FC236}">
                <a16:creationId xmlns:a16="http://schemas.microsoft.com/office/drawing/2014/main" id="{D69CA39A-E967-4A68-A944-35C345A456D5}"/>
              </a:ext>
            </a:extLst>
          </p:cNvPr>
          <p:cNvSpPr>
            <a:spLocks noGrp="1"/>
          </p:cNvSpPr>
          <p:nvPr>
            <p:ph type="body" sz="quarter" idx="19" hasCustomPrompt="1"/>
          </p:nvPr>
        </p:nvSpPr>
        <p:spPr>
          <a:xfrm>
            <a:off x="4721225" y="4267940"/>
            <a:ext cx="2744788" cy="1458912"/>
          </a:xfrm>
        </p:spPr>
        <p:txBody>
          <a:bodyPr/>
          <a:lstStyle>
            <a:lvl1pPr algn="ctr">
              <a:lnSpc>
                <a:spcPct val="100000"/>
              </a:lnSpc>
              <a:spcBef>
                <a:spcPts val="600"/>
              </a:spcBef>
              <a:defRPr sz="2400">
                <a:solidFill>
                  <a:schemeClr val="accent3"/>
                </a:solidFill>
              </a:defRPr>
            </a:lvl1pPr>
            <a:lvl2pPr marL="285750" indent="-285750" algn="ctr">
              <a:lnSpc>
                <a:spcPct val="100000"/>
              </a:lnSpc>
              <a:spcBef>
                <a:spcPts val="600"/>
              </a:spcBef>
              <a:buFont typeface="Open Sans" panose="020B0606030504020204" pitchFamily="34" charset="0"/>
              <a:buChar char="​"/>
              <a:defRPr lang="en-US" sz="1800" kern="1200" dirty="0">
                <a:solidFill>
                  <a:schemeClr val="tx1"/>
                </a:solidFill>
                <a:latin typeface="+mn-lt"/>
                <a:ea typeface="+mn-ea"/>
                <a:cs typeface="+mn-cs"/>
              </a:defRPr>
            </a:lvl2pPr>
          </a:lstStyle>
          <a:p>
            <a:pPr lvl="0"/>
            <a:r>
              <a:rPr lang="en-US" dirty="0"/>
              <a:t>Click to add text here</a:t>
            </a:r>
          </a:p>
          <a:p>
            <a:pPr marL="0" lvl="1" indent="0" algn="ctr" defTabSz="914400" rtl="0" eaLnBrk="1" latinLnBrk="0" hangingPunct="1">
              <a:lnSpc>
                <a:spcPct val="100000"/>
              </a:lnSpc>
              <a:spcBef>
                <a:spcPts val="600"/>
              </a:spcBef>
              <a:buClr>
                <a:schemeClr val="bg2">
                  <a:lumMod val="25000"/>
                </a:schemeClr>
              </a:buClr>
              <a:buSzPct val="90000"/>
              <a:buFont typeface="Open Sans" panose="020B0606030504020204" pitchFamily="34" charset="0"/>
              <a:buChar char="​"/>
            </a:pPr>
            <a:r>
              <a:rPr lang="en-US" dirty="0"/>
              <a:t>Second level</a:t>
            </a:r>
          </a:p>
        </p:txBody>
      </p:sp>
      <p:sp>
        <p:nvSpPr>
          <p:cNvPr id="22" name="Oval 21">
            <a:extLst>
              <a:ext uri="{FF2B5EF4-FFF2-40B4-BE49-F238E27FC236}">
                <a16:creationId xmlns:a16="http://schemas.microsoft.com/office/drawing/2014/main" id="{446F04B0-7860-407F-85B7-42E38FAFE34B}"/>
              </a:ext>
              <a:ext uri="{C183D7F6-B498-43B3-948B-1728B52AA6E4}">
                <adec:decorative xmlns:adec="http://schemas.microsoft.com/office/drawing/2017/decorative" val="1"/>
              </a:ext>
            </a:extLst>
          </p:cNvPr>
          <p:cNvSpPr/>
          <p:nvPr/>
        </p:nvSpPr>
        <p:spPr bwMode="gray">
          <a:xfrm>
            <a:off x="8389301" y="2055429"/>
            <a:ext cx="1828959" cy="1828959"/>
          </a:xfrm>
          <a:prstGeom prst="ellipse">
            <a:avLst/>
          </a:prstGeom>
          <a:noFill/>
          <a:ln w="38100">
            <a:solidFill>
              <a:schemeClr val="accent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15" name="Text Placeholder 3">
            <a:extLst>
              <a:ext uri="{FF2B5EF4-FFF2-40B4-BE49-F238E27FC236}">
                <a16:creationId xmlns:a16="http://schemas.microsoft.com/office/drawing/2014/main" id="{41A16A22-350B-4B24-A3CD-4D5DE470DEEB}"/>
              </a:ext>
            </a:extLst>
          </p:cNvPr>
          <p:cNvSpPr>
            <a:spLocks noGrp="1"/>
          </p:cNvSpPr>
          <p:nvPr>
            <p:ph type="body" sz="quarter" idx="20" hasCustomPrompt="1"/>
          </p:nvPr>
        </p:nvSpPr>
        <p:spPr>
          <a:xfrm>
            <a:off x="7923213" y="4267940"/>
            <a:ext cx="2744788" cy="1458912"/>
          </a:xfrm>
        </p:spPr>
        <p:txBody>
          <a:bodyPr/>
          <a:lstStyle>
            <a:lvl1pPr algn="ctr">
              <a:lnSpc>
                <a:spcPct val="100000"/>
              </a:lnSpc>
              <a:spcBef>
                <a:spcPts val="600"/>
              </a:spcBef>
              <a:defRPr sz="2400">
                <a:solidFill>
                  <a:schemeClr val="accent2"/>
                </a:solidFill>
              </a:defRPr>
            </a:lvl1pPr>
            <a:lvl2pPr marL="285750" indent="-285750" algn="ctr">
              <a:lnSpc>
                <a:spcPct val="100000"/>
              </a:lnSpc>
              <a:spcBef>
                <a:spcPts val="600"/>
              </a:spcBef>
              <a:buFont typeface="Open Sans" panose="020B0606030504020204" pitchFamily="34" charset="0"/>
              <a:buChar char="​"/>
              <a:defRPr lang="en-US" sz="1800" kern="1200" dirty="0">
                <a:solidFill>
                  <a:schemeClr val="tx1"/>
                </a:solidFill>
                <a:latin typeface="+mn-lt"/>
                <a:ea typeface="+mn-ea"/>
                <a:cs typeface="+mn-cs"/>
              </a:defRPr>
            </a:lvl2pPr>
          </a:lstStyle>
          <a:p>
            <a:pPr lvl="0"/>
            <a:r>
              <a:rPr lang="en-US" dirty="0"/>
              <a:t>Click to add text here</a:t>
            </a:r>
          </a:p>
          <a:p>
            <a:pPr marL="0" lvl="1" indent="0" algn="ctr" defTabSz="914400" rtl="0" eaLnBrk="1" latinLnBrk="0" hangingPunct="1">
              <a:lnSpc>
                <a:spcPct val="100000"/>
              </a:lnSpc>
              <a:spcBef>
                <a:spcPts val="600"/>
              </a:spcBef>
              <a:buClr>
                <a:schemeClr val="bg2">
                  <a:lumMod val="25000"/>
                </a:schemeClr>
              </a:buClr>
              <a:buSzPct val="90000"/>
              <a:buFont typeface="Open Sans" panose="020B0606030504020204" pitchFamily="34" charset="0"/>
              <a:buChar char="​"/>
            </a:pPr>
            <a:r>
              <a:rPr lang="en-US" dirty="0"/>
              <a:t>Second level</a:t>
            </a:r>
          </a:p>
        </p:txBody>
      </p:sp>
      <p:sp>
        <p:nvSpPr>
          <p:cNvPr id="17" name="Text Placeholder 3">
            <a:extLst>
              <a:ext uri="{FF2B5EF4-FFF2-40B4-BE49-F238E27FC236}">
                <a16:creationId xmlns:a16="http://schemas.microsoft.com/office/drawing/2014/main" id="{0545A424-E307-E14F-A89B-1A531D114FD0}"/>
              </a:ext>
            </a:extLst>
          </p:cNvPr>
          <p:cNvSpPr>
            <a:spLocks noGrp="1"/>
          </p:cNvSpPr>
          <p:nvPr>
            <p:ph type="body" sz="quarter" idx="23" hasCustomPrompt="1"/>
          </p:nvPr>
        </p:nvSpPr>
        <p:spPr>
          <a:xfrm>
            <a:off x="8609012" y="2419650"/>
            <a:ext cx="1396669" cy="1100516"/>
          </a:xfrm>
        </p:spPr>
        <p:txBody>
          <a:bodyPr anchor="ctr" anchorCtr="0"/>
          <a:lstStyle>
            <a:lvl1pPr algn="ctr">
              <a:lnSpc>
                <a:spcPct val="100000"/>
              </a:lnSpc>
              <a:spcBef>
                <a:spcPts val="600"/>
              </a:spcBef>
              <a:defRPr sz="1800">
                <a:solidFill>
                  <a:schemeClr val="accent2"/>
                </a:solidFill>
              </a:defRPr>
            </a:lvl1pPr>
            <a:lvl2pPr marL="0" indent="0" algn="ctr">
              <a:lnSpc>
                <a:spcPct val="100000"/>
              </a:lnSpc>
              <a:spcBef>
                <a:spcPts val="600"/>
              </a:spcBef>
              <a:buFont typeface="Open Sans" panose="020B0606030504020204" pitchFamily="34" charset="0"/>
              <a:buChar char="​"/>
              <a:defRPr/>
            </a:lvl2pPr>
          </a:lstStyle>
          <a:p>
            <a:pPr lvl="0"/>
            <a:r>
              <a:rPr lang="en-US"/>
              <a:t>add icon</a:t>
            </a:r>
            <a:br>
              <a:rPr lang="en-US"/>
            </a:br>
            <a:r>
              <a:rPr lang="en-US"/>
              <a:t>or text</a:t>
            </a:r>
          </a:p>
        </p:txBody>
      </p:sp>
      <p:sp>
        <p:nvSpPr>
          <p:cNvPr id="19" name="page number">
            <a:extLst>
              <a:ext uri="{FF2B5EF4-FFF2-40B4-BE49-F238E27FC236}">
                <a16:creationId xmlns:a16="http://schemas.microsoft.com/office/drawing/2014/main" id="{6122FC91-666D-7A42-9D21-9800CF4E3706}"/>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18" name="Oval 17">
            <a:extLst>
              <a:ext uri="{FF2B5EF4-FFF2-40B4-BE49-F238E27FC236}">
                <a16:creationId xmlns:a16="http://schemas.microsoft.com/office/drawing/2014/main" id="{B1C210DC-5DBB-4F0D-875F-CD8AAAB938CE}"/>
              </a:ext>
              <a:ext uri="{C183D7F6-B498-43B3-948B-1728B52AA6E4}">
                <adec:decorative xmlns:adec="http://schemas.microsoft.com/office/drawing/2017/decorative" val="1"/>
              </a:ext>
            </a:extLst>
          </p:cNvPr>
          <p:cNvSpPr/>
          <p:nvPr userDrawn="1"/>
        </p:nvSpPr>
        <p:spPr bwMode="gray">
          <a:xfrm>
            <a:off x="1981877" y="2055429"/>
            <a:ext cx="1828959" cy="1828959"/>
          </a:xfrm>
          <a:prstGeom prst="ellipse">
            <a:avLst/>
          </a:prstGeom>
          <a:noFill/>
          <a:ln w="38100">
            <a:solidFill>
              <a:schemeClr val="accent4"/>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accent4"/>
              </a:solidFill>
            </a:endParaRPr>
          </a:p>
        </p:txBody>
      </p:sp>
      <p:sp>
        <p:nvSpPr>
          <p:cNvPr id="20" name="Oval 19">
            <a:extLst>
              <a:ext uri="{FF2B5EF4-FFF2-40B4-BE49-F238E27FC236}">
                <a16:creationId xmlns:a16="http://schemas.microsoft.com/office/drawing/2014/main" id="{6FECF9D0-D7A8-43DD-B38D-E1090C0B322F}"/>
              </a:ext>
              <a:ext uri="{C183D7F6-B498-43B3-948B-1728B52AA6E4}">
                <adec:decorative xmlns:adec="http://schemas.microsoft.com/office/drawing/2017/decorative" val="1"/>
              </a:ext>
            </a:extLst>
          </p:cNvPr>
          <p:cNvSpPr/>
          <p:nvPr userDrawn="1"/>
        </p:nvSpPr>
        <p:spPr bwMode="gray">
          <a:xfrm>
            <a:off x="5184924" y="2055429"/>
            <a:ext cx="1828959" cy="1828959"/>
          </a:xfrm>
          <a:prstGeom prst="ellipse">
            <a:avLst/>
          </a:prstGeom>
          <a:noFill/>
          <a:ln w="38100">
            <a:solidFill>
              <a:schemeClr val="accent3"/>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24" name="Oval 23">
            <a:extLst>
              <a:ext uri="{FF2B5EF4-FFF2-40B4-BE49-F238E27FC236}">
                <a16:creationId xmlns:a16="http://schemas.microsoft.com/office/drawing/2014/main" id="{446F04B0-7860-407F-85B7-42E38FAFE34B}"/>
              </a:ext>
              <a:ext uri="{C183D7F6-B498-43B3-948B-1728B52AA6E4}">
                <adec:decorative xmlns:adec="http://schemas.microsoft.com/office/drawing/2017/decorative" val="1"/>
              </a:ext>
            </a:extLst>
          </p:cNvPr>
          <p:cNvSpPr/>
          <p:nvPr userDrawn="1"/>
        </p:nvSpPr>
        <p:spPr bwMode="gray">
          <a:xfrm>
            <a:off x="8389301" y="2055429"/>
            <a:ext cx="1828959" cy="1828959"/>
          </a:xfrm>
          <a:prstGeom prst="ellipse">
            <a:avLst/>
          </a:prstGeom>
          <a:noFill/>
          <a:ln w="38100">
            <a:solidFill>
              <a:schemeClr val="accent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25" name="page number">
            <a:extLst>
              <a:ext uri="{FF2B5EF4-FFF2-40B4-BE49-F238E27FC236}">
                <a16:creationId xmlns:a16="http://schemas.microsoft.com/office/drawing/2014/main" id="{6122FC91-666D-7A42-9D21-9800CF4E3706}"/>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7511382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Four Icon ">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A6ED71B-2619-4816-B753-5E850ED08FBC}"/>
              </a:ext>
            </a:extLst>
          </p:cNvPr>
          <p:cNvSpPr>
            <a:spLocks noGrp="1"/>
          </p:cNvSpPr>
          <p:nvPr>
            <p:ph type="title" hasCustomPrompt="1"/>
          </p:nvPr>
        </p:nvSpPr>
        <p:spPr/>
        <p:txBody>
          <a:bodyPr/>
          <a:lstStyle>
            <a:lvl1pPr>
              <a:defRPr>
                <a:solidFill>
                  <a:schemeClr val="accent2"/>
                </a:solidFill>
              </a:defRPr>
            </a:lvl1pPr>
          </a:lstStyle>
          <a:p>
            <a:r>
              <a:rPr lang="en-US"/>
              <a:t>Four Icon Placeholders with Text Descriptions</a:t>
            </a:r>
          </a:p>
        </p:txBody>
      </p:sp>
      <p:sp>
        <p:nvSpPr>
          <p:cNvPr id="14" name="Subtitle 2">
            <a:extLst>
              <a:ext uri="{FF2B5EF4-FFF2-40B4-BE49-F238E27FC236}">
                <a16:creationId xmlns:a16="http://schemas.microsoft.com/office/drawing/2014/main" id="{BB679D5C-AEFA-4052-96E3-7DF67D7C105A}"/>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subtitle</a:t>
            </a:r>
          </a:p>
        </p:txBody>
      </p:sp>
      <p:sp>
        <p:nvSpPr>
          <p:cNvPr id="84" name="Oval 83">
            <a:extLst>
              <a:ext uri="{FF2B5EF4-FFF2-40B4-BE49-F238E27FC236}">
                <a16:creationId xmlns:a16="http://schemas.microsoft.com/office/drawing/2014/main" id="{085441A7-EBA5-4ABB-8D29-CE4338F0F9B5}"/>
              </a:ext>
              <a:ext uri="{C183D7F6-B498-43B3-948B-1728B52AA6E4}">
                <adec:decorative xmlns:adec="http://schemas.microsoft.com/office/drawing/2017/decorative" val="1"/>
              </a:ext>
            </a:extLst>
          </p:cNvPr>
          <p:cNvSpPr/>
          <p:nvPr/>
        </p:nvSpPr>
        <p:spPr bwMode="gray">
          <a:xfrm>
            <a:off x="1065749" y="2060872"/>
            <a:ext cx="1828959" cy="1828959"/>
          </a:xfrm>
          <a:prstGeom prst="ellipse">
            <a:avLst/>
          </a:prstGeom>
          <a:noFill/>
          <a:ln w="38100">
            <a:solidFill>
              <a:schemeClr val="accent4"/>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accent4"/>
              </a:solidFill>
            </a:endParaRPr>
          </a:p>
        </p:txBody>
      </p:sp>
      <p:sp>
        <p:nvSpPr>
          <p:cNvPr id="13" name="Text Placeholder 3">
            <a:extLst>
              <a:ext uri="{FF2B5EF4-FFF2-40B4-BE49-F238E27FC236}">
                <a16:creationId xmlns:a16="http://schemas.microsoft.com/office/drawing/2014/main" id="{372EA9D9-DD59-0A4A-94D5-AC136E79CD72}"/>
              </a:ext>
            </a:extLst>
          </p:cNvPr>
          <p:cNvSpPr>
            <a:spLocks noGrp="1"/>
          </p:cNvSpPr>
          <p:nvPr>
            <p:ph type="body" sz="quarter" idx="23" hasCustomPrompt="1"/>
          </p:nvPr>
        </p:nvSpPr>
        <p:spPr>
          <a:xfrm>
            <a:off x="1273703" y="2425093"/>
            <a:ext cx="1396669" cy="1100516"/>
          </a:xfrm>
        </p:spPr>
        <p:txBody>
          <a:bodyPr anchor="ctr" anchorCtr="0"/>
          <a:lstStyle>
            <a:lvl1pPr algn="ctr">
              <a:lnSpc>
                <a:spcPct val="100000"/>
              </a:lnSpc>
              <a:spcBef>
                <a:spcPts val="600"/>
              </a:spcBef>
              <a:defRPr sz="1800">
                <a:solidFill>
                  <a:schemeClr val="accent4"/>
                </a:solidFill>
              </a:defRPr>
            </a:lvl1pPr>
            <a:lvl2pPr marL="0" indent="0" algn="ctr">
              <a:lnSpc>
                <a:spcPct val="100000"/>
              </a:lnSpc>
              <a:spcBef>
                <a:spcPts val="600"/>
              </a:spcBef>
              <a:buFont typeface="Open Sans" panose="020B0606030504020204" pitchFamily="34" charset="0"/>
              <a:buChar char="​"/>
              <a:defRPr/>
            </a:lvl2pPr>
          </a:lstStyle>
          <a:p>
            <a:pPr lvl="0"/>
            <a:r>
              <a:rPr lang="en-US"/>
              <a:t>add icon</a:t>
            </a:r>
            <a:br>
              <a:rPr lang="en-US"/>
            </a:br>
            <a:r>
              <a:rPr lang="en-US"/>
              <a:t>or text</a:t>
            </a:r>
          </a:p>
        </p:txBody>
      </p:sp>
      <p:sp>
        <p:nvSpPr>
          <p:cNvPr id="15" name="Text Placeholder 3">
            <a:extLst>
              <a:ext uri="{FF2B5EF4-FFF2-40B4-BE49-F238E27FC236}">
                <a16:creationId xmlns:a16="http://schemas.microsoft.com/office/drawing/2014/main" id="{83A73281-E5F0-4C3B-BE4E-A12D56CC1003}"/>
              </a:ext>
            </a:extLst>
          </p:cNvPr>
          <p:cNvSpPr>
            <a:spLocks noGrp="1"/>
          </p:cNvSpPr>
          <p:nvPr>
            <p:ph type="body" sz="quarter" idx="19" hasCustomPrompt="1"/>
          </p:nvPr>
        </p:nvSpPr>
        <p:spPr>
          <a:xfrm>
            <a:off x="842673" y="4269508"/>
            <a:ext cx="2286000" cy="1458912"/>
          </a:xfrm>
        </p:spPr>
        <p:txBody>
          <a:bodyPr/>
          <a:lstStyle>
            <a:lvl1pPr algn="ctr">
              <a:lnSpc>
                <a:spcPct val="100000"/>
              </a:lnSpc>
              <a:spcBef>
                <a:spcPts val="600"/>
              </a:spcBef>
              <a:defRPr sz="2400">
                <a:solidFill>
                  <a:schemeClr val="accent4"/>
                </a:solidFill>
              </a:defRPr>
            </a:lvl1pPr>
            <a:lvl2pPr marL="285750" indent="-285750" algn="ctr">
              <a:lnSpc>
                <a:spcPct val="100000"/>
              </a:lnSpc>
              <a:spcBef>
                <a:spcPts val="600"/>
              </a:spcBef>
              <a:buFont typeface="Open Sans" panose="020B0606030504020204" pitchFamily="34" charset="0"/>
              <a:buChar char="​"/>
              <a:defRPr lang="en-US" sz="1800" kern="1200" dirty="0">
                <a:solidFill>
                  <a:schemeClr val="tx1"/>
                </a:solidFill>
                <a:latin typeface="+mn-lt"/>
                <a:ea typeface="+mn-ea"/>
                <a:cs typeface="+mn-cs"/>
              </a:defRPr>
            </a:lvl2pPr>
          </a:lstStyle>
          <a:p>
            <a:pPr lvl="0"/>
            <a:r>
              <a:rPr lang="en-US" dirty="0"/>
              <a:t>Click to add text</a:t>
            </a:r>
          </a:p>
          <a:p>
            <a:pPr marL="0" lvl="1" indent="0" algn="ctr" defTabSz="914400" rtl="0" eaLnBrk="1" latinLnBrk="0" hangingPunct="1">
              <a:lnSpc>
                <a:spcPct val="100000"/>
              </a:lnSpc>
              <a:spcBef>
                <a:spcPts val="600"/>
              </a:spcBef>
              <a:buClr>
                <a:schemeClr val="bg2">
                  <a:lumMod val="25000"/>
                </a:schemeClr>
              </a:buClr>
              <a:buSzPct val="90000"/>
              <a:buFont typeface="Open Sans" panose="020B0606030504020204" pitchFamily="34" charset="0"/>
              <a:buChar char="​"/>
            </a:pPr>
            <a:r>
              <a:rPr lang="en-US" dirty="0"/>
              <a:t>Second level</a:t>
            </a:r>
          </a:p>
        </p:txBody>
      </p:sp>
      <p:sp>
        <p:nvSpPr>
          <p:cNvPr id="87" name="Oval 86">
            <a:extLst>
              <a:ext uri="{FF2B5EF4-FFF2-40B4-BE49-F238E27FC236}">
                <a16:creationId xmlns:a16="http://schemas.microsoft.com/office/drawing/2014/main" id="{45D908EF-1F96-4808-A8DB-F55AB9E8E436}"/>
              </a:ext>
              <a:ext uri="{C183D7F6-B498-43B3-948B-1728B52AA6E4}">
                <adec:decorative xmlns:adec="http://schemas.microsoft.com/office/drawing/2017/decorative" val="1"/>
              </a:ext>
            </a:extLst>
          </p:cNvPr>
          <p:cNvSpPr/>
          <p:nvPr/>
        </p:nvSpPr>
        <p:spPr bwMode="gray">
          <a:xfrm>
            <a:off x="3806932" y="2060872"/>
            <a:ext cx="1828959" cy="1828959"/>
          </a:xfrm>
          <a:prstGeom prst="ellipse">
            <a:avLst/>
          </a:prstGeom>
          <a:noFill/>
          <a:ln w="38100">
            <a:solidFill>
              <a:schemeClr val="accent3"/>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dirty="0"/>
          </a:p>
        </p:txBody>
      </p:sp>
      <p:sp>
        <p:nvSpPr>
          <p:cNvPr id="16" name="Text Placeholder 3">
            <a:extLst>
              <a:ext uri="{FF2B5EF4-FFF2-40B4-BE49-F238E27FC236}">
                <a16:creationId xmlns:a16="http://schemas.microsoft.com/office/drawing/2014/main" id="{F7F1E977-D1E8-7040-8576-578BD8CB8424}"/>
              </a:ext>
            </a:extLst>
          </p:cNvPr>
          <p:cNvSpPr>
            <a:spLocks noGrp="1"/>
          </p:cNvSpPr>
          <p:nvPr>
            <p:ph type="body" sz="quarter" idx="24" hasCustomPrompt="1"/>
          </p:nvPr>
        </p:nvSpPr>
        <p:spPr>
          <a:xfrm>
            <a:off x="4000597" y="2425093"/>
            <a:ext cx="1396669" cy="1100516"/>
          </a:xfrm>
        </p:spPr>
        <p:txBody>
          <a:bodyPr anchor="ctr" anchorCtr="0"/>
          <a:lstStyle>
            <a:lvl1pPr algn="ctr">
              <a:lnSpc>
                <a:spcPct val="100000"/>
              </a:lnSpc>
              <a:spcBef>
                <a:spcPts val="600"/>
              </a:spcBef>
              <a:defRPr sz="1800">
                <a:solidFill>
                  <a:schemeClr val="accent3"/>
                </a:solidFill>
              </a:defRPr>
            </a:lvl1pPr>
            <a:lvl2pPr marL="0" indent="0" algn="ctr">
              <a:lnSpc>
                <a:spcPct val="100000"/>
              </a:lnSpc>
              <a:spcBef>
                <a:spcPts val="600"/>
              </a:spcBef>
              <a:buFont typeface="Open Sans" panose="020B0606030504020204" pitchFamily="34" charset="0"/>
              <a:buChar char="​"/>
              <a:defRPr/>
            </a:lvl2pPr>
          </a:lstStyle>
          <a:p>
            <a:pPr lvl="0"/>
            <a:r>
              <a:rPr lang="en-US"/>
              <a:t>add icon</a:t>
            </a:r>
            <a:br>
              <a:rPr lang="en-US"/>
            </a:br>
            <a:r>
              <a:rPr lang="en-US"/>
              <a:t>or text</a:t>
            </a:r>
          </a:p>
        </p:txBody>
      </p:sp>
      <p:sp>
        <p:nvSpPr>
          <p:cNvPr id="21" name="Text Placeholder 3">
            <a:extLst>
              <a:ext uri="{FF2B5EF4-FFF2-40B4-BE49-F238E27FC236}">
                <a16:creationId xmlns:a16="http://schemas.microsoft.com/office/drawing/2014/main" id="{70078EAE-661A-4C72-917B-F0225239F68A}"/>
              </a:ext>
            </a:extLst>
          </p:cNvPr>
          <p:cNvSpPr>
            <a:spLocks noGrp="1"/>
          </p:cNvSpPr>
          <p:nvPr>
            <p:ph type="body" sz="quarter" idx="20" hasCustomPrompt="1"/>
          </p:nvPr>
        </p:nvSpPr>
        <p:spPr>
          <a:xfrm>
            <a:off x="3579813" y="4269508"/>
            <a:ext cx="2286000" cy="1458912"/>
          </a:xfrm>
        </p:spPr>
        <p:txBody>
          <a:bodyPr/>
          <a:lstStyle>
            <a:lvl1pPr algn="ctr">
              <a:lnSpc>
                <a:spcPct val="100000"/>
              </a:lnSpc>
              <a:spcBef>
                <a:spcPts val="600"/>
              </a:spcBef>
              <a:defRPr sz="2400">
                <a:solidFill>
                  <a:schemeClr val="accent3"/>
                </a:solidFill>
              </a:defRPr>
            </a:lvl1pPr>
            <a:lvl2pPr marL="285750" indent="-285750" algn="ctr">
              <a:lnSpc>
                <a:spcPct val="100000"/>
              </a:lnSpc>
              <a:spcBef>
                <a:spcPts val="600"/>
              </a:spcBef>
              <a:buFont typeface="Open Sans" panose="020B0606030504020204" pitchFamily="34" charset="0"/>
              <a:buChar char="​"/>
              <a:defRPr lang="en-US" sz="1800" kern="1200" dirty="0">
                <a:solidFill>
                  <a:schemeClr val="tx1"/>
                </a:solidFill>
                <a:latin typeface="+mn-lt"/>
                <a:ea typeface="+mn-ea"/>
                <a:cs typeface="+mn-cs"/>
              </a:defRPr>
            </a:lvl2pPr>
          </a:lstStyle>
          <a:p>
            <a:pPr lvl="0"/>
            <a:r>
              <a:rPr lang="en-US" dirty="0"/>
              <a:t>Click to add text</a:t>
            </a:r>
          </a:p>
          <a:p>
            <a:pPr marL="0" lvl="1" indent="0" algn="ctr" defTabSz="914400" rtl="0" eaLnBrk="1" latinLnBrk="0" hangingPunct="1">
              <a:lnSpc>
                <a:spcPct val="100000"/>
              </a:lnSpc>
              <a:spcBef>
                <a:spcPts val="600"/>
              </a:spcBef>
              <a:buClr>
                <a:schemeClr val="bg2">
                  <a:lumMod val="25000"/>
                </a:schemeClr>
              </a:buClr>
              <a:buSzPct val="90000"/>
              <a:buFont typeface="Open Sans" panose="020B0606030504020204" pitchFamily="34" charset="0"/>
              <a:buChar char="​"/>
            </a:pPr>
            <a:r>
              <a:rPr lang="en-US" dirty="0"/>
              <a:t>Second level</a:t>
            </a:r>
          </a:p>
        </p:txBody>
      </p:sp>
      <p:sp>
        <p:nvSpPr>
          <p:cNvPr id="86" name="Oval 85">
            <a:extLst>
              <a:ext uri="{FF2B5EF4-FFF2-40B4-BE49-F238E27FC236}">
                <a16:creationId xmlns:a16="http://schemas.microsoft.com/office/drawing/2014/main" id="{5670C03F-6336-45E3-A9F4-0CD130D80D1B}"/>
              </a:ext>
              <a:ext uri="{C183D7F6-B498-43B3-948B-1728B52AA6E4}">
                <adec:decorative xmlns:adec="http://schemas.microsoft.com/office/drawing/2017/decorative" val="1"/>
              </a:ext>
            </a:extLst>
          </p:cNvPr>
          <p:cNvSpPr/>
          <p:nvPr/>
        </p:nvSpPr>
        <p:spPr bwMode="gray">
          <a:xfrm>
            <a:off x="6562100" y="2060872"/>
            <a:ext cx="1828959" cy="1828959"/>
          </a:xfrm>
          <a:prstGeom prst="ellipse">
            <a:avLst/>
          </a:prstGeom>
          <a:noFill/>
          <a:ln w="38100">
            <a:solidFill>
              <a:schemeClr val="accent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dirty="0"/>
          </a:p>
        </p:txBody>
      </p:sp>
      <p:sp>
        <p:nvSpPr>
          <p:cNvPr id="17" name="Text Placeholder 3">
            <a:extLst>
              <a:ext uri="{FF2B5EF4-FFF2-40B4-BE49-F238E27FC236}">
                <a16:creationId xmlns:a16="http://schemas.microsoft.com/office/drawing/2014/main" id="{6B608689-50E6-784F-8AFD-D13D124BAA5B}"/>
              </a:ext>
            </a:extLst>
          </p:cNvPr>
          <p:cNvSpPr>
            <a:spLocks noGrp="1"/>
          </p:cNvSpPr>
          <p:nvPr>
            <p:ph type="body" sz="quarter" idx="25" hasCustomPrompt="1"/>
          </p:nvPr>
        </p:nvSpPr>
        <p:spPr>
          <a:xfrm>
            <a:off x="6772120" y="2425093"/>
            <a:ext cx="1396669" cy="1100516"/>
          </a:xfrm>
        </p:spPr>
        <p:txBody>
          <a:bodyPr anchor="ctr" anchorCtr="0"/>
          <a:lstStyle>
            <a:lvl1pPr algn="ctr">
              <a:lnSpc>
                <a:spcPct val="100000"/>
              </a:lnSpc>
              <a:spcBef>
                <a:spcPts val="600"/>
              </a:spcBef>
              <a:defRPr sz="1800">
                <a:solidFill>
                  <a:schemeClr val="accent2"/>
                </a:solidFill>
              </a:defRPr>
            </a:lvl1pPr>
            <a:lvl2pPr marL="0" indent="0" algn="ctr">
              <a:lnSpc>
                <a:spcPct val="100000"/>
              </a:lnSpc>
              <a:spcBef>
                <a:spcPts val="600"/>
              </a:spcBef>
              <a:buFont typeface="Open Sans" panose="020B0606030504020204" pitchFamily="34" charset="0"/>
              <a:buChar char="​"/>
              <a:defRPr/>
            </a:lvl2pPr>
          </a:lstStyle>
          <a:p>
            <a:pPr lvl="0"/>
            <a:r>
              <a:rPr lang="en-US"/>
              <a:t>add icon</a:t>
            </a:r>
            <a:br>
              <a:rPr lang="en-US"/>
            </a:br>
            <a:r>
              <a:rPr lang="en-US"/>
              <a:t>or text</a:t>
            </a:r>
          </a:p>
        </p:txBody>
      </p:sp>
      <p:sp>
        <p:nvSpPr>
          <p:cNvPr id="22" name="Text Placeholder 3">
            <a:extLst>
              <a:ext uri="{FF2B5EF4-FFF2-40B4-BE49-F238E27FC236}">
                <a16:creationId xmlns:a16="http://schemas.microsoft.com/office/drawing/2014/main" id="{566D6B40-9CB0-4B56-A3E1-9A7F945F094A}"/>
              </a:ext>
            </a:extLst>
          </p:cNvPr>
          <p:cNvSpPr>
            <a:spLocks noGrp="1"/>
          </p:cNvSpPr>
          <p:nvPr>
            <p:ph type="body" sz="quarter" idx="21" hasCustomPrompt="1"/>
          </p:nvPr>
        </p:nvSpPr>
        <p:spPr>
          <a:xfrm>
            <a:off x="6323013" y="4269508"/>
            <a:ext cx="2286000" cy="1458912"/>
          </a:xfrm>
        </p:spPr>
        <p:txBody>
          <a:bodyPr/>
          <a:lstStyle>
            <a:lvl1pPr algn="ctr">
              <a:lnSpc>
                <a:spcPct val="100000"/>
              </a:lnSpc>
              <a:spcBef>
                <a:spcPts val="600"/>
              </a:spcBef>
              <a:defRPr sz="2400">
                <a:solidFill>
                  <a:schemeClr val="accent2"/>
                </a:solidFill>
              </a:defRPr>
            </a:lvl1pPr>
            <a:lvl2pPr marL="285750" indent="-285750" algn="ctr">
              <a:lnSpc>
                <a:spcPct val="100000"/>
              </a:lnSpc>
              <a:spcBef>
                <a:spcPts val="600"/>
              </a:spcBef>
              <a:buFont typeface="Open Sans" panose="020B0606030504020204" pitchFamily="34" charset="0"/>
              <a:buChar char="​"/>
              <a:defRPr lang="en-US" sz="1800" kern="1200" dirty="0">
                <a:solidFill>
                  <a:schemeClr val="tx1"/>
                </a:solidFill>
                <a:latin typeface="+mn-lt"/>
                <a:ea typeface="+mn-ea"/>
                <a:cs typeface="+mn-cs"/>
              </a:defRPr>
            </a:lvl2pPr>
          </a:lstStyle>
          <a:p>
            <a:pPr lvl="0"/>
            <a:r>
              <a:rPr lang="en-US" dirty="0"/>
              <a:t>Click to add text</a:t>
            </a:r>
          </a:p>
          <a:p>
            <a:pPr marL="0" lvl="1" indent="0" algn="ctr" defTabSz="914400" rtl="0" eaLnBrk="1" latinLnBrk="0" hangingPunct="1">
              <a:lnSpc>
                <a:spcPct val="100000"/>
              </a:lnSpc>
              <a:spcBef>
                <a:spcPts val="600"/>
              </a:spcBef>
              <a:buClr>
                <a:schemeClr val="bg2">
                  <a:lumMod val="25000"/>
                </a:schemeClr>
              </a:buClr>
              <a:buSzPct val="90000"/>
              <a:buFont typeface="Open Sans" panose="020B0606030504020204" pitchFamily="34" charset="0"/>
              <a:buChar char="​"/>
            </a:pPr>
            <a:r>
              <a:rPr lang="en-US" dirty="0"/>
              <a:t>Second level</a:t>
            </a:r>
          </a:p>
        </p:txBody>
      </p:sp>
      <p:sp>
        <p:nvSpPr>
          <p:cNvPr id="85" name="Oval 84">
            <a:extLst>
              <a:ext uri="{FF2B5EF4-FFF2-40B4-BE49-F238E27FC236}">
                <a16:creationId xmlns:a16="http://schemas.microsoft.com/office/drawing/2014/main" id="{3019BB56-AE7C-42CA-A8FF-432F4F176B8B}"/>
              </a:ext>
              <a:ext uri="{C183D7F6-B498-43B3-948B-1728B52AA6E4}">
                <adec:decorative xmlns:adec="http://schemas.microsoft.com/office/drawing/2017/decorative" val="1"/>
              </a:ext>
            </a:extLst>
          </p:cNvPr>
          <p:cNvSpPr/>
          <p:nvPr/>
        </p:nvSpPr>
        <p:spPr bwMode="gray">
          <a:xfrm>
            <a:off x="9302132" y="2060872"/>
            <a:ext cx="1828959" cy="1828959"/>
          </a:xfrm>
          <a:prstGeom prst="ellipse">
            <a:avLst/>
          </a:prstGeom>
          <a:noFill/>
          <a:ln w="38100">
            <a:solidFill>
              <a:schemeClr val="accent5"/>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18" name="Text Placeholder 3">
            <a:extLst>
              <a:ext uri="{FF2B5EF4-FFF2-40B4-BE49-F238E27FC236}">
                <a16:creationId xmlns:a16="http://schemas.microsoft.com/office/drawing/2014/main" id="{290217BC-3881-DF41-A8F3-900AF04F1B7D}"/>
              </a:ext>
            </a:extLst>
          </p:cNvPr>
          <p:cNvSpPr>
            <a:spLocks noGrp="1"/>
          </p:cNvSpPr>
          <p:nvPr>
            <p:ph type="body" sz="quarter" idx="26" hasCustomPrompt="1"/>
          </p:nvPr>
        </p:nvSpPr>
        <p:spPr>
          <a:xfrm>
            <a:off x="9538248" y="2425093"/>
            <a:ext cx="1396669" cy="1100516"/>
          </a:xfrm>
        </p:spPr>
        <p:txBody>
          <a:bodyPr anchor="ctr" anchorCtr="0"/>
          <a:lstStyle>
            <a:lvl1pPr algn="ctr">
              <a:lnSpc>
                <a:spcPct val="100000"/>
              </a:lnSpc>
              <a:spcBef>
                <a:spcPts val="600"/>
              </a:spcBef>
              <a:defRPr sz="1800">
                <a:solidFill>
                  <a:schemeClr val="accent5"/>
                </a:solidFill>
              </a:defRPr>
            </a:lvl1pPr>
            <a:lvl2pPr marL="0" indent="0" algn="ctr">
              <a:lnSpc>
                <a:spcPct val="100000"/>
              </a:lnSpc>
              <a:spcBef>
                <a:spcPts val="600"/>
              </a:spcBef>
              <a:buFont typeface="Open Sans" panose="020B0606030504020204" pitchFamily="34" charset="0"/>
              <a:buChar char="​"/>
              <a:defRPr/>
            </a:lvl2pPr>
          </a:lstStyle>
          <a:p>
            <a:pPr lvl="0"/>
            <a:r>
              <a:rPr lang="en-US"/>
              <a:t>add icon</a:t>
            </a:r>
            <a:br>
              <a:rPr lang="en-US"/>
            </a:br>
            <a:r>
              <a:rPr lang="en-US"/>
              <a:t>or text</a:t>
            </a:r>
          </a:p>
        </p:txBody>
      </p:sp>
      <p:sp>
        <p:nvSpPr>
          <p:cNvPr id="23" name="Text Placeholder 3">
            <a:extLst>
              <a:ext uri="{FF2B5EF4-FFF2-40B4-BE49-F238E27FC236}">
                <a16:creationId xmlns:a16="http://schemas.microsoft.com/office/drawing/2014/main" id="{16F5CA9C-E491-4F70-B6EE-A50641060112}"/>
              </a:ext>
            </a:extLst>
          </p:cNvPr>
          <p:cNvSpPr>
            <a:spLocks noGrp="1"/>
          </p:cNvSpPr>
          <p:nvPr>
            <p:ph type="body" sz="quarter" idx="22" hasCustomPrompt="1"/>
          </p:nvPr>
        </p:nvSpPr>
        <p:spPr>
          <a:xfrm>
            <a:off x="9066213" y="4269508"/>
            <a:ext cx="2286000" cy="1458912"/>
          </a:xfrm>
        </p:spPr>
        <p:txBody>
          <a:bodyPr/>
          <a:lstStyle>
            <a:lvl1pPr algn="ctr">
              <a:lnSpc>
                <a:spcPct val="100000"/>
              </a:lnSpc>
              <a:spcBef>
                <a:spcPts val="600"/>
              </a:spcBef>
              <a:defRPr sz="2400">
                <a:solidFill>
                  <a:schemeClr val="accent5"/>
                </a:solidFill>
              </a:defRPr>
            </a:lvl1pPr>
            <a:lvl2pPr marL="285750" indent="-285750" algn="ctr">
              <a:lnSpc>
                <a:spcPct val="100000"/>
              </a:lnSpc>
              <a:spcBef>
                <a:spcPts val="600"/>
              </a:spcBef>
              <a:buFont typeface="Open Sans" panose="020B0606030504020204" pitchFamily="34" charset="0"/>
              <a:buChar char="​"/>
              <a:defRPr lang="en-US" sz="1800" kern="1200" dirty="0">
                <a:solidFill>
                  <a:schemeClr val="tx1"/>
                </a:solidFill>
                <a:latin typeface="+mn-lt"/>
                <a:ea typeface="+mn-ea"/>
                <a:cs typeface="+mn-cs"/>
              </a:defRPr>
            </a:lvl2pPr>
          </a:lstStyle>
          <a:p>
            <a:pPr lvl="0"/>
            <a:r>
              <a:rPr lang="en-US" dirty="0"/>
              <a:t>Click to add text</a:t>
            </a:r>
          </a:p>
          <a:p>
            <a:pPr marL="0" lvl="1" indent="0" algn="ctr" defTabSz="914400" rtl="0" eaLnBrk="1" latinLnBrk="0" hangingPunct="1">
              <a:lnSpc>
                <a:spcPct val="100000"/>
              </a:lnSpc>
              <a:spcBef>
                <a:spcPts val="600"/>
              </a:spcBef>
              <a:buClr>
                <a:schemeClr val="bg2">
                  <a:lumMod val="25000"/>
                </a:schemeClr>
              </a:buClr>
              <a:buSzPct val="90000"/>
              <a:buFont typeface="Open Sans" panose="020B0606030504020204" pitchFamily="34" charset="0"/>
              <a:buChar char="​"/>
            </a:pPr>
            <a:r>
              <a:rPr lang="en-US" dirty="0"/>
              <a:t>Second level</a:t>
            </a:r>
          </a:p>
        </p:txBody>
      </p:sp>
      <p:sp>
        <p:nvSpPr>
          <p:cNvPr id="20" name="page number">
            <a:extLst>
              <a:ext uri="{FF2B5EF4-FFF2-40B4-BE49-F238E27FC236}">
                <a16:creationId xmlns:a16="http://schemas.microsoft.com/office/drawing/2014/main" id="{1D45AB97-9B77-2244-B7BA-E18EA4CD43EA}"/>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19" name="Oval 18">
            <a:extLst>
              <a:ext uri="{FF2B5EF4-FFF2-40B4-BE49-F238E27FC236}">
                <a16:creationId xmlns:a16="http://schemas.microsoft.com/office/drawing/2014/main" id="{085441A7-EBA5-4ABB-8D29-CE4338F0F9B5}"/>
              </a:ext>
              <a:ext uri="{C183D7F6-B498-43B3-948B-1728B52AA6E4}">
                <adec:decorative xmlns:adec="http://schemas.microsoft.com/office/drawing/2017/decorative" val="1"/>
              </a:ext>
            </a:extLst>
          </p:cNvPr>
          <p:cNvSpPr/>
          <p:nvPr userDrawn="1"/>
        </p:nvSpPr>
        <p:spPr bwMode="gray">
          <a:xfrm>
            <a:off x="1065749" y="2060872"/>
            <a:ext cx="1828959" cy="1828959"/>
          </a:xfrm>
          <a:prstGeom prst="ellipse">
            <a:avLst/>
          </a:prstGeom>
          <a:noFill/>
          <a:ln w="38100">
            <a:solidFill>
              <a:schemeClr val="accent4"/>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accent4"/>
              </a:solidFill>
            </a:endParaRPr>
          </a:p>
        </p:txBody>
      </p:sp>
      <p:sp>
        <p:nvSpPr>
          <p:cNvPr id="24" name="Oval 23">
            <a:extLst>
              <a:ext uri="{FF2B5EF4-FFF2-40B4-BE49-F238E27FC236}">
                <a16:creationId xmlns:a16="http://schemas.microsoft.com/office/drawing/2014/main" id="{45D908EF-1F96-4808-A8DB-F55AB9E8E436}"/>
              </a:ext>
              <a:ext uri="{C183D7F6-B498-43B3-948B-1728B52AA6E4}">
                <adec:decorative xmlns:adec="http://schemas.microsoft.com/office/drawing/2017/decorative" val="1"/>
              </a:ext>
            </a:extLst>
          </p:cNvPr>
          <p:cNvSpPr/>
          <p:nvPr userDrawn="1"/>
        </p:nvSpPr>
        <p:spPr bwMode="gray">
          <a:xfrm>
            <a:off x="3806932" y="2060872"/>
            <a:ext cx="1828959" cy="1828959"/>
          </a:xfrm>
          <a:prstGeom prst="ellipse">
            <a:avLst/>
          </a:prstGeom>
          <a:noFill/>
          <a:ln w="38100">
            <a:solidFill>
              <a:schemeClr val="accent3"/>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dirty="0"/>
          </a:p>
        </p:txBody>
      </p:sp>
      <p:sp>
        <p:nvSpPr>
          <p:cNvPr id="25" name="Oval 24">
            <a:extLst>
              <a:ext uri="{FF2B5EF4-FFF2-40B4-BE49-F238E27FC236}">
                <a16:creationId xmlns:a16="http://schemas.microsoft.com/office/drawing/2014/main" id="{5670C03F-6336-45E3-A9F4-0CD130D80D1B}"/>
              </a:ext>
              <a:ext uri="{C183D7F6-B498-43B3-948B-1728B52AA6E4}">
                <adec:decorative xmlns:adec="http://schemas.microsoft.com/office/drawing/2017/decorative" val="1"/>
              </a:ext>
            </a:extLst>
          </p:cNvPr>
          <p:cNvSpPr/>
          <p:nvPr userDrawn="1"/>
        </p:nvSpPr>
        <p:spPr bwMode="gray">
          <a:xfrm>
            <a:off x="6562100" y="2060872"/>
            <a:ext cx="1828959" cy="1828959"/>
          </a:xfrm>
          <a:prstGeom prst="ellipse">
            <a:avLst/>
          </a:prstGeom>
          <a:noFill/>
          <a:ln w="38100">
            <a:solidFill>
              <a:schemeClr val="accent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dirty="0"/>
          </a:p>
        </p:txBody>
      </p:sp>
      <p:sp>
        <p:nvSpPr>
          <p:cNvPr id="26" name="Oval 25">
            <a:extLst>
              <a:ext uri="{FF2B5EF4-FFF2-40B4-BE49-F238E27FC236}">
                <a16:creationId xmlns:a16="http://schemas.microsoft.com/office/drawing/2014/main" id="{3019BB56-AE7C-42CA-A8FF-432F4F176B8B}"/>
              </a:ext>
              <a:ext uri="{C183D7F6-B498-43B3-948B-1728B52AA6E4}">
                <adec:decorative xmlns:adec="http://schemas.microsoft.com/office/drawing/2017/decorative" val="1"/>
              </a:ext>
            </a:extLst>
          </p:cNvPr>
          <p:cNvSpPr/>
          <p:nvPr userDrawn="1"/>
        </p:nvSpPr>
        <p:spPr bwMode="gray">
          <a:xfrm>
            <a:off x="9302132" y="2060872"/>
            <a:ext cx="1828959" cy="1828959"/>
          </a:xfrm>
          <a:prstGeom prst="ellipse">
            <a:avLst/>
          </a:prstGeom>
          <a:noFill/>
          <a:ln w="38100">
            <a:solidFill>
              <a:schemeClr val="accent5"/>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27" name="page number">
            <a:extLst>
              <a:ext uri="{FF2B5EF4-FFF2-40B4-BE49-F238E27FC236}">
                <a16:creationId xmlns:a16="http://schemas.microsoft.com/office/drawing/2014/main" id="{1D45AB97-9B77-2244-B7BA-E18EA4CD43EA}"/>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35937585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Five Icon ">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BA8A47F-2243-412F-A1A8-FA8E3475F5E1}"/>
              </a:ext>
            </a:extLst>
          </p:cNvPr>
          <p:cNvSpPr>
            <a:spLocks noGrp="1"/>
          </p:cNvSpPr>
          <p:nvPr>
            <p:ph type="title" hasCustomPrompt="1"/>
          </p:nvPr>
        </p:nvSpPr>
        <p:spPr/>
        <p:txBody>
          <a:bodyPr/>
          <a:lstStyle>
            <a:lvl1pPr>
              <a:defRPr>
                <a:solidFill>
                  <a:schemeClr val="accent2"/>
                </a:solidFill>
              </a:defRPr>
            </a:lvl1pPr>
          </a:lstStyle>
          <a:p>
            <a:r>
              <a:rPr lang="en-US"/>
              <a:t>Five Icon Placeholders with Text Descriptions</a:t>
            </a:r>
          </a:p>
        </p:txBody>
      </p:sp>
      <p:sp>
        <p:nvSpPr>
          <p:cNvPr id="16" name="Subtitle 2">
            <a:extLst>
              <a:ext uri="{FF2B5EF4-FFF2-40B4-BE49-F238E27FC236}">
                <a16:creationId xmlns:a16="http://schemas.microsoft.com/office/drawing/2014/main" id="{EEA64E97-C31D-49B1-B8E1-20E5F404F516}"/>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22" name="Oval 21">
            <a:extLst>
              <a:ext uri="{FF2B5EF4-FFF2-40B4-BE49-F238E27FC236}">
                <a16:creationId xmlns:a16="http://schemas.microsoft.com/office/drawing/2014/main" id="{A1FDF9D3-5B68-4A75-97BF-2C5113CFAA66}"/>
              </a:ext>
              <a:ext uri="{C183D7F6-B498-43B3-948B-1728B52AA6E4}">
                <adec:decorative xmlns:adec="http://schemas.microsoft.com/office/drawing/2017/decorative" val="1"/>
              </a:ext>
            </a:extLst>
          </p:cNvPr>
          <p:cNvSpPr/>
          <p:nvPr/>
        </p:nvSpPr>
        <p:spPr bwMode="gray">
          <a:xfrm>
            <a:off x="609800" y="2064663"/>
            <a:ext cx="1828959" cy="1828959"/>
          </a:xfrm>
          <a:prstGeom prst="ellipse">
            <a:avLst/>
          </a:prstGeom>
          <a:noFill/>
          <a:ln w="38100">
            <a:solidFill>
              <a:schemeClr val="accent4"/>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accent4"/>
              </a:solidFill>
            </a:endParaRPr>
          </a:p>
        </p:txBody>
      </p:sp>
      <p:sp>
        <p:nvSpPr>
          <p:cNvPr id="15" name="Text Placeholder 3">
            <a:extLst>
              <a:ext uri="{FF2B5EF4-FFF2-40B4-BE49-F238E27FC236}">
                <a16:creationId xmlns:a16="http://schemas.microsoft.com/office/drawing/2014/main" id="{AE3C6552-FD35-F64A-AB25-15819DA5EE24}"/>
              </a:ext>
            </a:extLst>
          </p:cNvPr>
          <p:cNvSpPr>
            <a:spLocks noGrp="1"/>
          </p:cNvSpPr>
          <p:nvPr>
            <p:ph type="body" sz="quarter" idx="24" hasCustomPrompt="1"/>
          </p:nvPr>
        </p:nvSpPr>
        <p:spPr>
          <a:xfrm>
            <a:off x="820549" y="2428884"/>
            <a:ext cx="1396669" cy="1100516"/>
          </a:xfrm>
        </p:spPr>
        <p:txBody>
          <a:bodyPr anchor="ctr" anchorCtr="0"/>
          <a:lstStyle>
            <a:lvl1pPr algn="ctr">
              <a:lnSpc>
                <a:spcPct val="100000"/>
              </a:lnSpc>
              <a:spcBef>
                <a:spcPts val="600"/>
              </a:spcBef>
              <a:defRPr sz="1800">
                <a:solidFill>
                  <a:schemeClr val="accent4"/>
                </a:solidFill>
              </a:defRPr>
            </a:lvl1pPr>
            <a:lvl2pPr marL="0" indent="0" algn="ctr">
              <a:lnSpc>
                <a:spcPct val="100000"/>
              </a:lnSpc>
              <a:spcBef>
                <a:spcPts val="600"/>
              </a:spcBef>
              <a:buFont typeface="Open Sans" panose="020B0606030504020204" pitchFamily="34" charset="0"/>
              <a:buChar char="​"/>
              <a:defRPr/>
            </a:lvl2pPr>
          </a:lstStyle>
          <a:p>
            <a:pPr lvl="0"/>
            <a:r>
              <a:rPr lang="en-US"/>
              <a:t>add icon</a:t>
            </a:r>
            <a:br>
              <a:rPr lang="en-US"/>
            </a:br>
            <a:r>
              <a:rPr lang="en-US"/>
              <a:t>or text</a:t>
            </a:r>
          </a:p>
        </p:txBody>
      </p:sp>
      <p:sp>
        <p:nvSpPr>
          <p:cNvPr id="17" name="Text Placeholder 3">
            <a:extLst>
              <a:ext uri="{FF2B5EF4-FFF2-40B4-BE49-F238E27FC236}">
                <a16:creationId xmlns:a16="http://schemas.microsoft.com/office/drawing/2014/main" id="{2E201879-B985-4ADE-8AD6-6C3E14CE0AFE}"/>
              </a:ext>
            </a:extLst>
          </p:cNvPr>
          <p:cNvSpPr>
            <a:spLocks noGrp="1"/>
          </p:cNvSpPr>
          <p:nvPr>
            <p:ph type="body" sz="quarter" idx="19" hasCustomPrompt="1"/>
          </p:nvPr>
        </p:nvSpPr>
        <p:spPr>
          <a:xfrm>
            <a:off x="610850" y="4282873"/>
            <a:ext cx="1828800" cy="1458912"/>
          </a:xfrm>
        </p:spPr>
        <p:txBody>
          <a:bodyPr/>
          <a:lstStyle>
            <a:lvl1pPr algn="ctr">
              <a:lnSpc>
                <a:spcPct val="100000"/>
              </a:lnSpc>
              <a:spcBef>
                <a:spcPts val="600"/>
              </a:spcBef>
              <a:defRPr sz="2000">
                <a:solidFill>
                  <a:schemeClr val="accent4"/>
                </a:solidFill>
              </a:defRPr>
            </a:lvl1pPr>
            <a:lvl2pPr marL="0" indent="0" algn="ctr">
              <a:lnSpc>
                <a:spcPct val="100000"/>
              </a:lnSpc>
              <a:spcBef>
                <a:spcPts val="600"/>
              </a:spcBef>
              <a:buFont typeface="Open Sans" panose="020B0606030504020204" pitchFamily="34" charset="0"/>
              <a:buChar char="​"/>
              <a:defRPr sz="1600">
                <a:solidFill>
                  <a:schemeClr val="tx1"/>
                </a:solidFill>
              </a:defRPr>
            </a:lvl2pPr>
          </a:lstStyle>
          <a:p>
            <a:pPr lvl="0"/>
            <a:r>
              <a:rPr lang="en-US" dirty="0"/>
              <a:t>Click to add text</a:t>
            </a:r>
          </a:p>
          <a:p>
            <a:pPr lvl="1"/>
            <a:r>
              <a:rPr lang="en-US" dirty="0"/>
              <a:t>Second level</a:t>
            </a:r>
          </a:p>
        </p:txBody>
      </p:sp>
      <p:sp>
        <p:nvSpPr>
          <p:cNvPr id="24" name="Oval 23">
            <a:extLst>
              <a:ext uri="{FF2B5EF4-FFF2-40B4-BE49-F238E27FC236}">
                <a16:creationId xmlns:a16="http://schemas.microsoft.com/office/drawing/2014/main" id="{C551C90A-573F-4E4A-9359-5C7B0F546BF9}"/>
              </a:ext>
              <a:ext uri="{C183D7F6-B498-43B3-948B-1728B52AA6E4}">
                <adec:decorative xmlns:adec="http://schemas.microsoft.com/office/drawing/2017/decorative" val="1"/>
              </a:ext>
            </a:extLst>
          </p:cNvPr>
          <p:cNvSpPr/>
          <p:nvPr/>
        </p:nvSpPr>
        <p:spPr bwMode="gray">
          <a:xfrm>
            <a:off x="2892452" y="2064663"/>
            <a:ext cx="1828959" cy="1828959"/>
          </a:xfrm>
          <a:prstGeom prst="ellipse">
            <a:avLst/>
          </a:prstGeom>
          <a:noFill/>
          <a:ln w="38100">
            <a:solidFill>
              <a:schemeClr val="accent3"/>
            </a:solidFill>
          </a:ln>
          <a:effectLst/>
        </p:spPr>
        <p:txBody>
          <a:bodyPr vert="horz" wrap="square" lIns="0" tIns="0" rIns="0" bIns="0" numCol="1" anchor="ctr" anchorCtr="0" compatLnSpc="1">
            <a:prstTxWarp prst="textNoShape">
              <a:avLst/>
            </a:prstTxWarp>
          </a:bodyPr>
          <a:lstStyle/>
          <a:p>
            <a:pPr lvl="0" algn="ctr"/>
            <a:endParaRPr lang="en-US" dirty="0">
              <a:solidFill>
                <a:schemeClr val="bg1"/>
              </a:solidFill>
            </a:endParaRPr>
          </a:p>
        </p:txBody>
      </p:sp>
      <p:sp>
        <p:nvSpPr>
          <p:cNvPr id="19" name="Text Placeholder 3">
            <a:extLst>
              <a:ext uri="{FF2B5EF4-FFF2-40B4-BE49-F238E27FC236}">
                <a16:creationId xmlns:a16="http://schemas.microsoft.com/office/drawing/2014/main" id="{C54AA791-D396-204E-9DF4-50E16614DD73}"/>
              </a:ext>
            </a:extLst>
          </p:cNvPr>
          <p:cNvSpPr>
            <a:spLocks noGrp="1"/>
          </p:cNvSpPr>
          <p:nvPr>
            <p:ph type="body" sz="quarter" idx="26" hasCustomPrompt="1"/>
          </p:nvPr>
        </p:nvSpPr>
        <p:spPr>
          <a:xfrm>
            <a:off x="3110473" y="2428884"/>
            <a:ext cx="1396669" cy="1100516"/>
          </a:xfrm>
        </p:spPr>
        <p:txBody>
          <a:bodyPr anchor="ctr" anchorCtr="0"/>
          <a:lstStyle>
            <a:lvl1pPr algn="ctr">
              <a:lnSpc>
                <a:spcPct val="100000"/>
              </a:lnSpc>
              <a:spcBef>
                <a:spcPts val="600"/>
              </a:spcBef>
              <a:defRPr sz="1800">
                <a:solidFill>
                  <a:schemeClr val="accent3"/>
                </a:solidFill>
              </a:defRPr>
            </a:lvl1pPr>
            <a:lvl2pPr marL="0" indent="0" algn="ctr">
              <a:lnSpc>
                <a:spcPct val="100000"/>
              </a:lnSpc>
              <a:spcBef>
                <a:spcPts val="600"/>
              </a:spcBef>
              <a:buFont typeface="Open Sans" panose="020B0606030504020204" pitchFamily="34" charset="0"/>
              <a:buChar char="​"/>
              <a:defRPr/>
            </a:lvl2pPr>
          </a:lstStyle>
          <a:p>
            <a:pPr lvl="0"/>
            <a:r>
              <a:rPr lang="en-US"/>
              <a:t>add icon</a:t>
            </a:r>
            <a:br>
              <a:rPr lang="en-US"/>
            </a:br>
            <a:r>
              <a:rPr lang="en-US"/>
              <a:t>or text</a:t>
            </a:r>
          </a:p>
        </p:txBody>
      </p:sp>
      <p:sp>
        <p:nvSpPr>
          <p:cNvPr id="29" name="Text Placeholder 3">
            <a:extLst>
              <a:ext uri="{FF2B5EF4-FFF2-40B4-BE49-F238E27FC236}">
                <a16:creationId xmlns:a16="http://schemas.microsoft.com/office/drawing/2014/main" id="{62D3946B-F2F1-42AF-8E89-00761A7745D4}"/>
              </a:ext>
            </a:extLst>
          </p:cNvPr>
          <p:cNvSpPr>
            <a:spLocks noGrp="1"/>
          </p:cNvSpPr>
          <p:nvPr>
            <p:ph type="body" sz="quarter" idx="21" hasCustomPrompt="1"/>
          </p:nvPr>
        </p:nvSpPr>
        <p:spPr>
          <a:xfrm>
            <a:off x="2894013" y="4282873"/>
            <a:ext cx="1828800" cy="1458912"/>
          </a:xfrm>
        </p:spPr>
        <p:txBody>
          <a:bodyPr/>
          <a:lstStyle>
            <a:lvl1pPr algn="ctr">
              <a:lnSpc>
                <a:spcPct val="100000"/>
              </a:lnSpc>
              <a:spcBef>
                <a:spcPts val="600"/>
              </a:spcBef>
              <a:defRPr sz="2000">
                <a:solidFill>
                  <a:schemeClr val="accent3"/>
                </a:solidFill>
              </a:defRPr>
            </a:lvl1pPr>
            <a:lvl2pPr marL="285750" indent="-285750" algn="ctr">
              <a:lnSpc>
                <a:spcPct val="100000"/>
              </a:lnSpc>
              <a:spcBef>
                <a:spcPts val="600"/>
              </a:spcBef>
              <a:buFont typeface="Open Sans" panose="020B0606030504020204" pitchFamily="34" charset="0"/>
              <a:buChar char="​"/>
              <a:defRPr lang="en-US" sz="1600" kern="1200" dirty="0">
                <a:solidFill>
                  <a:schemeClr val="tx1"/>
                </a:solidFill>
                <a:latin typeface="+mn-lt"/>
                <a:ea typeface="+mn-ea"/>
                <a:cs typeface="+mn-cs"/>
              </a:defRPr>
            </a:lvl2pPr>
          </a:lstStyle>
          <a:p>
            <a:pPr lvl="0"/>
            <a:r>
              <a:rPr lang="en-US" dirty="0"/>
              <a:t>Click to add text</a:t>
            </a:r>
          </a:p>
          <a:p>
            <a:pPr marL="0" lvl="1" indent="0" algn="ctr" defTabSz="914400" rtl="0" eaLnBrk="1" latinLnBrk="0" hangingPunct="1">
              <a:lnSpc>
                <a:spcPct val="100000"/>
              </a:lnSpc>
              <a:spcBef>
                <a:spcPts val="600"/>
              </a:spcBef>
              <a:buClr>
                <a:schemeClr val="bg2">
                  <a:lumMod val="25000"/>
                </a:schemeClr>
              </a:buClr>
              <a:buSzPct val="90000"/>
              <a:buFont typeface="Open Sans" panose="020B0606030504020204" pitchFamily="34" charset="0"/>
              <a:buChar char="​"/>
            </a:pPr>
            <a:r>
              <a:rPr lang="en-US" dirty="0"/>
              <a:t>Second level</a:t>
            </a:r>
          </a:p>
        </p:txBody>
      </p:sp>
      <p:sp>
        <p:nvSpPr>
          <p:cNvPr id="25" name="Oval 24">
            <a:extLst>
              <a:ext uri="{FF2B5EF4-FFF2-40B4-BE49-F238E27FC236}">
                <a16:creationId xmlns:a16="http://schemas.microsoft.com/office/drawing/2014/main" id="{AF79E162-3D8F-4829-A4AD-02A03597B11A}"/>
              </a:ext>
              <a:ext uri="{C183D7F6-B498-43B3-948B-1728B52AA6E4}">
                <adec:decorative xmlns:adec="http://schemas.microsoft.com/office/drawing/2017/decorative" val="1"/>
              </a:ext>
            </a:extLst>
          </p:cNvPr>
          <p:cNvSpPr/>
          <p:nvPr/>
        </p:nvSpPr>
        <p:spPr bwMode="gray">
          <a:xfrm>
            <a:off x="5201380" y="2064663"/>
            <a:ext cx="1828959" cy="1828959"/>
          </a:xfrm>
          <a:prstGeom prst="ellipse">
            <a:avLst/>
          </a:prstGeom>
          <a:noFill/>
          <a:ln w="38100">
            <a:solidFill>
              <a:schemeClr val="accent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dirty="0"/>
          </a:p>
        </p:txBody>
      </p:sp>
      <p:sp>
        <p:nvSpPr>
          <p:cNvPr id="18" name="Text Placeholder 3">
            <a:extLst>
              <a:ext uri="{FF2B5EF4-FFF2-40B4-BE49-F238E27FC236}">
                <a16:creationId xmlns:a16="http://schemas.microsoft.com/office/drawing/2014/main" id="{F6390E06-1436-004E-875E-AAE40E05D76F}"/>
              </a:ext>
            </a:extLst>
          </p:cNvPr>
          <p:cNvSpPr>
            <a:spLocks noGrp="1"/>
          </p:cNvSpPr>
          <p:nvPr>
            <p:ph type="body" sz="quarter" idx="25" hasCustomPrompt="1"/>
          </p:nvPr>
        </p:nvSpPr>
        <p:spPr>
          <a:xfrm>
            <a:off x="5412658" y="2428884"/>
            <a:ext cx="1396669" cy="1100516"/>
          </a:xfrm>
        </p:spPr>
        <p:txBody>
          <a:bodyPr anchor="ctr" anchorCtr="0"/>
          <a:lstStyle>
            <a:lvl1pPr algn="ctr">
              <a:lnSpc>
                <a:spcPct val="100000"/>
              </a:lnSpc>
              <a:spcBef>
                <a:spcPts val="600"/>
              </a:spcBef>
              <a:defRPr sz="1800">
                <a:solidFill>
                  <a:schemeClr val="accent2"/>
                </a:solidFill>
              </a:defRPr>
            </a:lvl1pPr>
            <a:lvl2pPr marL="0" indent="0" algn="ctr">
              <a:lnSpc>
                <a:spcPct val="100000"/>
              </a:lnSpc>
              <a:spcBef>
                <a:spcPts val="600"/>
              </a:spcBef>
              <a:buFont typeface="Open Sans" panose="020B0606030504020204" pitchFamily="34" charset="0"/>
              <a:buChar char="​"/>
              <a:defRPr/>
            </a:lvl2pPr>
          </a:lstStyle>
          <a:p>
            <a:pPr lvl="0"/>
            <a:r>
              <a:rPr lang="en-US"/>
              <a:t>add icon</a:t>
            </a:r>
            <a:br>
              <a:rPr lang="en-US"/>
            </a:br>
            <a:r>
              <a:rPr lang="en-US"/>
              <a:t>or text</a:t>
            </a:r>
          </a:p>
        </p:txBody>
      </p:sp>
      <p:sp>
        <p:nvSpPr>
          <p:cNvPr id="28" name="Text Placeholder 3">
            <a:extLst>
              <a:ext uri="{FF2B5EF4-FFF2-40B4-BE49-F238E27FC236}">
                <a16:creationId xmlns:a16="http://schemas.microsoft.com/office/drawing/2014/main" id="{9495BAAB-E860-4075-9DA3-ABA7C32D235E}"/>
              </a:ext>
            </a:extLst>
          </p:cNvPr>
          <p:cNvSpPr>
            <a:spLocks noGrp="1"/>
          </p:cNvSpPr>
          <p:nvPr>
            <p:ph type="body" sz="quarter" idx="20" hasCustomPrompt="1"/>
          </p:nvPr>
        </p:nvSpPr>
        <p:spPr>
          <a:xfrm>
            <a:off x="5185093" y="4282873"/>
            <a:ext cx="1828800" cy="1458912"/>
          </a:xfrm>
        </p:spPr>
        <p:txBody>
          <a:bodyPr/>
          <a:lstStyle>
            <a:lvl1pPr algn="ctr">
              <a:lnSpc>
                <a:spcPct val="100000"/>
              </a:lnSpc>
              <a:spcBef>
                <a:spcPts val="600"/>
              </a:spcBef>
              <a:defRPr sz="2000">
                <a:solidFill>
                  <a:schemeClr val="accent2"/>
                </a:solidFill>
              </a:defRPr>
            </a:lvl1pPr>
            <a:lvl2pPr marL="285750" indent="-285750" algn="ctr">
              <a:lnSpc>
                <a:spcPct val="100000"/>
              </a:lnSpc>
              <a:spcBef>
                <a:spcPts val="600"/>
              </a:spcBef>
              <a:buFont typeface="Open Sans" panose="020B0606030504020204" pitchFamily="34" charset="0"/>
              <a:buChar char="​"/>
              <a:defRPr lang="en-US" sz="1600" kern="1200" dirty="0">
                <a:solidFill>
                  <a:schemeClr val="tx1"/>
                </a:solidFill>
                <a:latin typeface="+mn-lt"/>
                <a:ea typeface="+mn-ea"/>
                <a:cs typeface="+mn-cs"/>
              </a:defRPr>
            </a:lvl2pPr>
          </a:lstStyle>
          <a:p>
            <a:pPr lvl="0"/>
            <a:r>
              <a:rPr lang="en-US" dirty="0"/>
              <a:t>Click to add text</a:t>
            </a:r>
          </a:p>
          <a:p>
            <a:pPr marL="0" lvl="1" indent="0" algn="ctr" defTabSz="914400" rtl="0" eaLnBrk="1" latinLnBrk="0" hangingPunct="1">
              <a:lnSpc>
                <a:spcPct val="100000"/>
              </a:lnSpc>
              <a:spcBef>
                <a:spcPts val="600"/>
              </a:spcBef>
              <a:buClr>
                <a:schemeClr val="bg2">
                  <a:lumMod val="25000"/>
                </a:schemeClr>
              </a:buClr>
              <a:buSzPct val="90000"/>
              <a:buFont typeface="Open Sans" panose="020B0606030504020204" pitchFamily="34" charset="0"/>
              <a:buChar char="​"/>
            </a:pPr>
            <a:r>
              <a:rPr lang="en-US" dirty="0"/>
              <a:t>Second level</a:t>
            </a:r>
          </a:p>
        </p:txBody>
      </p:sp>
      <p:sp>
        <p:nvSpPr>
          <p:cNvPr id="93" name="Oval 92">
            <a:extLst>
              <a:ext uri="{FF2B5EF4-FFF2-40B4-BE49-F238E27FC236}">
                <a16:creationId xmlns:a16="http://schemas.microsoft.com/office/drawing/2014/main" id="{026B9B36-08E7-4664-970C-13123F24C793}"/>
              </a:ext>
              <a:ext uri="{C183D7F6-B498-43B3-948B-1728B52AA6E4}">
                <adec:decorative xmlns:adec="http://schemas.microsoft.com/office/drawing/2017/decorative" val="1"/>
              </a:ext>
            </a:extLst>
          </p:cNvPr>
          <p:cNvSpPr/>
          <p:nvPr/>
        </p:nvSpPr>
        <p:spPr bwMode="gray">
          <a:xfrm>
            <a:off x="7464921" y="2064663"/>
            <a:ext cx="1828959" cy="1828959"/>
          </a:xfrm>
          <a:prstGeom prst="ellipse">
            <a:avLst/>
          </a:prstGeom>
          <a:noFill/>
          <a:ln w="38100">
            <a:solidFill>
              <a:schemeClr val="accent5"/>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dirty="0">
              <a:solidFill>
                <a:schemeClr val="lt1"/>
              </a:solidFill>
            </a:endParaRPr>
          </a:p>
        </p:txBody>
      </p:sp>
      <p:sp>
        <p:nvSpPr>
          <p:cNvPr id="20" name="Text Placeholder 3">
            <a:extLst>
              <a:ext uri="{FF2B5EF4-FFF2-40B4-BE49-F238E27FC236}">
                <a16:creationId xmlns:a16="http://schemas.microsoft.com/office/drawing/2014/main" id="{D673B6CF-B10C-8742-A91F-672EAD5163E0}"/>
              </a:ext>
            </a:extLst>
          </p:cNvPr>
          <p:cNvSpPr>
            <a:spLocks noGrp="1"/>
          </p:cNvSpPr>
          <p:nvPr>
            <p:ph type="body" sz="quarter" idx="27" hasCustomPrompt="1"/>
          </p:nvPr>
        </p:nvSpPr>
        <p:spPr>
          <a:xfrm>
            <a:off x="7677080" y="2428884"/>
            <a:ext cx="1396669" cy="1100516"/>
          </a:xfrm>
        </p:spPr>
        <p:txBody>
          <a:bodyPr anchor="ctr" anchorCtr="0"/>
          <a:lstStyle>
            <a:lvl1pPr algn="ctr">
              <a:lnSpc>
                <a:spcPct val="100000"/>
              </a:lnSpc>
              <a:spcBef>
                <a:spcPts val="600"/>
              </a:spcBef>
              <a:defRPr sz="1800">
                <a:solidFill>
                  <a:schemeClr val="accent5"/>
                </a:solidFill>
              </a:defRPr>
            </a:lvl1pPr>
            <a:lvl2pPr marL="0" indent="0" algn="ctr">
              <a:lnSpc>
                <a:spcPct val="100000"/>
              </a:lnSpc>
              <a:spcBef>
                <a:spcPts val="600"/>
              </a:spcBef>
              <a:buFont typeface="Open Sans" panose="020B0606030504020204" pitchFamily="34" charset="0"/>
              <a:buChar char="​"/>
              <a:defRPr/>
            </a:lvl2pPr>
          </a:lstStyle>
          <a:p>
            <a:pPr lvl="0"/>
            <a:r>
              <a:rPr lang="en-US"/>
              <a:t>add icon</a:t>
            </a:r>
            <a:br>
              <a:rPr lang="en-US"/>
            </a:br>
            <a:r>
              <a:rPr lang="en-US"/>
              <a:t>or text</a:t>
            </a:r>
          </a:p>
        </p:txBody>
      </p:sp>
      <p:sp>
        <p:nvSpPr>
          <p:cNvPr id="30" name="Text Placeholder 3">
            <a:extLst>
              <a:ext uri="{FF2B5EF4-FFF2-40B4-BE49-F238E27FC236}">
                <a16:creationId xmlns:a16="http://schemas.microsoft.com/office/drawing/2014/main" id="{22F84664-2E68-46AE-AE2C-E8D2B6C9A1DD}"/>
              </a:ext>
            </a:extLst>
          </p:cNvPr>
          <p:cNvSpPr>
            <a:spLocks noGrp="1"/>
          </p:cNvSpPr>
          <p:nvPr>
            <p:ph type="body" sz="quarter" idx="22" hasCustomPrompt="1"/>
          </p:nvPr>
        </p:nvSpPr>
        <p:spPr>
          <a:xfrm>
            <a:off x="7470001" y="4282873"/>
            <a:ext cx="1894336" cy="1458912"/>
          </a:xfrm>
        </p:spPr>
        <p:txBody>
          <a:bodyPr/>
          <a:lstStyle>
            <a:lvl1pPr algn="ctr">
              <a:lnSpc>
                <a:spcPct val="100000"/>
              </a:lnSpc>
              <a:spcBef>
                <a:spcPts val="600"/>
              </a:spcBef>
              <a:defRPr sz="2000">
                <a:solidFill>
                  <a:schemeClr val="accent5"/>
                </a:solidFill>
              </a:defRPr>
            </a:lvl1pPr>
            <a:lvl2pPr marL="285750" indent="-285750" algn="ctr">
              <a:lnSpc>
                <a:spcPct val="100000"/>
              </a:lnSpc>
              <a:spcBef>
                <a:spcPts val="600"/>
              </a:spcBef>
              <a:buFont typeface="Open Sans" panose="020B0606030504020204" pitchFamily="34" charset="0"/>
              <a:buChar char="​"/>
              <a:defRPr lang="en-US" sz="1600" kern="1200" dirty="0">
                <a:solidFill>
                  <a:schemeClr val="tx1"/>
                </a:solidFill>
                <a:latin typeface="+mn-lt"/>
                <a:ea typeface="+mn-ea"/>
                <a:cs typeface="+mn-cs"/>
              </a:defRPr>
            </a:lvl2pPr>
          </a:lstStyle>
          <a:p>
            <a:pPr lvl="0"/>
            <a:r>
              <a:rPr lang="en-US" dirty="0"/>
              <a:t>Click to add text</a:t>
            </a:r>
          </a:p>
          <a:p>
            <a:pPr marL="0" lvl="1" indent="0" algn="ctr" defTabSz="914400" rtl="0" eaLnBrk="1" latinLnBrk="0" hangingPunct="1">
              <a:lnSpc>
                <a:spcPct val="100000"/>
              </a:lnSpc>
              <a:spcBef>
                <a:spcPts val="600"/>
              </a:spcBef>
              <a:buClr>
                <a:schemeClr val="bg2">
                  <a:lumMod val="25000"/>
                </a:schemeClr>
              </a:buClr>
              <a:buSzPct val="90000"/>
              <a:buFont typeface="Open Sans" panose="020B0606030504020204" pitchFamily="34" charset="0"/>
              <a:buChar char="​"/>
            </a:pPr>
            <a:r>
              <a:rPr lang="en-US" dirty="0"/>
              <a:t>Second level</a:t>
            </a:r>
          </a:p>
        </p:txBody>
      </p:sp>
      <p:sp>
        <p:nvSpPr>
          <p:cNvPr id="23" name="Oval 22">
            <a:extLst>
              <a:ext uri="{FF2B5EF4-FFF2-40B4-BE49-F238E27FC236}">
                <a16:creationId xmlns:a16="http://schemas.microsoft.com/office/drawing/2014/main" id="{7EAB1992-E472-4489-8A4E-A8FE45DE10CF}"/>
              </a:ext>
              <a:ext uri="{C183D7F6-B498-43B3-948B-1728B52AA6E4}">
                <adec:decorative xmlns:adec="http://schemas.microsoft.com/office/drawing/2017/decorative" val="1"/>
              </a:ext>
            </a:extLst>
          </p:cNvPr>
          <p:cNvSpPr/>
          <p:nvPr/>
        </p:nvSpPr>
        <p:spPr bwMode="gray">
          <a:xfrm>
            <a:off x="9744473" y="2064663"/>
            <a:ext cx="1828959" cy="1828959"/>
          </a:xfrm>
          <a:prstGeom prst="ellipse">
            <a:avLst/>
          </a:prstGeom>
          <a:noFill/>
          <a:ln w="38100">
            <a:solidFill>
              <a:srgbClr val="53565A"/>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accent6"/>
              </a:solidFill>
            </a:endParaRPr>
          </a:p>
        </p:txBody>
      </p:sp>
      <p:sp>
        <p:nvSpPr>
          <p:cNvPr id="21" name="Text Placeholder 3">
            <a:extLst>
              <a:ext uri="{FF2B5EF4-FFF2-40B4-BE49-F238E27FC236}">
                <a16:creationId xmlns:a16="http://schemas.microsoft.com/office/drawing/2014/main" id="{FF3DA55F-C9CF-8945-A9DE-F606579BFE23}"/>
              </a:ext>
            </a:extLst>
          </p:cNvPr>
          <p:cNvSpPr>
            <a:spLocks noGrp="1"/>
          </p:cNvSpPr>
          <p:nvPr>
            <p:ph type="body" sz="quarter" idx="28" hasCustomPrompt="1"/>
          </p:nvPr>
        </p:nvSpPr>
        <p:spPr>
          <a:xfrm>
            <a:off x="9980612" y="2428884"/>
            <a:ext cx="1396669" cy="1100516"/>
          </a:xfrm>
        </p:spPr>
        <p:txBody>
          <a:bodyPr anchor="ctr" anchorCtr="0"/>
          <a:lstStyle>
            <a:lvl1pPr algn="ctr">
              <a:lnSpc>
                <a:spcPct val="100000"/>
              </a:lnSpc>
              <a:spcBef>
                <a:spcPts val="600"/>
              </a:spcBef>
              <a:defRPr sz="1800">
                <a:solidFill>
                  <a:schemeClr val="bg2">
                    <a:lumMod val="25000"/>
                  </a:schemeClr>
                </a:solidFill>
              </a:defRPr>
            </a:lvl1pPr>
            <a:lvl2pPr marL="0" indent="0" algn="ctr">
              <a:lnSpc>
                <a:spcPct val="100000"/>
              </a:lnSpc>
              <a:spcBef>
                <a:spcPts val="600"/>
              </a:spcBef>
              <a:buFont typeface="Open Sans" panose="020B0606030504020204" pitchFamily="34" charset="0"/>
              <a:buChar char="​"/>
              <a:defRPr/>
            </a:lvl2pPr>
          </a:lstStyle>
          <a:p>
            <a:pPr lvl="0"/>
            <a:r>
              <a:rPr lang="en-US"/>
              <a:t>add icon</a:t>
            </a:r>
            <a:br>
              <a:rPr lang="en-US"/>
            </a:br>
            <a:r>
              <a:rPr lang="en-US"/>
              <a:t>or text</a:t>
            </a:r>
          </a:p>
        </p:txBody>
      </p:sp>
      <p:sp>
        <p:nvSpPr>
          <p:cNvPr id="32" name="Text Placeholder 3">
            <a:extLst>
              <a:ext uri="{FF2B5EF4-FFF2-40B4-BE49-F238E27FC236}">
                <a16:creationId xmlns:a16="http://schemas.microsoft.com/office/drawing/2014/main" id="{CDC9B65E-8BAA-4676-9F32-44EC3772D342}"/>
              </a:ext>
            </a:extLst>
          </p:cNvPr>
          <p:cNvSpPr>
            <a:spLocks noGrp="1"/>
          </p:cNvSpPr>
          <p:nvPr>
            <p:ph type="body" sz="quarter" idx="23" hasCustomPrompt="1"/>
          </p:nvPr>
        </p:nvSpPr>
        <p:spPr>
          <a:xfrm>
            <a:off x="9752013" y="4282873"/>
            <a:ext cx="1828800" cy="1458912"/>
          </a:xfrm>
        </p:spPr>
        <p:txBody>
          <a:bodyPr/>
          <a:lstStyle>
            <a:lvl1pPr algn="ctr">
              <a:lnSpc>
                <a:spcPct val="100000"/>
              </a:lnSpc>
              <a:spcBef>
                <a:spcPts val="600"/>
              </a:spcBef>
              <a:defRPr sz="2000">
                <a:solidFill>
                  <a:schemeClr val="bg2">
                    <a:lumMod val="25000"/>
                  </a:schemeClr>
                </a:solidFill>
              </a:defRPr>
            </a:lvl1pPr>
            <a:lvl2pPr marL="285750" indent="-285750" algn="ctr">
              <a:lnSpc>
                <a:spcPct val="100000"/>
              </a:lnSpc>
              <a:spcBef>
                <a:spcPts val="600"/>
              </a:spcBef>
              <a:buFont typeface="Open Sans" panose="020B0606030504020204" pitchFamily="34" charset="0"/>
              <a:buChar char="​"/>
              <a:defRPr lang="en-US" sz="1600" kern="1200" dirty="0">
                <a:solidFill>
                  <a:schemeClr val="tx1"/>
                </a:solidFill>
                <a:latin typeface="+mn-lt"/>
                <a:ea typeface="+mn-ea"/>
                <a:cs typeface="+mn-cs"/>
              </a:defRPr>
            </a:lvl2pPr>
          </a:lstStyle>
          <a:p>
            <a:pPr lvl="0"/>
            <a:r>
              <a:rPr lang="en-US" dirty="0"/>
              <a:t>Click to add text</a:t>
            </a:r>
          </a:p>
          <a:p>
            <a:pPr marL="0" lvl="1" indent="0" algn="ctr" defTabSz="914400" rtl="0" eaLnBrk="1" latinLnBrk="0" hangingPunct="1">
              <a:lnSpc>
                <a:spcPct val="100000"/>
              </a:lnSpc>
              <a:spcBef>
                <a:spcPts val="600"/>
              </a:spcBef>
              <a:buClr>
                <a:schemeClr val="bg2">
                  <a:lumMod val="25000"/>
                </a:schemeClr>
              </a:buClr>
              <a:buSzPct val="90000"/>
              <a:buFont typeface="Open Sans" panose="020B0606030504020204" pitchFamily="34" charset="0"/>
              <a:buChar char="​"/>
            </a:pPr>
            <a:r>
              <a:rPr lang="en-US" dirty="0"/>
              <a:t>Second level</a:t>
            </a:r>
          </a:p>
        </p:txBody>
      </p:sp>
      <p:sp>
        <p:nvSpPr>
          <p:cNvPr id="27" name="page number">
            <a:extLst>
              <a:ext uri="{FF2B5EF4-FFF2-40B4-BE49-F238E27FC236}">
                <a16:creationId xmlns:a16="http://schemas.microsoft.com/office/drawing/2014/main" id="{6D94DD40-25D8-6A48-98B5-B2B0FB64FDAB}"/>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26" name="Oval 25">
            <a:extLst>
              <a:ext uri="{FF2B5EF4-FFF2-40B4-BE49-F238E27FC236}">
                <a16:creationId xmlns:a16="http://schemas.microsoft.com/office/drawing/2014/main" id="{A1FDF9D3-5B68-4A75-97BF-2C5113CFAA66}"/>
              </a:ext>
              <a:ext uri="{C183D7F6-B498-43B3-948B-1728B52AA6E4}">
                <adec:decorative xmlns:adec="http://schemas.microsoft.com/office/drawing/2017/decorative" val="1"/>
              </a:ext>
            </a:extLst>
          </p:cNvPr>
          <p:cNvSpPr/>
          <p:nvPr userDrawn="1"/>
        </p:nvSpPr>
        <p:spPr bwMode="gray">
          <a:xfrm>
            <a:off x="609800" y="2064663"/>
            <a:ext cx="1828959" cy="1828959"/>
          </a:xfrm>
          <a:prstGeom prst="ellipse">
            <a:avLst/>
          </a:prstGeom>
          <a:noFill/>
          <a:ln w="38100">
            <a:solidFill>
              <a:schemeClr val="accent4"/>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accent4"/>
              </a:solidFill>
            </a:endParaRPr>
          </a:p>
        </p:txBody>
      </p:sp>
      <p:sp>
        <p:nvSpPr>
          <p:cNvPr id="31" name="Oval 30">
            <a:extLst>
              <a:ext uri="{FF2B5EF4-FFF2-40B4-BE49-F238E27FC236}">
                <a16:creationId xmlns:a16="http://schemas.microsoft.com/office/drawing/2014/main" id="{C551C90A-573F-4E4A-9359-5C7B0F546BF9}"/>
              </a:ext>
              <a:ext uri="{C183D7F6-B498-43B3-948B-1728B52AA6E4}">
                <adec:decorative xmlns:adec="http://schemas.microsoft.com/office/drawing/2017/decorative" val="1"/>
              </a:ext>
            </a:extLst>
          </p:cNvPr>
          <p:cNvSpPr/>
          <p:nvPr userDrawn="1"/>
        </p:nvSpPr>
        <p:spPr bwMode="gray">
          <a:xfrm>
            <a:off x="2892452" y="2064663"/>
            <a:ext cx="1828959" cy="1828959"/>
          </a:xfrm>
          <a:prstGeom prst="ellipse">
            <a:avLst/>
          </a:prstGeom>
          <a:noFill/>
          <a:ln w="38100">
            <a:solidFill>
              <a:schemeClr val="accent3"/>
            </a:solidFill>
          </a:ln>
          <a:effectLst/>
        </p:spPr>
        <p:txBody>
          <a:bodyPr vert="horz" wrap="square" lIns="91440" tIns="45720" rIns="91440" bIns="45720" numCol="1" anchor="ctr" anchorCtr="0" compatLnSpc="1">
            <a:prstTxWarp prst="textNoShape">
              <a:avLst/>
            </a:prstTxWarp>
          </a:bodyPr>
          <a:lstStyle/>
          <a:p>
            <a:pPr lvl="0" algn="ctr"/>
            <a:endParaRPr lang="en-US" dirty="0">
              <a:solidFill>
                <a:schemeClr val="bg1"/>
              </a:solidFill>
            </a:endParaRPr>
          </a:p>
        </p:txBody>
      </p:sp>
      <p:sp>
        <p:nvSpPr>
          <p:cNvPr id="33" name="Oval 32">
            <a:extLst>
              <a:ext uri="{FF2B5EF4-FFF2-40B4-BE49-F238E27FC236}">
                <a16:creationId xmlns:a16="http://schemas.microsoft.com/office/drawing/2014/main" id="{AF79E162-3D8F-4829-A4AD-02A03597B11A}"/>
              </a:ext>
              <a:ext uri="{C183D7F6-B498-43B3-948B-1728B52AA6E4}">
                <adec:decorative xmlns:adec="http://schemas.microsoft.com/office/drawing/2017/decorative" val="1"/>
              </a:ext>
            </a:extLst>
          </p:cNvPr>
          <p:cNvSpPr/>
          <p:nvPr userDrawn="1"/>
        </p:nvSpPr>
        <p:spPr bwMode="gray">
          <a:xfrm>
            <a:off x="5201380" y="2064663"/>
            <a:ext cx="1828959" cy="1828959"/>
          </a:xfrm>
          <a:prstGeom prst="ellipse">
            <a:avLst/>
          </a:prstGeom>
          <a:noFill/>
          <a:ln w="38100">
            <a:solidFill>
              <a:schemeClr val="accent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dirty="0"/>
          </a:p>
        </p:txBody>
      </p:sp>
      <p:sp>
        <p:nvSpPr>
          <p:cNvPr id="34" name="Oval 33">
            <a:extLst>
              <a:ext uri="{FF2B5EF4-FFF2-40B4-BE49-F238E27FC236}">
                <a16:creationId xmlns:a16="http://schemas.microsoft.com/office/drawing/2014/main" id="{026B9B36-08E7-4664-970C-13123F24C793}"/>
              </a:ext>
              <a:ext uri="{C183D7F6-B498-43B3-948B-1728B52AA6E4}">
                <adec:decorative xmlns:adec="http://schemas.microsoft.com/office/drawing/2017/decorative" val="1"/>
              </a:ext>
            </a:extLst>
          </p:cNvPr>
          <p:cNvSpPr/>
          <p:nvPr userDrawn="1"/>
        </p:nvSpPr>
        <p:spPr bwMode="gray">
          <a:xfrm>
            <a:off x="7464921" y="2064663"/>
            <a:ext cx="1828959" cy="1828959"/>
          </a:xfrm>
          <a:prstGeom prst="ellipse">
            <a:avLst/>
          </a:prstGeom>
          <a:noFill/>
          <a:ln w="38100">
            <a:solidFill>
              <a:schemeClr val="accent5"/>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dirty="0">
              <a:solidFill>
                <a:schemeClr val="lt1"/>
              </a:solidFill>
            </a:endParaRPr>
          </a:p>
        </p:txBody>
      </p:sp>
      <p:sp>
        <p:nvSpPr>
          <p:cNvPr id="35" name="Oval 34">
            <a:extLst>
              <a:ext uri="{FF2B5EF4-FFF2-40B4-BE49-F238E27FC236}">
                <a16:creationId xmlns:a16="http://schemas.microsoft.com/office/drawing/2014/main" id="{7EAB1992-E472-4489-8A4E-A8FE45DE10CF}"/>
              </a:ext>
              <a:ext uri="{C183D7F6-B498-43B3-948B-1728B52AA6E4}">
                <adec:decorative xmlns:adec="http://schemas.microsoft.com/office/drawing/2017/decorative" val="1"/>
              </a:ext>
            </a:extLst>
          </p:cNvPr>
          <p:cNvSpPr/>
          <p:nvPr userDrawn="1"/>
        </p:nvSpPr>
        <p:spPr bwMode="gray">
          <a:xfrm>
            <a:off x="9744473" y="2064663"/>
            <a:ext cx="1828959" cy="1828959"/>
          </a:xfrm>
          <a:prstGeom prst="ellipse">
            <a:avLst/>
          </a:prstGeom>
          <a:noFill/>
          <a:ln w="38100">
            <a:solidFill>
              <a:srgbClr val="53565A"/>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accent6"/>
              </a:solidFill>
            </a:endParaRPr>
          </a:p>
        </p:txBody>
      </p:sp>
      <p:sp>
        <p:nvSpPr>
          <p:cNvPr id="36" name="page number">
            <a:extLst>
              <a:ext uri="{FF2B5EF4-FFF2-40B4-BE49-F238E27FC236}">
                <a16:creationId xmlns:a16="http://schemas.microsoft.com/office/drawing/2014/main" id="{6D94DD40-25D8-6A48-98B5-B2B0FB64FDAB}"/>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15755550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Five Numbered ">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C52EE46A-2B6A-D0CE-D67A-E39C4516F8BB}"/>
              </a:ext>
            </a:extLst>
          </p:cNvPr>
          <p:cNvSpPr/>
          <p:nvPr/>
        </p:nvSpPr>
        <p:spPr>
          <a:xfrm>
            <a:off x="2894013" y="2529075"/>
            <a:ext cx="1828800" cy="2871263"/>
          </a:xfrm>
          <a:prstGeom prst="rect">
            <a:avLst/>
          </a:prstGeom>
          <a:solidFill>
            <a:srgbClr val="F4F8FA"/>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
        <p:nvSpPr>
          <p:cNvPr id="5" name="Rectangle 4">
            <a:extLst>
              <a:ext uri="{FF2B5EF4-FFF2-40B4-BE49-F238E27FC236}">
                <a16:creationId xmlns:a16="http://schemas.microsoft.com/office/drawing/2014/main" id="{1DC9EA80-9EA8-343E-F517-1CAD885879D6}"/>
              </a:ext>
            </a:extLst>
          </p:cNvPr>
          <p:cNvSpPr/>
          <p:nvPr/>
        </p:nvSpPr>
        <p:spPr>
          <a:xfrm>
            <a:off x="5185093" y="2529075"/>
            <a:ext cx="1828800" cy="2871263"/>
          </a:xfrm>
          <a:prstGeom prst="rect">
            <a:avLst/>
          </a:prstGeom>
          <a:solidFill>
            <a:srgbClr val="F4F8FA"/>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
        <p:nvSpPr>
          <p:cNvPr id="6" name="Rectangle 5">
            <a:extLst>
              <a:ext uri="{FF2B5EF4-FFF2-40B4-BE49-F238E27FC236}">
                <a16:creationId xmlns:a16="http://schemas.microsoft.com/office/drawing/2014/main" id="{A8D23D95-E4CC-0B03-48A9-0EC81B2368E5}"/>
              </a:ext>
            </a:extLst>
          </p:cNvPr>
          <p:cNvSpPr/>
          <p:nvPr/>
        </p:nvSpPr>
        <p:spPr>
          <a:xfrm>
            <a:off x="7470001" y="2529075"/>
            <a:ext cx="1828800" cy="2871263"/>
          </a:xfrm>
          <a:prstGeom prst="rect">
            <a:avLst/>
          </a:prstGeom>
          <a:solidFill>
            <a:srgbClr val="F4F8FA"/>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
        <p:nvSpPr>
          <p:cNvPr id="7" name="Rectangle 6">
            <a:extLst>
              <a:ext uri="{FF2B5EF4-FFF2-40B4-BE49-F238E27FC236}">
                <a16:creationId xmlns:a16="http://schemas.microsoft.com/office/drawing/2014/main" id="{3737E5D6-04BF-01BC-A221-0F1D603C51D8}"/>
              </a:ext>
            </a:extLst>
          </p:cNvPr>
          <p:cNvSpPr/>
          <p:nvPr/>
        </p:nvSpPr>
        <p:spPr>
          <a:xfrm>
            <a:off x="9752013" y="2529075"/>
            <a:ext cx="1828800" cy="2871263"/>
          </a:xfrm>
          <a:prstGeom prst="rect">
            <a:avLst/>
          </a:prstGeom>
          <a:solidFill>
            <a:srgbClr val="F4F8FA"/>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
        <p:nvSpPr>
          <p:cNvPr id="2" name="Rectangle 1">
            <a:extLst>
              <a:ext uri="{FF2B5EF4-FFF2-40B4-BE49-F238E27FC236}">
                <a16:creationId xmlns:a16="http://schemas.microsoft.com/office/drawing/2014/main" id="{65142366-F01F-D56A-11BB-7D669E9AD2B4}"/>
              </a:ext>
            </a:extLst>
          </p:cNvPr>
          <p:cNvSpPr/>
          <p:nvPr/>
        </p:nvSpPr>
        <p:spPr>
          <a:xfrm>
            <a:off x="610851" y="2529075"/>
            <a:ext cx="1828800" cy="2871263"/>
          </a:xfrm>
          <a:prstGeom prst="rect">
            <a:avLst/>
          </a:prstGeom>
          <a:solidFill>
            <a:srgbClr val="F4F8FA"/>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
        <p:nvSpPr>
          <p:cNvPr id="3" name="Title 2">
            <a:extLst>
              <a:ext uri="{FF2B5EF4-FFF2-40B4-BE49-F238E27FC236}">
                <a16:creationId xmlns:a16="http://schemas.microsoft.com/office/drawing/2014/main" id="{CBA8A47F-2243-412F-A1A8-FA8E3475F5E1}"/>
              </a:ext>
            </a:extLst>
          </p:cNvPr>
          <p:cNvSpPr>
            <a:spLocks noGrp="1"/>
          </p:cNvSpPr>
          <p:nvPr>
            <p:ph type="title" hasCustomPrompt="1"/>
          </p:nvPr>
        </p:nvSpPr>
        <p:spPr/>
        <p:txBody>
          <a:bodyPr/>
          <a:lstStyle>
            <a:lvl1pPr>
              <a:defRPr>
                <a:solidFill>
                  <a:schemeClr val="accent2"/>
                </a:solidFill>
              </a:defRPr>
            </a:lvl1pPr>
          </a:lstStyle>
          <a:p>
            <a:r>
              <a:rPr lang="en-US"/>
              <a:t>Five Column Text with Number Icons Click to Add Title</a:t>
            </a:r>
          </a:p>
        </p:txBody>
      </p:sp>
      <p:sp>
        <p:nvSpPr>
          <p:cNvPr id="16" name="Subtitle 2">
            <a:extLst>
              <a:ext uri="{FF2B5EF4-FFF2-40B4-BE49-F238E27FC236}">
                <a16:creationId xmlns:a16="http://schemas.microsoft.com/office/drawing/2014/main" id="{EEA64E97-C31D-49B1-B8E1-20E5F404F516}"/>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cxnSp>
        <p:nvCxnSpPr>
          <p:cNvPr id="15" name="Straight Connector 14">
            <a:extLst>
              <a:ext uri="{FF2B5EF4-FFF2-40B4-BE49-F238E27FC236}">
                <a16:creationId xmlns:a16="http://schemas.microsoft.com/office/drawing/2014/main" id="{182EA033-41AE-6148-A260-889FF59E41C9}"/>
              </a:ext>
            </a:extLst>
          </p:cNvPr>
          <p:cNvCxnSpPr/>
          <p:nvPr/>
        </p:nvCxnSpPr>
        <p:spPr bwMode="gray">
          <a:xfrm>
            <a:off x="610850" y="2512464"/>
            <a:ext cx="1828800" cy="0"/>
          </a:xfrm>
          <a:prstGeom prst="line">
            <a:avLst/>
          </a:prstGeom>
          <a:ln w="25400">
            <a:solidFill>
              <a:schemeClr val="accent4"/>
            </a:solidFill>
            <a:miter lim="800000"/>
            <a:tailEnd type="none"/>
          </a:ln>
        </p:spPr>
        <p:style>
          <a:lnRef idx="1">
            <a:schemeClr val="accent1"/>
          </a:lnRef>
          <a:fillRef idx="0">
            <a:schemeClr val="accent1"/>
          </a:fillRef>
          <a:effectRef idx="0">
            <a:schemeClr val="accent1"/>
          </a:effectRef>
          <a:fontRef idx="minor">
            <a:schemeClr val="tx1"/>
          </a:fontRef>
        </p:style>
      </p:cxnSp>
      <p:sp>
        <p:nvSpPr>
          <p:cNvPr id="17" name="Text Placeholder 3">
            <a:extLst>
              <a:ext uri="{FF2B5EF4-FFF2-40B4-BE49-F238E27FC236}">
                <a16:creationId xmlns:a16="http://schemas.microsoft.com/office/drawing/2014/main" id="{2E201879-B985-4ADE-8AD6-6C3E14CE0AFE}"/>
              </a:ext>
            </a:extLst>
          </p:cNvPr>
          <p:cNvSpPr>
            <a:spLocks noGrp="1"/>
          </p:cNvSpPr>
          <p:nvPr>
            <p:ph type="body" sz="quarter" idx="19" hasCustomPrompt="1"/>
          </p:nvPr>
        </p:nvSpPr>
        <p:spPr>
          <a:xfrm>
            <a:off x="610851" y="2529075"/>
            <a:ext cx="1828800" cy="2871263"/>
          </a:xfrm>
          <a:noFill/>
          <a:ln>
            <a:noFill/>
          </a:ln>
        </p:spPr>
        <p:txBody>
          <a:bodyPr lIns="182880" tIns="548640" rIns="182880" bIns="182880"/>
          <a:lstStyle>
            <a:lvl1pPr algn="ctr">
              <a:lnSpc>
                <a:spcPct val="90000"/>
              </a:lnSpc>
              <a:spcBef>
                <a:spcPts val="600"/>
              </a:spcBef>
              <a:buNone/>
              <a:defRPr sz="2000">
                <a:solidFill>
                  <a:schemeClr val="accent4"/>
                </a:solidFill>
              </a:defRPr>
            </a:lvl1pPr>
            <a:lvl2pPr marL="0" indent="0" algn="ctr">
              <a:lnSpc>
                <a:spcPct val="100000"/>
              </a:lnSpc>
              <a:spcBef>
                <a:spcPts val="600"/>
              </a:spcBef>
              <a:buFont typeface="Open Sans" panose="020B0606030504020204" pitchFamily="34" charset="0"/>
              <a:buChar char="​"/>
              <a:defRPr sz="1600">
                <a:solidFill>
                  <a:schemeClr val="tx1"/>
                </a:solidFill>
              </a:defRPr>
            </a:lvl2pPr>
          </a:lstStyle>
          <a:p>
            <a:pPr lvl="0"/>
            <a:r>
              <a:rPr lang="en-US" dirty="0"/>
              <a:t>Click to add text</a:t>
            </a:r>
          </a:p>
          <a:p>
            <a:pPr lvl="1"/>
            <a:r>
              <a:rPr lang="en-US" dirty="0"/>
              <a:t>Second level</a:t>
            </a:r>
          </a:p>
        </p:txBody>
      </p:sp>
      <p:cxnSp>
        <p:nvCxnSpPr>
          <p:cNvPr id="19" name="Straight Connector 18">
            <a:extLst>
              <a:ext uri="{FF2B5EF4-FFF2-40B4-BE49-F238E27FC236}">
                <a16:creationId xmlns:a16="http://schemas.microsoft.com/office/drawing/2014/main" id="{662FF207-1B75-1940-91E1-2692254C727F}"/>
              </a:ext>
            </a:extLst>
          </p:cNvPr>
          <p:cNvCxnSpPr/>
          <p:nvPr/>
        </p:nvCxnSpPr>
        <p:spPr bwMode="gray">
          <a:xfrm>
            <a:off x="2894013" y="2512464"/>
            <a:ext cx="1828800" cy="0"/>
          </a:xfrm>
          <a:prstGeom prst="line">
            <a:avLst/>
          </a:prstGeom>
          <a:ln w="25400">
            <a:solidFill>
              <a:schemeClr val="accent3"/>
            </a:solidFill>
            <a:miter lim="800000"/>
            <a:tailEnd type="none"/>
          </a:ln>
        </p:spPr>
        <p:style>
          <a:lnRef idx="1">
            <a:schemeClr val="accent1"/>
          </a:lnRef>
          <a:fillRef idx="0">
            <a:schemeClr val="accent1"/>
          </a:fillRef>
          <a:effectRef idx="0">
            <a:schemeClr val="accent1"/>
          </a:effectRef>
          <a:fontRef idx="minor">
            <a:schemeClr val="tx1"/>
          </a:fontRef>
        </p:style>
      </p:cxnSp>
      <p:sp>
        <p:nvSpPr>
          <p:cNvPr id="29" name="Text Placeholder 3">
            <a:extLst>
              <a:ext uri="{FF2B5EF4-FFF2-40B4-BE49-F238E27FC236}">
                <a16:creationId xmlns:a16="http://schemas.microsoft.com/office/drawing/2014/main" id="{62D3946B-F2F1-42AF-8E89-00761A7745D4}"/>
              </a:ext>
            </a:extLst>
          </p:cNvPr>
          <p:cNvSpPr>
            <a:spLocks noGrp="1"/>
          </p:cNvSpPr>
          <p:nvPr>
            <p:ph type="body" sz="quarter" idx="21" hasCustomPrompt="1"/>
          </p:nvPr>
        </p:nvSpPr>
        <p:spPr>
          <a:xfrm>
            <a:off x="2894013" y="2529075"/>
            <a:ext cx="1828800" cy="2871263"/>
          </a:xfrm>
          <a:noFill/>
          <a:ln>
            <a:noFill/>
          </a:ln>
        </p:spPr>
        <p:txBody>
          <a:bodyPr lIns="182880" tIns="548640" rIns="182880" bIns="182880"/>
          <a:lstStyle>
            <a:lvl1pPr algn="ctr">
              <a:lnSpc>
                <a:spcPct val="90000"/>
              </a:lnSpc>
              <a:spcBef>
                <a:spcPts val="600"/>
              </a:spcBef>
              <a:defRPr sz="2000">
                <a:solidFill>
                  <a:schemeClr val="accent3"/>
                </a:solidFill>
              </a:defRPr>
            </a:lvl1pPr>
            <a:lvl2pPr marL="285750" indent="-285750" algn="ctr">
              <a:lnSpc>
                <a:spcPct val="100000"/>
              </a:lnSpc>
              <a:spcBef>
                <a:spcPts val="600"/>
              </a:spcBef>
              <a:buFont typeface="Open Sans" panose="020B0606030504020204" pitchFamily="34" charset="0"/>
              <a:buChar char="​"/>
              <a:defRPr lang="en-US" sz="1600" kern="1200" dirty="0">
                <a:solidFill>
                  <a:schemeClr val="tx1"/>
                </a:solidFill>
                <a:latin typeface="+mn-lt"/>
                <a:ea typeface="+mn-ea"/>
                <a:cs typeface="+mn-cs"/>
              </a:defRPr>
            </a:lvl2pPr>
          </a:lstStyle>
          <a:p>
            <a:pPr lvl="0"/>
            <a:r>
              <a:rPr lang="en-US" dirty="0"/>
              <a:t>Click to add text</a:t>
            </a:r>
          </a:p>
          <a:p>
            <a:pPr marL="0" lvl="1" indent="0" algn="ctr" defTabSz="914400" rtl="0" eaLnBrk="1" latinLnBrk="0" hangingPunct="1">
              <a:lnSpc>
                <a:spcPct val="100000"/>
              </a:lnSpc>
              <a:spcBef>
                <a:spcPts val="600"/>
              </a:spcBef>
              <a:buClr>
                <a:schemeClr val="bg2">
                  <a:lumMod val="25000"/>
                </a:schemeClr>
              </a:buClr>
              <a:buSzPct val="90000"/>
              <a:buFont typeface="Open Sans" panose="020B0606030504020204" pitchFamily="34" charset="0"/>
              <a:buChar char="​"/>
            </a:pPr>
            <a:r>
              <a:rPr lang="en-US" dirty="0"/>
              <a:t>Second level</a:t>
            </a:r>
          </a:p>
        </p:txBody>
      </p:sp>
      <p:cxnSp>
        <p:nvCxnSpPr>
          <p:cNvPr id="18" name="Straight Connector 17">
            <a:extLst>
              <a:ext uri="{FF2B5EF4-FFF2-40B4-BE49-F238E27FC236}">
                <a16:creationId xmlns:a16="http://schemas.microsoft.com/office/drawing/2014/main" id="{903341DC-DE80-5E4C-A4C9-C984D7074760}"/>
              </a:ext>
            </a:extLst>
          </p:cNvPr>
          <p:cNvCxnSpPr/>
          <p:nvPr/>
        </p:nvCxnSpPr>
        <p:spPr bwMode="gray">
          <a:xfrm>
            <a:off x="5185093" y="2512464"/>
            <a:ext cx="1828800" cy="0"/>
          </a:xfrm>
          <a:prstGeom prst="line">
            <a:avLst/>
          </a:prstGeom>
          <a:ln w="25400">
            <a:solidFill>
              <a:schemeClr val="accent2"/>
            </a:solidFill>
            <a:miter lim="800000"/>
            <a:tailEnd type="none"/>
          </a:ln>
        </p:spPr>
        <p:style>
          <a:lnRef idx="1">
            <a:schemeClr val="accent1"/>
          </a:lnRef>
          <a:fillRef idx="0">
            <a:schemeClr val="accent1"/>
          </a:fillRef>
          <a:effectRef idx="0">
            <a:schemeClr val="accent1"/>
          </a:effectRef>
          <a:fontRef idx="minor">
            <a:schemeClr val="tx1"/>
          </a:fontRef>
        </p:style>
      </p:cxnSp>
      <p:sp>
        <p:nvSpPr>
          <p:cNvPr id="28" name="Text Placeholder 3">
            <a:extLst>
              <a:ext uri="{FF2B5EF4-FFF2-40B4-BE49-F238E27FC236}">
                <a16:creationId xmlns:a16="http://schemas.microsoft.com/office/drawing/2014/main" id="{9495BAAB-E860-4075-9DA3-ABA7C32D235E}"/>
              </a:ext>
            </a:extLst>
          </p:cNvPr>
          <p:cNvSpPr>
            <a:spLocks noGrp="1"/>
          </p:cNvSpPr>
          <p:nvPr>
            <p:ph type="body" sz="quarter" idx="20" hasCustomPrompt="1"/>
          </p:nvPr>
        </p:nvSpPr>
        <p:spPr>
          <a:xfrm>
            <a:off x="5185093" y="2529075"/>
            <a:ext cx="1828800" cy="2871263"/>
          </a:xfrm>
          <a:noFill/>
          <a:ln>
            <a:noFill/>
          </a:ln>
        </p:spPr>
        <p:txBody>
          <a:bodyPr lIns="182880" tIns="548640" rIns="182880" bIns="182880"/>
          <a:lstStyle>
            <a:lvl1pPr algn="ctr">
              <a:lnSpc>
                <a:spcPct val="90000"/>
              </a:lnSpc>
              <a:spcBef>
                <a:spcPts val="600"/>
              </a:spcBef>
              <a:buNone/>
              <a:defRPr sz="2000">
                <a:solidFill>
                  <a:schemeClr val="accent2"/>
                </a:solidFill>
              </a:defRPr>
            </a:lvl1pPr>
            <a:lvl2pPr marL="285750" indent="-285750" algn="ctr">
              <a:lnSpc>
                <a:spcPct val="100000"/>
              </a:lnSpc>
              <a:spcBef>
                <a:spcPts val="600"/>
              </a:spcBef>
              <a:buFont typeface="Open Sans" panose="020B0606030504020204" pitchFamily="34" charset="0"/>
              <a:buChar char="​"/>
              <a:defRPr lang="en-US" sz="1600" kern="1200" dirty="0">
                <a:solidFill>
                  <a:schemeClr val="tx1"/>
                </a:solidFill>
                <a:latin typeface="+mn-lt"/>
                <a:ea typeface="+mn-ea"/>
                <a:cs typeface="+mn-cs"/>
              </a:defRPr>
            </a:lvl2pPr>
          </a:lstStyle>
          <a:p>
            <a:pPr lvl="0"/>
            <a:r>
              <a:rPr lang="en-US" dirty="0"/>
              <a:t>Click to add text</a:t>
            </a:r>
          </a:p>
          <a:p>
            <a:pPr marL="0" lvl="1" indent="0" algn="ctr" defTabSz="914400" rtl="0" eaLnBrk="1" latinLnBrk="0" hangingPunct="1">
              <a:lnSpc>
                <a:spcPct val="100000"/>
              </a:lnSpc>
              <a:spcBef>
                <a:spcPts val="600"/>
              </a:spcBef>
              <a:buClr>
                <a:schemeClr val="bg2">
                  <a:lumMod val="25000"/>
                </a:schemeClr>
              </a:buClr>
              <a:buSzPct val="90000"/>
              <a:buFont typeface="Open Sans" panose="020B0606030504020204" pitchFamily="34" charset="0"/>
              <a:buChar char="​"/>
            </a:pPr>
            <a:r>
              <a:rPr lang="en-US" dirty="0"/>
              <a:t>Second level</a:t>
            </a:r>
          </a:p>
        </p:txBody>
      </p:sp>
      <p:cxnSp>
        <p:nvCxnSpPr>
          <p:cNvPr id="20" name="Straight Connector 19">
            <a:extLst>
              <a:ext uri="{FF2B5EF4-FFF2-40B4-BE49-F238E27FC236}">
                <a16:creationId xmlns:a16="http://schemas.microsoft.com/office/drawing/2014/main" id="{128E238A-DE09-DD4F-A6F3-2F244E7301C3}"/>
              </a:ext>
            </a:extLst>
          </p:cNvPr>
          <p:cNvCxnSpPr/>
          <p:nvPr/>
        </p:nvCxnSpPr>
        <p:spPr bwMode="gray">
          <a:xfrm>
            <a:off x="7470001" y="2512464"/>
            <a:ext cx="1828800" cy="0"/>
          </a:xfrm>
          <a:prstGeom prst="line">
            <a:avLst/>
          </a:prstGeom>
          <a:ln w="25400">
            <a:solidFill>
              <a:schemeClr val="accent5"/>
            </a:solidFill>
            <a:miter lim="800000"/>
            <a:tailEnd type="none"/>
          </a:ln>
        </p:spPr>
        <p:style>
          <a:lnRef idx="1">
            <a:schemeClr val="accent1"/>
          </a:lnRef>
          <a:fillRef idx="0">
            <a:schemeClr val="accent1"/>
          </a:fillRef>
          <a:effectRef idx="0">
            <a:schemeClr val="accent1"/>
          </a:effectRef>
          <a:fontRef idx="minor">
            <a:schemeClr val="tx1"/>
          </a:fontRef>
        </p:style>
      </p:cxnSp>
      <p:sp>
        <p:nvSpPr>
          <p:cNvPr id="30" name="Text Placeholder 3">
            <a:extLst>
              <a:ext uri="{FF2B5EF4-FFF2-40B4-BE49-F238E27FC236}">
                <a16:creationId xmlns:a16="http://schemas.microsoft.com/office/drawing/2014/main" id="{22F84664-2E68-46AE-AE2C-E8D2B6C9A1DD}"/>
              </a:ext>
            </a:extLst>
          </p:cNvPr>
          <p:cNvSpPr>
            <a:spLocks noGrp="1"/>
          </p:cNvSpPr>
          <p:nvPr>
            <p:ph type="body" sz="quarter" idx="22" hasCustomPrompt="1"/>
          </p:nvPr>
        </p:nvSpPr>
        <p:spPr>
          <a:xfrm>
            <a:off x="7470001" y="2529075"/>
            <a:ext cx="1828800" cy="2871263"/>
          </a:xfrm>
          <a:noFill/>
          <a:ln>
            <a:noFill/>
          </a:ln>
        </p:spPr>
        <p:txBody>
          <a:bodyPr lIns="182880" tIns="548640" rIns="182880" bIns="182880"/>
          <a:lstStyle>
            <a:lvl1pPr algn="ctr">
              <a:lnSpc>
                <a:spcPct val="90000"/>
              </a:lnSpc>
              <a:spcBef>
                <a:spcPts val="600"/>
              </a:spcBef>
              <a:buNone/>
              <a:defRPr sz="2000">
                <a:solidFill>
                  <a:schemeClr val="accent5"/>
                </a:solidFill>
              </a:defRPr>
            </a:lvl1pPr>
            <a:lvl2pPr marL="285750" indent="-285750" algn="ctr">
              <a:lnSpc>
                <a:spcPct val="100000"/>
              </a:lnSpc>
              <a:spcBef>
                <a:spcPts val="600"/>
              </a:spcBef>
              <a:buFont typeface="Open Sans" panose="020B0606030504020204" pitchFamily="34" charset="0"/>
              <a:buChar char="​"/>
              <a:defRPr lang="en-US" sz="1600" kern="1200" dirty="0">
                <a:solidFill>
                  <a:schemeClr val="tx1"/>
                </a:solidFill>
                <a:latin typeface="+mn-lt"/>
                <a:ea typeface="+mn-ea"/>
                <a:cs typeface="+mn-cs"/>
              </a:defRPr>
            </a:lvl2pPr>
          </a:lstStyle>
          <a:p>
            <a:pPr lvl="0"/>
            <a:r>
              <a:rPr lang="en-US" dirty="0"/>
              <a:t>Click to add text</a:t>
            </a:r>
          </a:p>
          <a:p>
            <a:pPr marL="0" lvl="1" indent="0" algn="ctr" defTabSz="914400" rtl="0" eaLnBrk="1" latinLnBrk="0" hangingPunct="1">
              <a:lnSpc>
                <a:spcPct val="100000"/>
              </a:lnSpc>
              <a:spcBef>
                <a:spcPts val="600"/>
              </a:spcBef>
              <a:buClr>
                <a:schemeClr val="bg2">
                  <a:lumMod val="25000"/>
                </a:schemeClr>
              </a:buClr>
              <a:buSzPct val="90000"/>
              <a:buFont typeface="Open Sans" panose="020B0606030504020204" pitchFamily="34" charset="0"/>
              <a:buChar char="​"/>
            </a:pPr>
            <a:r>
              <a:rPr lang="en-US" dirty="0"/>
              <a:t>Second level</a:t>
            </a:r>
          </a:p>
        </p:txBody>
      </p:sp>
      <p:cxnSp>
        <p:nvCxnSpPr>
          <p:cNvPr id="21" name="Straight Connector 20">
            <a:extLst>
              <a:ext uri="{FF2B5EF4-FFF2-40B4-BE49-F238E27FC236}">
                <a16:creationId xmlns:a16="http://schemas.microsoft.com/office/drawing/2014/main" id="{E8B64954-CA3A-494E-B70D-3405C9F592D8}"/>
              </a:ext>
            </a:extLst>
          </p:cNvPr>
          <p:cNvCxnSpPr/>
          <p:nvPr/>
        </p:nvCxnSpPr>
        <p:spPr bwMode="gray">
          <a:xfrm>
            <a:off x="9752013" y="2512464"/>
            <a:ext cx="1828800" cy="0"/>
          </a:xfrm>
          <a:prstGeom prst="line">
            <a:avLst/>
          </a:prstGeom>
          <a:ln w="25400">
            <a:solidFill>
              <a:srgbClr val="53565A"/>
            </a:solidFill>
            <a:miter lim="800000"/>
            <a:tailEnd type="none"/>
          </a:ln>
        </p:spPr>
        <p:style>
          <a:lnRef idx="1">
            <a:schemeClr val="accent1"/>
          </a:lnRef>
          <a:fillRef idx="0">
            <a:schemeClr val="accent1"/>
          </a:fillRef>
          <a:effectRef idx="0">
            <a:schemeClr val="accent1"/>
          </a:effectRef>
          <a:fontRef idx="minor">
            <a:schemeClr val="tx1"/>
          </a:fontRef>
        </p:style>
      </p:cxnSp>
      <p:sp>
        <p:nvSpPr>
          <p:cNvPr id="32" name="Text Placeholder 3">
            <a:extLst>
              <a:ext uri="{FF2B5EF4-FFF2-40B4-BE49-F238E27FC236}">
                <a16:creationId xmlns:a16="http://schemas.microsoft.com/office/drawing/2014/main" id="{CDC9B65E-8BAA-4676-9F32-44EC3772D342}"/>
              </a:ext>
            </a:extLst>
          </p:cNvPr>
          <p:cNvSpPr>
            <a:spLocks noGrp="1"/>
          </p:cNvSpPr>
          <p:nvPr>
            <p:ph type="body" sz="quarter" idx="23" hasCustomPrompt="1"/>
          </p:nvPr>
        </p:nvSpPr>
        <p:spPr>
          <a:xfrm>
            <a:off x="9752013" y="2529075"/>
            <a:ext cx="1828800" cy="2871263"/>
          </a:xfrm>
          <a:noFill/>
          <a:ln>
            <a:noFill/>
          </a:ln>
        </p:spPr>
        <p:txBody>
          <a:bodyPr lIns="182880" tIns="548640" rIns="182880" bIns="182880"/>
          <a:lstStyle>
            <a:lvl1pPr algn="ctr">
              <a:lnSpc>
                <a:spcPct val="90000"/>
              </a:lnSpc>
              <a:spcBef>
                <a:spcPts val="600"/>
              </a:spcBef>
              <a:buNone/>
              <a:defRPr sz="2000">
                <a:solidFill>
                  <a:schemeClr val="bg2">
                    <a:lumMod val="25000"/>
                  </a:schemeClr>
                </a:solidFill>
              </a:defRPr>
            </a:lvl1pPr>
            <a:lvl2pPr marL="285750" indent="-285750" algn="ctr">
              <a:lnSpc>
                <a:spcPct val="100000"/>
              </a:lnSpc>
              <a:spcBef>
                <a:spcPts val="600"/>
              </a:spcBef>
              <a:buFont typeface="Open Sans" panose="020B0606030504020204" pitchFamily="34" charset="0"/>
              <a:buChar char="​"/>
              <a:defRPr lang="en-US" sz="1600" kern="1200" dirty="0">
                <a:solidFill>
                  <a:schemeClr val="tx1"/>
                </a:solidFill>
                <a:latin typeface="+mn-lt"/>
                <a:ea typeface="+mn-ea"/>
                <a:cs typeface="+mn-cs"/>
              </a:defRPr>
            </a:lvl2pPr>
          </a:lstStyle>
          <a:p>
            <a:pPr lvl="0"/>
            <a:r>
              <a:rPr lang="en-US" dirty="0"/>
              <a:t>Click to add text</a:t>
            </a:r>
          </a:p>
          <a:p>
            <a:pPr marL="0" lvl="1" indent="0" algn="ctr" defTabSz="914400" rtl="0" eaLnBrk="1" latinLnBrk="0" hangingPunct="1">
              <a:lnSpc>
                <a:spcPct val="100000"/>
              </a:lnSpc>
              <a:spcBef>
                <a:spcPts val="600"/>
              </a:spcBef>
              <a:buClr>
                <a:schemeClr val="bg2">
                  <a:lumMod val="25000"/>
                </a:schemeClr>
              </a:buClr>
              <a:buSzPct val="90000"/>
              <a:buFont typeface="Open Sans" panose="020B0606030504020204" pitchFamily="34" charset="0"/>
              <a:buChar char="​"/>
            </a:pPr>
            <a:r>
              <a:rPr lang="en-US" dirty="0"/>
              <a:t>Second level</a:t>
            </a:r>
          </a:p>
        </p:txBody>
      </p:sp>
      <p:sp>
        <p:nvSpPr>
          <p:cNvPr id="23" name="page number">
            <a:extLst>
              <a:ext uri="{FF2B5EF4-FFF2-40B4-BE49-F238E27FC236}">
                <a16:creationId xmlns:a16="http://schemas.microsoft.com/office/drawing/2014/main" id="{778B9E91-325F-BB46-BB33-20219DF70C9B}"/>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37" name="Oval 36">
            <a:extLst>
              <a:ext uri="{FF2B5EF4-FFF2-40B4-BE49-F238E27FC236}">
                <a16:creationId xmlns:a16="http://schemas.microsoft.com/office/drawing/2014/main" id="{FF6B89BA-DE17-014A-9ED8-790359ADE9FE}"/>
              </a:ext>
              <a:ext uri="{C183D7F6-B498-43B3-948B-1728B52AA6E4}">
                <adec:decorative xmlns:adec="http://schemas.microsoft.com/office/drawing/2017/decorative" val="1"/>
              </a:ext>
            </a:extLst>
          </p:cNvPr>
          <p:cNvSpPr/>
          <p:nvPr/>
        </p:nvSpPr>
        <p:spPr bwMode="gray">
          <a:xfrm>
            <a:off x="1131007" y="2118221"/>
            <a:ext cx="788487" cy="788487"/>
          </a:xfrm>
          <a:prstGeom prst="ellipse">
            <a:avLst/>
          </a:prstGeom>
          <a:solidFill>
            <a:schemeClr val="bg1"/>
          </a:solidFill>
          <a:ln w="25400">
            <a:solidFill>
              <a:schemeClr val="accent4"/>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dirty="0">
                <a:solidFill>
                  <a:schemeClr val="accent4"/>
                </a:solidFill>
              </a:rPr>
              <a:t>1</a:t>
            </a:r>
          </a:p>
        </p:txBody>
      </p:sp>
      <p:sp>
        <p:nvSpPr>
          <p:cNvPr id="39" name="Oval 38">
            <a:extLst>
              <a:ext uri="{FF2B5EF4-FFF2-40B4-BE49-F238E27FC236}">
                <a16:creationId xmlns:a16="http://schemas.microsoft.com/office/drawing/2014/main" id="{C609A2D8-18F0-8A47-BD8C-DD1AF0B615E1}"/>
              </a:ext>
              <a:ext uri="{C183D7F6-B498-43B3-948B-1728B52AA6E4}">
                <adec:decorative xmlns:adec="http://schemas.microsoft.com/office/drawing/2017/decorative" val="1"/>
              </a:ext>
            </a:extLst>
          </p:cNvPr>
          <p:cNvSpPr/>
          <p:nvPr/>
        </p:nvSpPr>
        <p:spPr bwMode="gray">
          <a:xfrm>
            <a:off x="3414170" y="2118221"/>
            <a:ext cx="788487" cy="788487"/>
          </a:xfrm>
          <a:prstGeom prst="ellipse">
            <a:avLst/>
          </a:prstGeom>
          <a:solidFill>
            <a:schemeClr val="bg1"/>
          </a:solidFill>
          <a:ln w="25400">
            <a:solidFill>
              <a:schemeClr val="accent3"/>
            </a:solidFill>
          </a:ln>
          <a:effectLst/>
        </p:spPr>
        <p:txBody>
          <a:bodyPr vert="horz" wrap="square" lIns="0" tIns="0" rIns="0" bIns="0" numCol="1" anchor="ctr" anchorCtr="0" compatLnSpc="1">
            <a:prstTxWarp prst="textNoShape">
              <a:avLst/>
            </a:prstTxWarp>
          </a:bodyPr>
          <a:lstStyle/>
          <a:p>
            <a:pPr lvl="0" algn="ctr"/>
            <a:r>
              <a:rPr lang="en-US" dirty="0">
                <a:solidFill>
                  <a:schemeClr val="accent3"/>
                </a:solidFill>
              </a:rPr>
              <a:t>2</a:t>
            </a:r>
          </a:p>
        </p:txBody>
      </p:sp>
      <p:sp>
        <p:nvSpPr>
          <p:cNvPr id="38" name="Oval 37">
            <a:extLst>
              <a:ext uri="{FF2B5EF4-FFF2-40B4-BE49-F238E27FC236}">
                <a16:creationId xmlns:a16="http://schemas.microsoft.com/office/drawing/2014/main" id="{5B0E1473-AF0F-7C48-8FAF-3848C1B61D3D}"/>
              </a:ext>
              <a:ext uri="{C183D7F6-B498-43B3-948B-1728B52AA6E4}">
                <adec:decorative xmlns:adec="http://schemas.microsoft.com/office/drawing/2017/decorative" val="1"/>
              </a:ext>
            </a:extLst>
          </p:cNvPr>
          <p:cNvSpPr/>
          <p:nvPr/>
        </p:nvSpPr>
        <p:spPr bwMode="gray">
          <a:xfrm>
            <a:off x="5705250" y="2118221"/>
            <a:ext cx="788487" cy="788487"/>
          </a:xfrm>
          <a:prstGeom prst="ellipse">
            <a:avLst/>
          </a:prstGeom>
          <a:solidFill>
            <a:schemeClr val="bg1"/>
          </a:solidFill>
          <a:ln w="25400">
            <a:solidFill>
              <a:schemeClr val="accent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r>
              <a:rPr lang="en-US" dirty="0">
                <a:solidFill>
                  <a:schemeClr val="accent2"/>
                </a:solidFill>
              </a:rPr>
              <a:t>3</a:t>
            </a:r>
          </a:p>
        </p:txBody>
      </p:sp>
      <p:sp>
        <p:nvSpPr>
          <p:cNvPr id="40" name="Oval 39">
            <a:extLst>
              <a:ext uri="{FF2B5EF4-FFF2-40B4-BE49-F238E27FC236}">
                <a16:creationId xmlns:a16="http://schemas.microsoft.com/office/drawing/2014/main" id="{E4E1A06A-E5D9-064B-85F4-74B463C7BDD3}"/>
              </a:ext>
              <a:ext uri="{C183D7F6-B498-43B3-948B-1728B52AA6E4}">
                <adec:decorative xmlns:adec="http://schemas.microsoft.com/office/drawing/2017/decorative" val="1"/>
              </a:ext>
            </a:extLst>
          </p:cNvPr>
          <p:cNvSpPr/>
          <p:nvPr/>
        </p:nvSpPr>
        <p:spPr bwMode="gray">
          <a:xfrm>
            <a:off x="7990158" y="2118221"/>
            <a:ext cx="788487" cy="788487"/>
          </a:xfrm>
          <a:prstGeom prst="ellipse">
            <a:avLst/>
          </a:prstGeom>
          <a:solidFill>
            <a:schemeClr val="bg1"/>
          </a:solidFill>
          <a:ln w="25400">
            <a:solidFill>
              <a:schemeClr val="accent5"/>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r>
              <a:rPr lang="en-US" dirty="0">
                <a:solidFill>
                  <a:schemeClr val="accent5"/>
                </a:solidFill>
              </a:rPr>
              <a:t>4</a:t>
            </a:r>
          </a:p>
        </p:txBody>
      </p:sp>
      <p:sp>
        <p:nvSpPr>
          <p:cNvPr id="41" name="Oval 40">
            <a:extLst>
              <a:ext uri="{FF2B5EF4-FFF2-40B4-BE49-F238E27FC236}">
                <a16:creationId xmlns:a16="http://schemas.microsoft.com/office/drawing/2014/main" id="{B7824627-50AB-F94E-9519-EADC5841F8D3}"/>
              </a:ext>
              <a:ext uri="{C183D7F6-B498-43B3-948B-1728B52AA6E4}">
                <adec:decorative xmlns:adec="http://schemas.microsoft.com/office/drawing/2017/decorative" val="1"/>
              </a:ext>
            </a:extLst>
          </p:cNvPr>
          <p:cNvSpPr/>
          <p:nvPr/>
        </p:nvSpPr>
        <p:spPr bwMode="gray">
          <a:xfrm>
            <a:off x="10272170" y="2118221"/>
            <a:ext cx="788487" cy="788487"/>
          </a:xfrm>
          <a:prstGeom prst="ellipse">
            <a:avLst/>
          </a:prstGeom>
          <a:solidFill>
            <a:schemeClr val="bg1"/>
          </a:solidFill>
          <a:ln w="25400">
            <a:solidFill>
              <a:srgbClr val="53565A"/>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dirty="0">
                <a:solidFill>
                  <a:schemeClr val="bg2">
                    <a:lumMod val="25000"/>
                  </a:schemeClr>
                </a:solidFill>
              </a:rPr>
              <a:t>5</a:t>
            </a:r>
          </a:p>
        </p:txBody>
      </p:sp>
      <p:sp>
        <p:nvSpPr>
          <p:cNvPr id="25" name="Rectangle 24">
            <a:extLst>
              <a:ext uri="{FF2B5EF4-FFF2-40B4-BE49-F238E27FC236}">
                <a16:creationId xmlns:a16="http://schemas.microsoft.com/office/drawing/2014/main" id="{C52EE46A-2B6A-D0CE-D67A-E39C4516F8BB}"/>
              </a:ext>
            </a:extLst>
          </p:cNvPr>
          <p:cNvSpPr/>
          <p:nvPr userDrawn="1"/>
        </p:nvSpPr>
        <p:spPr>
          <a:xfrm>
            <a:off x="2894013" y="2529075"/>
            <a:ext cx="1828800" cy="2871263"/>
          </a:xfrm>
          <a:prstGeom prst="rect">
            <a:avLst/>
          </a:prstGeom>
          <a:solidFill>
            <a:srgbClr val="F4F8FA"/>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
        <p:nvSpPr>
          <p:cNvPr id="26" name="Rectangle 25">
            <a:extLst>
              <a:ext uri="{FF2B5EF4-FFF2-40B4-BE49-F238E27FC236}">
                <a16:creationId xmlns:a16="http://schemas.microsoft.com/office/drawing/2014/main" id="{1DC9EA80-9EA8-343E-F517-1CAD885879D6}"/>
              </a:ext>
            </a:extLst>
          </p:cNvPr>
          <p:cNvSpPr/>
          <p:nvPr userDrawn="1"/>
        </p:nvSpPr>
        <p:spPr>
          <a:xfrm>
            <a:off x="5185093" y="2529075"/>
            <a:ext cx="1828800" cy="2871263"/>
          </a:xfrm>
          <a:prstGeom prst="rect">
            <a:avLst/>
          </a:prstGeom>
          <a:solidFill>
            <a:srgbClr val="F4F8FA"/>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
        <p:nvSpPr>
          <p:cNvPr id="27" name="Rectangle 26">
            <a:extLst>
              <a:ext uri="{FF2B5EF4-FFF2-40B4-BE49-F238E27FC236}">
                <a16:creationId xmlns:a16="http://schemas.microsoft.com/office/drawing/2014/main" id="{A8D23D95-E4CC-0B03-48A9-0EC81B2368E5}"/>
              </a:ext>
            </a:extLst>
          </p:cNvPr>
          <p:cNvSpPr/>
          <p:nvPr userDrawn="1"/>
        </p:nvSpPr>
        <p:spPr>
          <a:xfrm>
            <a:off x="7470001" y="2529075"/>
            <a:ext cx="1828800" cy="2871263"/>
          </a:xfrm>
          <a:prstGeom prst="rect">
            <a:avLst/>
          </a:prstGeom>
          <a:solidFill>
            <a:srgbClr val="F4F8FA"/>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
        <p:nvSpPr>
          <p:cNvPr id="31" name="Rectangle 30">
            <a:extLst>
              <a:ext uri="{FF2B5EF4-FFF2-40B4-BE49-F238E27FC236}">
                <a16:creationId xmlns:a16="http://schemas.microsoft.com/office/drawing/2014/main" id="{3737E5D6-04BF-01BC-A221-0F1D603C51D8}"/>
              </a:ext>
            </a:extLst>
          </p:cNvPr>
          <p:cNvSpPr/>
          <p:nvPr userDrawn="1"/>
        </p:nvSpPr>
        <p:spPr>
          <a:xfrm>
            <a:off x="9752013" y="2529075"/>
            <a:ext cx="1828800" cy="2871263"/>
          </a:xfrm>
          <a:prstGeom prst="rect">
            <a:avLst/>
          </a:prstGeom>
          <a:solidFill>
            <a:srgbClr val="F4F8FA"/>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
        <p:nvSpPr>
          <p:cNvPr id="33" name="Rectangle 32">
            <a:extLst>
              <a:ext uri="{FF2B5EF4-FFF2-40B4-BE49-F238E27FC236}">
                <a16:creationId xmlns:a16="http://schemas.microsoft.com/office/drawing/2014/main" id="{65142366-F01F-D56A-11BB-7D669E9AD2B4}"/>
              </a:ext>
            </a:extLst>
          </p:cNvPr>
          <p:cNvSpPr/>
          <p:nvPr userDrawn="1"/>
        </p:nvSpPr>
        <p:spPr>
          <a:xfrm>
            <a:off x="610851" y="2529075"/>
            <a:ext cx="1828800" cy="2871263"/>
          </a:xfrm>
          <a:prstGeom prst="rect">
            <a:avLst/>
          </a:prstGeom>
          <a:solidFill>
            <a:srgbClr val="F4F8FA"/>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cxnSp>
        <p:nvCxnSpPr>
          <p:cNvPr id="34" name="Straight Connector 33">
            <a:extLst>
              <a:ext uri="{FF2B5EF4-FFF2-40B4-BE49-F238E27FC236}">
                <a16:creationId xmlns:a16="http://schemas.microsoft.com/office/drawing/2014/main" id="{182EA033-41AE-6148-A260-889FF59E41C9}"/>
              </a:ext>
            </a:extLst>
          </p:cNvPr>
          <p:cNvCxnSpPr/>
          <p:nvPr userDrawn="1"/>
        </p:nvCxnSpPr>
        <p:spPr bwMode="gray">
          <a:xfrm>
            <a:off x="610850" y="2512464"/>
            <a:ext cx="1828800" cy="0"/>
          </a:xfrm>
          <a:prstGeom prst="line">
            <a:avLst/>
          </a:prstGeom>
          <a:ln w="25400">
            <a:solidFill>
              <a:schemeClr val="accent4"/>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662FF207-1B75-1940-91E1-2692254C727F}"/>
              </a:ext>
            </a:extLst>
          </p:cNvPr>
          <p:cNvCxnSpPr/>
          <p:nvPr userDrawn="1"/>
        </p:nvCxnSpPr>
        <p:spPr bwMode="gray">
          <a:xfrm>
            <a:off x="2894013" y="2512464"/>
            <a:ext cx="1828800" cy="0"/>
          </a:xfrm>
          <a:prstGeom prst="line">
            <a:avLst/>
          </a:prstGeom>
          <a:ln w="25400">
            <a:solidFill>
              <a:schemeClr val="accent3"/>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903341DC-DE80-5E4C-A4C9-C984D7074760}"/>
              </a:ext>
            </a:extLst>
          </p:cNvPr>
          <p:cNvCxnSpPr/>
          <p:nvPr userDrawn="1"/>
        </p:nvCxnSpPr>
        <p:spPr bwMode="gray">
          <a:xfrm>
            <a:off x="5185093" y="2512464"/>
            <a:ext cx="1828800" cy="0"/>
          </a:xfrm>
          <a:prstGeom prst="line">
            <a:avLst/>
          </a:prstGeom>
          <a:ln w="25400">
            <a:solidFill>
              <a:schemeClr val="accent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128E238A-DE09-DD4F-A6F3-2F244E7301C3}"/>
              </a:ext>
            </a:extLst>
          </p:cNvPr>
          <p:cNvCxnSpPr/>
          <p:nvPr userDrawn="1"/>
        </p:nvCxnSpPr>
        <p:spPr bwMode="gray">
          <a:xfrm>
            <a:off x="7470001" y="2512464"/>
            <a:ext cx="1828800" cy="0"/>
          </a:xfrm>
          <a:prstGeom prst="line">
            <a:avLst/>
          </a:prstGeom>
          <a:ln w="25400">
            <a:solidFill>
              <a:schemeClr val="accent5"/>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E8B64954-CA3A-494E-B70D-3405C9F592D8}"/>
              </a:ext>
            </a:extLst>
          </p:cNvPr>
          <p:cNvCxnSpPr/>
          <p:nvPr userDrawn="1"/>
        </p:nvCxnSpPr>
        <p:spPr bwMode="gray">
          <a:xfrm>
            <a:off x="9752013" y="2512464"/>
            <a:ext cx="1828800" cy="0"/>
          </a:xfrm>
          <a:prstGeom prst="line">
            <a:avLst/>
          </a:prstGeom>
          <a:ln w="25400">
            <a:solidFill>
              <a:srgbClr val="53565A"/>
            </a:solidFill>
            <a:miter lim="800000"/>
            <a:tailEnd type="none"/>
          </a:ln>
        </p:spPr>
        <p:style>
          <a:lnRef idx="1">
            <a:schemeClr val="accent1"/>
          </a:lnRef>
          <a:fillRef idx="0">
            <a:schemeClr val="accent1"/>
          </a:fillRef>
          <a:effectRef idx="0">
            <a:schemeClr val="accent1"/>
          </a:effectRef>
          <a:fontRef idx="minor">
            <a:schemeClr val="tx1"/>
          </a:fontRef>
        </p:style>
      </p:cxnSp>
      <p:sp>
        <p:nvSpPr>
          <p:cNvPr id="44" name="page number">
            <a:extLst>
              <a:ext uri="{FF2B5EF4-FFF2-40B4-BE49-F238E27FC236}">
                <a16:creationId xmlns:a16="http://schemas.microsoft.com/office/drawing/2014/main" id="{778B9E91-325F-BB46-BB33-20219DF70C9B}"/>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45" name="Oval 44">
            <a:extLst>
              <a:ext uri="{FF2B5EF4-FFF2-40B4-BE49-F238E27FC236}">
                <a16:creationId xmlns:a16="http://schemas.microsoft.com/office/drawing/2014/main" id="{FF6B89BA-DE17-014A-9ED8-790359ADE9FE}"/>
              </a:ext>
              <a:ext uri="{C183D7F6-B498-43B3-948B-1728B52AA6E4}">
                <adec:decorative xmlns:adec="http://schemas.microsoft.com/office/drawing/2017/decorative" val="1"/>
              </a:ext>
            </a:extLst>
          </p:cNvPr>
          <p:cNvSpPr/>
          <p:nvPr userDrawn="1"/>
        </p:nvSpPr>
        <p:spPr bwMode="gray">
          <a:xfrm>
            <a:off x="1131007" y="2118221"/>
            <a:ext cx="788487" cy="788487"/>
          </a:xfrm>
          <a:prstGeom prst="ellipse">
            <a:avLst/>
          </a:prstGeom>
          <a:solidFill>
            <a:schemeClr val="bg1"/>
          </a:solidFill>
          <a:ln w="25400">
            <a:solidFill>
              <a:schemeClr val="accent4"/>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dirty="0">
                <a:solidFill>
                  <a:schemeClr val="accent4"/>
                </a:solidFill>
              </a:rPr>
              <a:t>1</a:t>
            </a:r>
          </a:p>
        </p:txBody>
      </p:sp>
      <p:sp>
        <p:nvSpPr>
          <p:cNvPr id="46" name="Oval 45">
            <a:extLst>
              <a:ext uri="{FF2B5EF4-FFF2-40B4-BE49-F238E27FC236}">
                <a16:creationId xmlns:a16="http://schemas.microsoft.com/office/drawing/2014/main" id="{C609A2D8-18F0-8A47-BD8C-DD1AF0B615E1}"/>
              </a:ext>
              <a:ext uri="{C183D7F6-B498-43B3-948B-1728B52AA6E4}">
                <adec:decorative xmlns:adec="http://schemas.microsoft.com/office/drawing/2017/decorative" val="1"/>
              </a:ext>
            </a:extLst>
          </p:cNvPr>
          <p:cNvSpPr/>
          <p:nvPr userDrawn="1"/>
        </p:nvSpPr>
        <p:spPr bwMode="gray">
          <a:xfrm>
            <a:off x="3414170" y="2118221"/>
            <a:ext cx="788487" cy="788487"/>
          </a:xfrm>
          <a:prstGeom prst="ellipse">
            <a:avLst/>
          </a:prstGeom>
          <a:solidFill>
            <a:schemeClr val="bg1"/>
          </a:solidFill>
          <a:ln w="25400">
            <a:solidFill>
              <a:schemeClr val="accent3"/>
            </a:solidFill>
          </a:ln>
          <a:effectLst/>
        </p:spPr>
        <p:txBody>
          <a:bodyPr vert="horz" wrap="square" lIns="91440" tIns="45720" rIns="91440" bIns="45720" numCol="1" anchor="ctr" anchorCtr="0" compatLnSpc="1">
            <a:prstTxWarp prst="textNoShape">
              <a:avLst/>
            </a:prstTxWarp>
          </a:bodyPr>
          <a:lstStyle/>
          <a:p>
            <a:pPr lvl="0" algn="ctr"/>
            <a:r>
              <a:rPr lang="en-US" dirty="0">
                <a:solidFill>
                  <a:schemeClr val="accent3"/>
                </a:solidFill>
              </a:rPr>
              <a:t>2</a:t>
            </a:r>
          </a:p>
        </p:txBody>
      </p:sp>
      <p:sp>
        <p:nvSpPr>
          <p:cNvPr id="47" name="Oval 46">
            <a:extLst>
              <a:ext uri="{FF2B5EF4-FFF2-40B4-BE49-F238E27FC236}">
                <a16:creationId xmlns:a16="http://schemas.microsoft.com/office/drawing/2014/main" id="{5B0E1473-AF0F-7C48-8FAF-3848C1B61D3D}"/>
              </a:ext>
              <a:ext uri="{C183D7F6-B498-43B3-948B-1728B52AA6E4}">
                <adec:decorative xmlns:adec="http://schemas.microsoft.com/office/drawing/2017/decorative" val="1"/>
              </a:ext>
            </a:extLst>
          </p:cNvPr>
          <p:cNvSpPr/>
          <p:nvPr userDrawn="1"/>
        </p:nvSpPr>
        <p:spPr bwMode="gray">
          <a:xfrm>
            <a:off x="5705250" y="2118221"/>
            <a:ext cx="788487" cy="788487"/>
          </a:xfrm>
          <a:prstGeom prst="ellipse">
            <a:avLst/>
          </a:prstGeom>
          <a:solidFill>
            <a:schemeClr val="bg1"/>
          </a:solidFill>
          <a:ln w="25400">
            <a:solidFill>
              <a:schemeClr val="accent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r>
              <a:rPr lang="en-US" dirty="0">
                <a:solidFill>
                  <a:schemeClr val="accent2"/>
                </a:solidFill>
              </a:rPr>
              <a:t>3</a:t>
            </a:r>
          </a:p>
        </p:txBody>
      </p:sp>
      <p:sp>
        <p:nvSpPr>
          <p:cNvPr id="48" name="Oval 47">
            <a:extLst>
              <a:ext uri="{FF2B5EF4-FFF2-40B4-BE49-F238E27FC236}">
                <a16:creationId xmlns:a16="http://schemas.microsoft.com/office/drawing/2014/main" id="{E4E1A06A-E5D9-064B-85F4-74B463C7BDD3}"/>
              </a:ext>
              <a:ext uri="{C183D7F6-B498-43B3-948B-1728B52AA6E4}">
                <adec:decorative xmlns:adec="http://schemas.microsoft.com/office/drawing/2017/decorative" val="1"/>
              </a:ext>
            </a:extLst>
          </p:cNvPr>
          <p:cNvSpPr/>
          <p:nvPr userDrawn="1"/>
        </p:nvSpPr>
        <p:spPr bwMode="gray">
          <a:xfrm>
            <a:off x="7990158" y="2118221"/>
            <a:ext cx="788487" cy="788487"/>
          </a:xfrm>
          <a:prstGeom prst="ellipse">
            <a:avLst/>
          </a:prstGeom>
          <a:solidFill>
            <a:schemeClr val="bg1"/>
          </a:solidFill>
          <a:ln w="25400">
            <a:solidFill>
              <a:schemeClr val="accent5"/>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r>
              <a:rPr lang="en-US" dirty="0">
                <a:solidFill>
                  <a:schemeClr val="accent5"/>
                </a:solidFill>
              </a:rPr>
              <a:t>4</a:t>
            </a:r>
          </a:p>
        </p:txBody>
      </p:sp>
      <p:sp>
        <p:nvSpPr>
          <p:cNvPr id="49" name="Oval 48">
            <a:extLst>
              <a:ext uri="{FF2B5EF4-FFF2-40B4-BE49-F238E27FC236}">
                <a16:creationId xmlns:a16="http://schemas.microsoft.com/office/drawing/2014/main" id="{B7824627-50AB-F94E-9519-EADC5841F8D3}"/>
              </a:ext>
              <a:ext uri="{C183D7F6-B498-43B3-948B-1728B52AA6E4}">
                <adec:decorative xmlns:adec="http://schemas.microsoft.com/office/drawing/2017/decorative" val="1"/>
              </a:ext>
            </a:extLst>
          </p:cNvPr>
          <p:cNvSpPr/>
          <p:nvPr userDrawn="1"/>
        </p:nvSpPr>
        <p:spPr bwMode="gray">
          <a:xfrm>
            <a:off x="10272170" y="2118221"/>
            <a:ext cx="788487" cy="788487"/>
          </a:xfrm>
          <a:prstGeom prst="ellipse">
            <a:avLst/>
          </a:prstGeom>
          <a:solidFill>
            <a:schemeClr val="bg1"/>
          </a:solidFill>
          <a:ln w="25400">
            <a:solidFill>
              <a:srgbClr val="53565A"/>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dirty="0">
                <a:solidFill>
                  <a:schemeClr val="bg2">
                    <a:lumMod val="25000"/>
                  </a:schemeClr>
                </a:solidFill>
              </a:rPr>
              <a:t>5</a:t>
            </a:r>
          </a:p>
        </p:txBody>
      </p:sp>
    </p:spTree>
    <p:extLst>
      <p:ext uri="{BB962C8B-B14F-4D97-AF65-F5344CB8AC3E}">
        <p14:creationId xmlns:p14="http://schemas.microsoft.com/office/powerpoint/2010/main" val="188667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Char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BA8A47F-2243-412F-A1A8-FA8E3475F5E1}"/>
              </a:ext>
            </a:extLst>
          </p:cNvPr>
          <p:cNvSpPr>
            <a:spLocks noGrp="1"/>
          </p:cNvSpPr>
          <p:nvPr>
            <p:ph type="title" hasCustomPrompt="1"/>
          </p:nvPr>
        </p:nvSpPr>
        <p:spPr/>
        <p:txBody>
          <a:bodyPr/>
          <a:lstStyle>
            <a:lvl1pPr>
              <a:defRPr>
                <a:solidFill>
                  <a:schemeClr val="accent2"/>
                </a:solidFill>
              </a:defRPr>
            </a:lvl1pPr>
          </a:lstStyle>
          <a:p>
            <a:r>
              <a:rPr lang="en-US"/>
              <a:t>Sample Chart Layout for Text – Click to Add a Title</a:t>
            </a:r>
          </a:p>
        </p:txBody>
      </p:sp>
      <p:sp>
        <p:nvSpPr>
          <p:cNvPr id="16" name="Subtitle 2">
            <a:extLst>
              <a:ext uri="{FF2B5EF4-FFF2-40B4-BE49-F238E27FC236}">
                <a16:creationId xmlns:a16="http://schemas.microsoft.com/office/drawing/2014/main" id="{EEA64E97-C31D-49B1-B8E1-20E5F404F516}"/>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35" name="Text Placeholder 3" descr="Row 1 label">
            <a:extLst>
              <a:ext uri="{FF2B5EF4-FFF2-40B4-BE49-F238E27FC236}">
                <a16:creationId xmlns:a16="http://schemas.microsoft.com/office/drawing/2014/main" id="{7077ED63-7149-B64F-804C-21E2E59DF7DB}"/>
              </a:ext>
            </a:extLst>
          </p:cNvPr>
          <p:cNvSpPr>
            <a:spLocks noGrp="1"/>
          </p:cNvSpPr>
          <p:nvPr>
            <p:ph type="body" sz="quarter" idx="30" hasCustomPrompt="1"/>
          </p:nvPr>
        </p:nvSpPr>
        <p:spPr>
          <a:xfrm>
            <a:off x="271464" y="1546789"/>
            <a:ext cx="574570" cy="439174"/>
          </a:xfrm>
          <a:solidFill>
            <a:schemeClr val="bg1"/>
          </a:solidFill>
          <a:ln w="12700">
            <a:noFill/>
          </a:ln>
        </p:spPr>
        <p:txBody>
          <a:bodyPr tIns="91440"/>
          <a:lstStyle>
            <a:lvl1pPr algn="ctr">
              <a:lnSpc>
                <a:spcPct val="100000"/>
              </a:lnSpc>
              <a:spcBef>
                <a:spcPts val="600"/>
              </a:spcBef>
              <a:buNone/>
              <a:defRPr sz="1000">
                <a:solidFill>
                  <a:schemeClr val="tx1"/>
                </a:solidFill>
              </a:defRPr>
            </a:lvl1pPr>
            <a:lvl2pPr marL="0" indent="0" algn="ctr">
              <a:lnSpc>
                <a:spcPct val="100000"/>
              </a:lnSpc>
              <a:spcBef>
                <a:spcPts val="600"/>
              </a:spcBef>
              <a:buFont typeface="Open Sans" panose="020B0606030504020204" pitchFamily="34" charset="0"/>
              <a:buChar char="​"/>
              <a:defRPr sz="1400"/>
            </a:lvl2pPr>
          </a:lstStyle>
          <a:p>
            <a:pPr lvl="0"/>
            <a:r>
              <a:rPr lang="en-US" dirty="0"/>
              <a:t>Click to add text</a:t>
            </a:r>
          </a:p>
        </p:txBody>
      </p:sp>
      <p:sp>
        <p:nvSpPr>
          <p:cNvPr id="34" name="Text Placeholder 3" descr="Row 1 text box is a long horizontal box the width of the slide acting as a header. ">
            <a:extLst>
              <a:ext uri="{FF2B5EF4-FFF2-40B4-BE49-F238E27FC236}">
                <a16:creationId xmlns:a16="http://schemas.microsoft.com/office/drawing/2014/main" id="{03CB2304-DD0F-674C-91F7-863CDF3757FC}"/>
              </a:ext>
            </a:extLst>
          </p:cNvPr>
          <p:cNvSpPr>
            <a:spLocks noGrp="1"/>
          </p:cNvSpPr>
          <p:nvPr>
            <p:ph type="body" sz="quarter" idx="29" hasCustomPrompt="1"/>
          </p:nvPr>
        </p:nvSpPr>
        <p:spPr>
          <a:xfrm>
            <a:off x="1034040" y="1561701"/>
            <a:ext cx="10630969" cy="429469"/>
          </a:xfrm>
          <a:solidFill>
            <a:srgbClr val="F4F8FA"/>
          </a:solidFill>
          <a:ln w="12700">
            <a:solidFill>
              <a:schemeClr val="accent3">
                <a:alpha val="25000"/>
              </a:schemeClr>
            </a:solidFill>
          </a:ln>
        </p:spPr>
        <p:txBody>
          <a:bodyPr tIns="91440"/>
          <a:lstStyle>
            <a:lvl1pPr algn="ctr">
              <a:lnSpc>
                <a:spcPct val="100000"/>
              </a:lnSpc>
              <a:spcBef>
                <a:spcPts val="600"/>
              </a:spcBef>
              <a:buNone/>
              <a:defRPr sz="1600">
                <a:solidFill>
                  <a:schemeClr val="tx1"/>
                </a:solidFill>
              </a:defRPr>
            </a:lvl1pPr>
            <a:lvl2pPr marL="0" indent="0" algn="ctr">
              <a:lnSpc>
                <a:spcPct val="100000"/>
              </a:lnSpc>
              <a:spcBef>
                <a:spcPts val="600"/>
              </a:spcBef>
              <a:buFont typeface="Open Sans" panose="020B0606030504020204" pitchFamily="34" charset="0"/>
              <a:buChar char="​"/>
              <a:defRPr sz="1400"/>
            </a:lvl2pPr>
          </a:lstStyle>
          <a:p>
            <a:pPr lvl="0"/>
            <a:r>
              <a:rPr lang="en-US"/>
              <a:t>Click to add text</a:t>
            </a:r>
          </a:p>
        </p:txBody>
      </p:sp>
      <p:sp>
        <p:nvSpPr>
          <p:cNvPr id="36" name="Text Placeholder 3" descr="Row 2 label; this row shows 4 content boxes labeled A through D, each is a different color and holds text.">
            <a:extLst>
              <a:ext uri="{FF2B5EF4-FFF2-40B4-BE49-F238E27FC236}">
                <a16:creationId xmlns:a16="http://schemas.microsoft.com/office/drawing/2014/main" id="{3E62FD32-E978-1A49-AA98-60CD14AE003D}"/>
              </a:ext>
            </a:extLst>
          </p:cNvPr>
          <p:cNvSpPr>
            <a:spLocks noGrp="1"/>
          </p:cNvSpPr>
          <p:nvPr>
            <p:ph type="body" sz="quarter" idx="31" hasCustomPrompt="1"/>
          </p:nvPr>
        </p:nvSpPr>
        <p:spPr>
          <a:xfrm>
            <a:off x="285750" y="3304775"/>
            <a:ext cx="560283" cy="658026"/>
          </a:xfrm>
          <a:solidFill>
            <a:schemeClr val="bg1"/>
          </a:solidFill>
          <a:ln w="12700">
            <a:noFill/>
          </a:ln>
        </p:spPr>
        <p:txBody>
          <a:bodyPr tIns="91440"/>
          <a:lstStyle>
            <a:lvl1pPr algn="ctr">
              <a:lnSpc>
                <a:spcPct val="100000"/>
              </a:lnSpc>
              <a:spcBef>
                <a:spcPts val="600"/>
              </a:spcBef>
              <a:buNone/>
              <a:defRPr sz="1000">
                <a:solidFill>
                  <a:schemeClr val="tx1"/>
                </a:solidFill>
              </a:defRPr>
            </a:lvl1pPr>
            <a:lvl2pPr marL="0" indent="0" algn="ctr">
              <a:lnSpc>
                <a:spcPct val="100000"/>
              </a:lnSpc>
              <a:spcBef>
                <a:spcPts val="600"/>
              </a:spcBef>
              <a:buFont typeface="Open Sans" panose="020B0606030504020204" pitchFamily="34" charset="0"/>
              <a:buChar char="​"/>
              <a:defRPr sz="1400"/>
            </a:lvl2pPr>
          </a:lstStyle>
          <a:p>
            <a:pPr lvl="0"/>
            <a:r>
              <a:rPr lang="en-US" dirty="0"/>
              <a:t>Click to add text</a:t>
            </a:r>
          </a:p>
        </p:txBody>
      </p:sp>
      <p:cxnSp>
        <p:nvCxnSpPr>
          <p:cNvPr id="4" name="Straight Connector 3">
            <a:extLst>
              <a:ext uri="{FF2B5EF4-FFF2-40B4-BE49-F238E27FC236}">
                <a16:creationId xmlns:a16="http://schemas.microsoft.com/office/drawing/2014/main" id="{7E322B01-8AA4-6B48-98B8-90F64F16E3E4}"/>
              </a:ext>
              <a:ext uri="{C183D7F6-B498-43B3-948B-1728B52AA6E4}">
                <adec:decorative xmlns:adec="http://schemas.microsoft.com/office/drawing/2017/decorative" val="1"/>
              </a:ext>
            </a:extLst>
          </p:cNvPr>
          <p:cNvCxnSpPr/>
          <p:nvPr/>
        </p:nvCxnSpPr>
        <p:spPr bwMode="gray">
          <a:xfrm>
            <a:off x="1093076" y="2680138"/>
            <a:ext cx="2459421" cy="0"/>
          </a:xfrm>
          <a:prstGeom prst="line">
            <a:avLst/>
          </a:prstGeom>
          <a:ln w="25400">
            <a:solidFill>
              <a:schemeClr val="accent4"/>
            </a:solidFill>
            <a:miter lim="800000"/>
            <a:tailEnd type="none"/>
          </a:ln>
        </p:spPr>
        <p:style>
          <a:lnRef idx="1">
            <a:schemeClr val="accent1"/>
          </a:lnRef>
          <a:fillRef idx="0">
            <a:schemeClr val="accent1"/>
          </a:fillRef>
          <a:effectRef idx="0">
            <a:schemeClr val="accent1"/>
          </a:effectRef>
          <a:fontRef idx="minor">
            <a:schemeClr val="tx1"/>
          </a:fontRef>
        </p:style>
      </p:cxnSp>
      <p:sp>
        <p:nvSpPr>
          <p:cNvPr id="17" name="Text Placeholder 3" descr="Row 2, box 1: text in plum">
            <a:extLst>
              <a:ext uri="{FF2B5EF4-FFF2-40B4-BE49-F238E27FC236}">
                <a16:creationId xmlns:a16="http://schemas.microsoft.com/office/drawing/2014/main" id="{2E201879-B985-4ADE-8AD6-6C3E14CE0AFE}"/>
              </a:ext>
            </a:extLst>
          </p:cNvPr>
          <p:cNvSpPr>
            <a:spLocks noGrp="1"/>
          </p:cNvSpPr>
          <p:nvPr>
            <p:ph type="body" sz="quarter" idx="19" hasCustomPrompt="1"/>
          </p:nvPr>
        </p:nvSpPr>
        <p:spPr>
          <a:xfrm>
            <a:off x="1102407" y="2699834"/>
            <a:ext cx="2459421" cy="1949198"/>
          </a:xfrm>
          <a:noFill/>
          <a:ln w="15875">
            <a:noFill/>
          </a:ln>
        </p:spPr>
        <p:txBody>
          <a:bodyPr tIns="365760"/>
          <a:lstStyle>
            <a:lvl1pPr algn="ctr">
              <a:lnSpc>
                <a:spcPct val="100000"/>
              </a:lnSpc>
              <a:spcBef>
                <a:spcPts val="600"/>
              </a:spcBef>
              <a:buNone/>
              <a:defRPr sz="1800">
                <a:solidFill>
                  <a:schemeClr val="accent4"/>
                </a:solidFill>
              </a:defRPr>
            </a:lvl1pPr>
            <a:lvl2pPr marL="0" indent="0" algn="ctr">
              <a:lnSpc>
                <a:spcPct val="100000"/>
              </a:lnSpc>
              <a:spcBef>
                <a:spcPts val="600"/>
              </a:spcBef>
              <a:buFont typeface="Open Sans" panose="020B0606030504020204" pitchFamily="34" charset="0"/>
              <a:buChar char="​"/>
              <a:defRPr sz="1400">
                <a:solidFill>
                  <a:schemeClr val="tx1"/>
                </a:solidFill>
              </a:defRPr>
            </a:lvl2pPr>
          </a:lstStyle>
          <a:p>
            <a:pPr lvl="0"/>
            <a:r>
              <a:rPr lang="en-US" dirty="0"/>
              <a:t>Click to add text</a:t>
            </a:r>
          </a:p>
          <a:p>
            <a:pPr lvl="1"/>
            <a:r>
              <a:rPr lang="en-US" dirty="0"/>
              <a:t>Second level</a:t>
            </a:r>
          </a:p>
        </p:txBody>
      </p:sp>
      <p:cxnSp>
        <p:nvCxnSpPr>
          <p:cNvPr id="32" name="Straight Connector 31">
            <a:extLst>
              <a:ext uri="{FF2B5EF4-FFF2-40B4-BE49-F238E27FC236}">
                <a16:creationId xmlns:a16="http://schemas.microsoft.com/office/drawing/2014/main" id="{65C97932-042E-C845-9300-586CA61AB8C0}"/>
              </a:ext>
              <a:ext uri="{C183D7F6-B498-43B3-948B-1728B52AA6E4}">
                <adec:decorative xmlns:adec="http://schemas.microsoft.com/office/drawing/2017/decorative" val="1"/>
              </a:ext>
            </a:extLst>
          </p:cNvPr>
          <p:cNvCxnSpPr/>
          <p:nvPr/>
        </p:nvCxnSpPr>
        <p:spPr bwMode="gray">
          <a:xfrm>
            <a:off x="3805092" y="2680138"/>
            <a:ext cx="2459421" cy="0"/>
          </a:xfrm>
          <a:prstGeom prst="line">
            <a:avLst/>
          </a:prstGeom>
          <a:ln w="25400">
            <a:solidFill>
              <a:schemeClr val="accent3"/>
            </a:solidFill>
            <a:miter lim="800000"/>
            <a:tailEnd type="none"/>
          </a:ln>
        </p:spPr>
        <p:style>
          <a:lnRef idx="1">
            <a:schemeClr val="accent1"/>
          </a:lnRef>
          <a:fillRef idx="0">
            <a:schemeClr val="accent1"/>
          </a:fillRef>
          <a:effectRef idx="0">
            <a:schemeClr val="accent1"/>
          </a:effectRef>
          <a:fontRef idx="minor">
            <a:schemeClr val="tx1"/>
          </a:fontRef>
        </p:style>
      </p:cxnSp>
      <p:sp>
        <p:nvSpPr>
          <p:cNvPr id="29" name="Text Placeholder 3" descr="Row 2, box 3: text in indigo">
            <a:extLst>
              <a:ext uri="{FF2B5EF4-FFF2-40B4-BE49-F238E27FC236}">
                <a16:creationId xmlns:a16="http://schemas.microsoft.com/office/drawing/2014/main" id="{62D3946B-F2F1-42AF-8E89-00761A7745D4}"/>
              </a:ext>
            </a:extLst>
          </p:cNvPr>
          <p:cNvSpPr>
            <a:spLocks noGrp="1"/>
          </p:cNvSpPr>
          <p:nvPr>
            <p:ph type="body" sz="quarter" idx="21" hasCustomPrompt="1"/>
          </p:nvPr>
        </p:nvSpPr>
        <p:spPr>
          <a:xfrm>
            <a:off x="3816081" y="2699834"/>
            <a:ext cx="2459421" cy="1949198"/>
          </a:xfrm>
          <a:noFill/>
          <a:ln w="15875">
            <a:noFill/>
          </a:ln>
        </p:spPr>
        <p:txBody>
          <a:bodyPr tIns="365760"/>
          <a:lstStyle>
            <a:lvl1pPr algn="ctr">
              <a:lnSpc>
                <a:spcPct val="100000"/>
              </a:lnSpc>
              <a:spcBef>
                <a:spcPts val="600"/>
              </a:spcBef>
              <a:defRPr sz="1800">
                <a:solidFill>
                  <a:schemeClr val="accent3"/>
                </a:solidFill>
              </a:defRPr>
            </a:lvl1pPr>
            <a:lvl2pPr marL="285750" indent="-285750" algn="ctr">
              <a:lnSpc>
                <a:spcPct val="100000"/>
              </a:lnSpc>
              <a:spcBef>
                <a:spcPts val="600"/>
              </a:spcBef>
              <a:buFont typeface="Open Sans" panose="020B0606030504020204" pitchFamily="34" charset="0"/>
              <a:buChar char="​"/>
              <a:defRPr lang="en-US" sz="1400" kern="1200" dirty="0">
                <a:solidFill>
                  <a:schemeClr val="tx1"/>
                </a:solidFill>
                <a:latin typeface="+mn-lt"/>
                <a:ea typeface="+mn-ea"/>
                <a:cs typeface="+mn-cs"/>
              </a:defRPr>
            </a:lvl2pPr>
          </a:lstStyle>
          <a:p>
            <a:pPr lvl="0"/>
            <a:r>
              <a:rPr lang="en-US" dirty="0"/>
              <a:t>Click to add text</a:t>
            </a:r>
          </a:p>
          <a:p>
            <a:pPr marL="0" lvl="1" indent="0" algn="ctr" defTabSz="914400" rtl="0" eaLnBrk="1" latinLnBrk="0" hangingPunct="1">
              <a:lnSpc>
                <a:spcPct val="100000"/>
              </a:lnSpc>
              <a:spcBef>
                <a:spcPts val="600"/>
              </a:spcBef>
              <a:buClr>
                <a:schemeClr val="bg2">
                  <a:lumMod val="25000"/>
                </a:schemeClr>
              </a:buClr>
              <a:buSzPct val="90000"/>
              <a:buFont typeface="Open Sans" panose="020B0606030504020204" pitchFamily="34" charset="0"/>
              <a:buChar char="​"/>
            </a:pPr>
            <a:r>
              <a:rPr lang="en-US" dirty="0"/>
              <a:t>Second level</a:t>
            </a:r>
          </a:p>
        </p:txBody>
      </p:sp>
      <p:cxnSp>
        <p:nvCxnSpPr>
          <p:cNvPr id="25" name="Straight Connector 24">
            <a:extLst>
              <a:ext uri="{FF2B5EF4-FFF2-40B4-BE49-F238E27FC236}">
                <a16:creationId xmlns:a16="http://schemas.microsoft.com/office/drawing/2014/main" id="{1AEFB321-2C32-7945-A5C9-A9F00AE58896}"/>
              </a:ext>
              <a:ext uri="{C183D7F6-B498-43B3-948B-1728B52AA6E4}">
                <adec:decorative xmlns:adec="http://schemas.microsoft.com/office/drawing/2017/decorative" val="1"/>
              </a:ext>
            </a:extLst>
          </p:cNvPr>
          <p:cNvCxnSpPr/>
          <p:nvPr/>
        </p:nvCxnSpPr>
        <p:spPr bwMode="gray">
          <a:xfrm>
            <a:off x="6517108" y="2680138"/>
            <a:ext cx="2459421" cy="0"/>
          </a:xfrm>
          <a:prstGeom prst="line">
            <a:avLst/>
          </a:prstGeom>
          <a:ln w="25400">
            <a:solidFill>
              <a:schemeClr val="accent2"/>
            </a:solidFill>
            <a:miter lim="800000"/>
            <a:tailEnd type="none"/>
          </a:ln>
        </p:spPr>
        <p:style>
          <a:lnRef idx="1">
            <a:schemeClr val="accent1"/>
          </a:lnRef>
          <a:fillRef idx="0">
            <a:schemeClr val="accent1"/>
          </a:fillRef>
          <a:effectRef idx="0">
            <a:schemeClr val="accent1"/>
          </a:effectRef>
          <a:fontRef idx="minor">
            <a:schemeClr val="tx1"/>
          </a:fontRef>
        </p:style>
      </p:cxnSp>
      <p:sp>
        <p:nvSpPr>
          <p:cNvPr id="28" name="Text Placeholder 3" descr="Row 2, box 2: text in ocean">
            <a:extLst>
              <a:ext uri="{FF2B5EF4-FFF2-40B4-BE49-F238E27FC236}">
                <a16:creationId xmlns:a16="http://schemas.microsoft.com/office/drawing/2014/main" id="{9495BAAB-E860-4075-9DA3-ABA7C32D235E}"/>
              </a:ext>
            </a:extLst>
          </p:cNvPr>
          <p:cNvSpPr>
            <a:spLocks noGrp="1"/>
          </p:cNvSpPr>
          <p:nvPr>
            <p:ph type="body" sz="quarter" idx="20" hasCustomPrompt="1"/>
          </p:nvPr>
        </p:nvSpPr>
        <p:spPr>
          <a:xfrm>
            <a:off x="6529755" y="2699834"/>
            <a:ext cx="2459421" cy="1949198"/>
          </a:xfrm>
          <a:noFill/>
          <a:ln w="15875">
            <a:noFill/>
          </a:ln>
        </p:spPr>
        <p:txBody>
          <a:bodyPr tIns="365760"/>
          <a:lstStyle>
            <a:lvl1pPr algn="ctr">
              <a:lnSpc>
                <a:spcPct val="100000"/>
              </a:lnSpc>
              <a:spcBef>
                <a:spcPts val="600"/>
              </a:spcBef>
              <a:buNone/>
              <a:defRPr sz="1800">
                <a:solidFill>
                  <a:schemeClr val="accent2"/>
                </a:solidFill>
              </a:defRPr>
            </a:lvl1pPr>
            <a:lvl2pPr marL="285750" indent="-285750" algn="ctr">
              <a:lnSpc>
                <a:spcPct val="100000"/>
              </a:lnSpc>
              <a:spcBef>
                <a:spcPts val="600"/>
              </a:spcBef>
              <a:buFont typeface="Open Sans" panose="020B0606030504020204" pitchFamily="34" charset="0"/>
              <a:buChar char="​"/>
              <a:defRPr lang="en-US" sz="1400" kern="1200">
                <a:solidFill>
                  <a:schemeClr val="tx1"/>
                </a:solidFill>
                <a:latin typeface="+mn-lt"/>
                <a:ea typeface="+mn-ea"/>
                <a:cs typeface="+mn-cs"/>
              </a:defRPr>
            </a:lvl2pPr>
          </a:lstStyle>
          <a:p>
            <a:pPr lvl="0"/>
            <a:r>
              <a:rPr lang="en-US" dirty="0"/>
              <a:t>Click to add text</a:t>
            </a:r>
          </a:p>
          <a:p>
            <a:pPr marL="0" lvl="1" indent="0" algn="ctr" defTabSz="914400" rtl="0" eaLnBrk="1" latinLnBrk="0" hangingPunct="1">
              <a:lnSpc>
                <a:spcPct val="100000"/>
              </a:lnSpc>
              <a:spcBef>
                <a:spcPts val="600"/>
              </a:spcBef>
              <a:buClr>
                <a:schemeClr val="bg2">
                  <a:lumMod val="25000"/>
                </a:schemeClr>
              </a:buClr>
              <a:buSzPct val="90000"/>
              <a:buFont typeface="Open Sans" panose="020B0606030504020204" pitchFamily="34" charset="0"/>
              <a:buChar char="​"/>
            </a:pPr>
            <a:r>
              <a:rPr lang="en-US" dirty="0"/>
              <a:t>Second level</a:t>
            </a:r>
          </a:p>
        </p:txBody>
      </p:sp>
      <p:cxnSp>
        <p:nvCxnSpPr>
          <p:cNvPr id="38" name="Straight Connector 37">
            <a:extLst>
              <a:ext uri="{FF2B5EF4-FFF2-40B4-BE49-F238E27FC236}">
                <a16:creationId xmlns:a16="http://schemas.microsoft.com/office/drawing/2014/main" id="{D68A42CD-A1AD-9149-80A3-4BFE5D75E3AB}"/>
              </a:ext>
              <a:ext uri="{C183D7F6-B498-43B3-948B-1728B52AA6E4}">
                <adec:decorative xmlns:adec="http://schemas.microsoft.com/office/drawing/2017/decorative" val="1"/>
              </a:ext>
            </a:extLst>
          </p:cNvPr>
          <p:cNvCxnSpPr/>
          <p:nvPr/>
        </p:nvCxnSpPr>
        <p:spPr bwMode="gray">
          <a:xfrm>
            <a:off x="9229123" y="2680138"/>
            <a:ext cx="2459421" cy="0"/>
          </a:xfrm>
          <a:prstGeom prst="line">
            <a:avLst/>
          </a:prstGeom>
          <a:ln w="25400">
            <a:solidFill>
              <a:schemeClr val="accent5"/>
            </a:solidFill>
            <a:miter lim="800000"/>
            <a:tailEnd type="none"/>
          </a:ln>
        </p:spPr>
        <p:style>
          <a:lnRef idx="1">
            <a:schemeClr val="accent1"/>
          </a:lnRef>
          <a:fillRef idx="0">
            <a:schemeClr val="accent1"/>
          </a:fillRef>
          <a:effectRef idx="0">
            <a:schemeClr val="accent1"/>
          </a:effectRef>
          <a:fontRef idx="minor">
            <a:schemeClr val="tx1"/>
          </a:fontRef>
        </p:style>
      </p:cxnSp>
      <p:sp>
        <p:nvSpPr>
          <p:cNvPr id="30" name="Text Placeholder 3" descr="Row 2, box 4: text in dark green">
            <a:extLst>
              <a:ext uri="{FF2B5EF4-FFF2-40B4-BE49-F238E27FC236}">
                <a16:creationId xmlns:a16="http://schemas.microsoft.com/office/drawing/2014/main" id="{22F84664-2E68-46AE-AE2C-E8D2B6C9A1DD}"/>
              </a:ext>
            </a:extLst>
          </p:cNvPr>
          <p:cNvSpPr>
            <a:spLocks noGrp="1"/>
          </p:cNvSpPr>
          <p:nvPr>
            <p:ph type="body" sz="quarter" idx="22" hasCustomPrompt="1"/>
          </p:nvPr>
        </p:nvSpPr>
        <p:spPr>
          <a:xfrm>
            <a:off x="9243428" y="2699834"/>
            <a:ext cx="2459421" cy="1949198"/>
          </a:xfrm>
          <a:noFill/>
          <a:ln w="15875">
            <a:noFill/>
          </a:ln>
        </p:spPr>
        <p:txBody>
          <a:bodyPr tIns="365760"/>
          <a:lstStyle>
            <a:lvl1pPr algn="ctr">
              <a:lnSpc>
                <a:spcPct val="100000"/>
              </a:lnSpc>
              <a:spcBef>
                <a:spcPts val="600"/>
              </a:spcBef>
              <a:buNone/>
              <a:defRPr sz="1800">
                <a:solidFill>
                  <a:schemeClr val="accent5"/>
                </a:solidFill>
              </a:defRPr>
            </a:lvl1pPr>
            <a:lvl2pPr marL="285750" indent="-285750" algn="ctr">
              <a:lnSpc>
                <a:spcPct val="100000"/>
              </a:lnSpc>
              <a:spcBef>
                <a:spcPts val="600"/>
              </a:spcBef>
              <a:buFont typeface="Open Sans" panose="020B0606030504020204" pitchFamily="34" charset="0"/>
              <a:buChar char="​"/>
              <a:defRPr lang="en-US" sz="1400" kern="1200" dirty="0">
                <a:solidFill>
                  <a:schemeClr val="tx1"/>
                </a:solidFill>
                <a:latin typeface="+mn-lt"/>
                <a:ea typeface="+mn-ea"/>
                <a:cs typeface="+mn-cs"/>
              </a:defRPr>
            </a:lvl2pPr>
          </a:lstStyle>
          <a:p>
            <a:pPr lvl="0"/>
            <a:r>
              <a:rPr lang="en-US" dirty="0"/>
              <a:t>Click to add text</a:t>
            </a:r>
          </a:p>
          <a:p>
            <a:pPr marL="0" lvl="1" indent="0" algn="ctr" defTabSz="914400" rtl="0" eaLnBrk="1" latinLnBrk="0" hangingPunct="1">
              <a:lnSpc>
                <a:spcPct val="100000"/>
              </a:lnSpc>
              <a:spcBef>
                <a:spcPts val="600"/>
              </a:spcBef>
              <a:buClr>
                <a:schemeClr val="bg2">
                  <a:lumMod val="25000"/>
                </a:schemeClr>
              </a:buClr>
              <a:buSzPct val="90000"/>
              <a:buFont typeface="Open Sans" panose="020B0606030504020204" pitchFamily="34" charset="0"/>
              <a:buChar char="​"/>
            </a:pPr>
            <a:r>
              <a:rPr lang="en-US" dirty="0"/>
              <a:t>Second level</a:t>
            </a:r>
          </a:p>
        </p:txBody>
      </p:sp>
      <p:sp>
        <p:nvSpPr>
          <p:cNvPr id="37" name="Text Placeholder 3" descr="Row 3 label: this row shows six, small content boxes in a horiztonal row">
            <a:extLst>
              <a:ext uri="{FF2B5EF4-FFF2-40B4-BE49-F238E27FC236}">
                <a16:creationId xmlns:a16="http://schemas.microsoft.com/office/drawing/2014/main" id="{EF286E42-C44A-274D-B9C1-D21F1AD1DEB2}"/>
              </a:ext>
            </a:extLst>
          </p:cNvPr>
          <p:cNvSpPr>
            <a:spLocks noGrp="1"/>
          </p:cNvSpPr>
          <p:nvPr>
            <p:ph type="body" sz="quarter" idx="32" hasCustomPrompt="1"/>
          </p:nvPr>
        </p:nvSpPr>
        <p:spPr>
          <a:xfrm>
            <a:off x="300038" y="5065521"/>
            <a:ext cx="545995" cy="658026"/>
          </a:xfrm>
          <a:solidFill>
            <a:schemeClr val="bg1"/>
          </a:solidFill>
          <a:ln w="12700">
            <a:noFill/>
          </a:ln>
        </p:spPr>
        <p:txBody>
          <a:bodyPr tIns="91440"/>
          <a:lstStyle>
            <a:lvl1pPr algn="ctr">
              <a:lnSpc>
                <a:spcPct val="100000"/>
              </a:lnSpc>
              <a:spcBef>
                <a:spcPts val="600"/>
              </a:spcBef>
              <a:buNone/>
              <a:defRPr sz="1000">
                <a:solidFill>
                  <a:schemeClr val="tx1"/>
                </a:solidFill>
              </a:defRPr>
            </a:lvl1pPr>
            <a:lvl2pPr marL="0" indent="0" algn="ctr">
              <a:lnSpc>
                <a:spcPct val="100000"/>
              </a:lnSpc>
              <a:spcBef>
                <a:spcPts val="600"/>
              </a:spcBef>
              <a:buFont typeface="Open Sans" panose="020B0606030504020204" pitchFamily="34" charset="0"/>
              <a:buChar char="​"/>
              <a:defRPr sz="1400"/>
            </a:lvl2pPr>
          </a:lstStyle>
          <a:p>
            <a:pPr lvl="0"/>
            <a:r>
              <a:rPr lang="en-US"/>
              <a:t>Click to add text</a:t>
            </a:r>
          </a:p>
        </p:txBody>
      </p:sp>
      <p:sp>
        <p:nvSpPr>
          <p:cNvPr id="20" name="Text Placeholder 3" descr="Row 3, text box 1">
            <a:extLst>
              <a:ext uri="{FF2B5EF4-FFF2-40B4-BE49-F238E27FC236}">
                <a16:creationId xmlns:a16="http://schemas.microsoft.com/office/drawing/2014/main" id="{828E38C7-4E21-F24B-B372-9632EC441D7F}"/>
              </a:ext>
            </a:extLst>
          </p:cNvPr>
          <p:cNvSpPr>
            <a:spLocks noGrp="1"/>
          </p:cNvSpPr>
          <p:nvPr>
            <p:ph type="body" sz="quarter" idx="23" hasCustomPrompt="1"/>
          </p:nvPr>
        </p:nvSpPr>
        <p:spPr>
          <a:xfrm>
            <a:off x="1115051" y="4956561"/>
            <a:ext cx="1713607" cy="915157"/>
          </a:xfrm>
          <a:solidFill>
            <a:srgbClr val="F4F8FA"/>
          </a:solidFill>
          <a:ln w="12700">
            <a:solidFill>
              <a:schemeClr val="accent3">
                <a:alpha val="25000"/>
              </a:schemeClr>
            </a:solidFill>
          </a:ln>
        </p:spPr>
        <p:txBody>
          <a:bodyPr wrap="square" tIns="182880"/>
          <a:lstStyle>
            <a:lvl1pPr algn="ctr">
              <a:lnSpc>
                <a:spcPct val="100000"/>
              </a:lnSpc>
              <a:spcBef>
                <a:spcPts val="600"/>
              </a:spcBef>
              <a:defRPr sz="1200">
                <a:solidFill>
                  <a:schemeClr val="tx1"/>
                </a:solidFill>
              </a:defRPr>
            </a:lvl1pPr>
            <a:lvl2pPr marL="0" indent="0" algn="ctr">
              <a:lnSpc>
                <a:spcPct val="100000"/>
              </a:lnSpc>
              <a:spcBef>
                <a:spcPts val="600"/>
              </a:spcBef>
              <a:buFont typeface="Open Sans" panose="020B0606030504020204" pitchFamily="34" charset="0"/>
              <a:buChar char="​"/>
              <a:defRPr sz="1000">
                <a:solidFill>
                  <a:schemeClr val="tx1"/>
                </a:solidFill>
              </a:defRPr>
            </a:lvl2pPr>
          </a:lstStyle>
          <a:p>
            <a:pPr lvl="0"/>
            <a:r>
              <a:rPr lang="en-US"/>
              <a:t>Click to add text</a:t>
            </a:r>
          </a:p>
          <a:p>
            <a:pPr lvl="1"/>
            <a:r>
              <a:rPr lang="en-US"/>
              <a:t>Second level</a:t>
            </a:r>
          </a:p>
        </p:txBody>
      </p:sp>
      <p:sp>
        <p:nvSpPr>
          <p:cNvPr id="21" name="Text Placeholder 3" descr="Row 3, text box 2">
            <a:extLst>
              <a:ext uri="{FF2B5EF4-FFF2-40B4-BE49-F238E27FC236}">
                <a16:creationId xmlns:a16="http://schemas.microsoft.com/office/drawing/2014/main" id="{8B2FDC15-7948-0244-83E4-0CDCDBC619B3}"/>
              </a:ext>
            </a:extLst>
          </p:cNvPr>
          <p:cNvSpPr>
            <a:spLocks noGrp="1"/>
          </p:cNvSpPr>
          <p:nvPr>
            <p:ph type="body" sz="quarter" idx="24" hasCustomPrompt="1"/>
          </p:nvPr>
        </p:nvSpPr>
        <p:spPr>
          <a:xfrm>
            <a:off x="2886312" y="4956561"/>
            <a:ext cx="1713607" cy="915157"/>
          </a:xfrm>
          <a:solidFill>
            <a:srgbClr val="F4F8FA"/>
          </a:solidFill>
          <a:ln w="12700">
            <a:solidFill>
              <a:schemeClr val="accent3">
                <a:alpha val="25000"/>
              </a:schemeClr>
            </a:solidFill>
          </a:ln>
        </p:spPr>
        <p:txBody>
          <a:bodyPr wrap="square" tIns="182880"/>
          <a:lstStyle>
            <a:lvl1pPr algn="ctr">
              <a:lnSpc>
                <a:spcPct val="100000"/>
              </a:lnSpc>
              <a:spcBef>
                <a:spcPts val="600"/>
              </a:spcBef>
              <a:defRPr sz="1200">
                <a:solidFill>
                  <a:schemeClr val="tx1"/>
                </a:solidFill>
              </a:defRPr>
            </a:lvl1pPr>
            <a:lvl2pPr marL="0" indent="0" algn="ctr">
              <a:lnSpc>
                <a:spcPct val="100000"/>
              </a:lnSpc>
              <a:spcBef>
                <a:spcPts val="600"/>
              </a:spcBef>
              <a:buFont typeface="Open Sans" panose="020B0606030504020204" pitchFamily="34" charset="0"/>
              <a:buChar char="​"/>
              <a:defRPr sz="1000">
                <a:solidFill>
                  <a:schemeClr val="tx1"/>
                </a:solidFill>
              </a:defRPr>
            </a:lvl2pPr>
          </a:lstStyle>
          <a:p>
            <a:pPr lvl="0"/>
            <a:r>
              <a:rPr lang="en-US"/>
              <a:t>Click to add text</a:t>
            </a:r>
          </a:p>
          <a:p>
            <a:pPr lvl="1"/>
            <a:r>
              <a:rPr lang="en-US"/>
              <a:t>Second level</a:t>
            </a:r>
          </a:p>
        </p:txBody>
      </p:sp>
      <p:sp>
        <p:nvSpPr>
          <p:cNvPr id="26" name="Text Placeholder 3" descr="Row 3, text box 3">
            <a:extLst>
              <a:ext uri="{FF2B5EF4-FFF2-40B4-BE49-F238E27FC236}">
                <a16:creationId xmlns:a16="http://schemas.microsoft.com/office/drawing/2014/main" id="{E4B34A83-BA8A-6844-8A56-BBD517A5B6FD}"/>
              </a:ext>
            </a:extLst>
          </p:cNvPr>
          <p:cNvSpPr>
            <a:spLocks noGrp="1"/>
          </p:cNvSpPr>
          <p:nvPr>
            <p:ph type="body" sz="quarter" idx="25" hasCustomPrompt="1"/>
          </p:nvPr>
        </p:nvSpPr>
        <p:spPr>
          <a:xfrm>
            <a:off x="4657573" y="4956561"/>
            <a:ext cx="1713607" cy="915157"/>
          </a:xfrm>
          <a:solidFill>
            <a:srgbClr val="F4F8FA"/>
          </a:solidFill>
          <a:ln w="12700">
            <a:solidFill>
              <a:schemeClr val="accent3">
                <a:alpha val="25000"/>
              </a:schemeClr>
            </a:solidFill>
          </a:ln>
        </p:spPr>
        <p:txBody>
          <a:bodyPr wrap="square" tIns="182880"/>
          <a:lstStyle>
            <a:lvl1pPr algn="ctr">
              <a:lnSpc>
                <a:spcPct val="100000"/>
              </a:lnSpc>
              <a:spcBef>
                <a:spcPts val="600"/>
              </a:spcBef>
              <a:defRPr sz="1200">
                <a:solidFill>
                  <a:schemeClr val="tx1"/>
                </a:solidFill>
              </a:defRPr>
            </a:lvl1pPr>
            <a:lvl2pPr marL="0" indent="0" algn="ctr">
              <a:lnSpc>
                <a:spcPct val="100000"/>
              </a:lnSpc>
              <a:spcBef>
                <a:spcPts val="600"/>
              </a:spcBef>
              <a:buFont typeface="Open Sans" panose="020B0606030504020204" pitchFamily="34" charset="0"/>
              <a:buChar char="​"/>
              <a:defRPr sz="1000">
                <a:solidFill>
                  <a:schemeClr val="tx1"/>
                </a:solidFill>
              </a:defRPr>
            </a:lvl2pPr>
          </a:lstStyle>
          <a:p>
            <a:pPr lvl="0"/>
            <a:r>
              <a:rPr lang="en-US"/>
              <a:t>Click to add text</a:t>
            </a:r>
          </a:p>
          <a:p>
            <a:pPr lvl="1"/>
            <a:r>
              <a:rPr lang="en-US"/>
              <a:t>Second level</a:t>
            </a:r>
          </a:p>
        </p:txBody>
      </p:sp>
      <p:sp>
        <p:nvSpPr>
          <p:cNvPr id="27" name="Text Placeholder 3" descr="Row 3, text box 4">
            <a:extLst>
              <a:ext uri="{FF2B5EF4-FFF2-40B4-BE49-F238E27FC236}">
                <a16:creationId xmlns:a16="http://schemas.microsoft.com/office/drawing/2014/main" id="{532716FA-3DC7-AF41-8C5F-F9D040A43930}"/>
              </a:ext>
            </a:extLst>
          </p:cNvPr>
          <p:cNvSpPr>
            <a:spLocks noGrp="1"/>
          </p:cNvSpPr>
          <p:nvPr>
            <p:ph type="body" sz="quarter" idx="26" hasCustomPrompt="1"/>
          </p:nvPr>
        </p:nvSpPr>
        <p:spPr>
          <a:xfrm>
            <a:off x="6428834" y="4956561"/>
            <a:ext cx="1713607" cy="915157"/>
          </a:xfrm>
          <a:solidFill>
            <a:srgbClr val="F4F8FA"/>
          </a:solidFill>
          <a:ln w="12700">
            <a:solidFill>
              <a:schemeClr val="accent3">
                <a:alpha val="25000"/>
              </a:schemeClr>
            </a:solidFill>
          </a:ln>
        </p:spPr>
        <p:txBody>
          <a:bodyPr wrap="square" tIns="182880"/>
          <a:lstStyle>
            <a:lvl1pPr algn="ctr">
              <a:lnSpc>
                <a:spcPct val="100000"/>
              </a:lnSpc>
              <a:spcBef>
                <a:spcPts val="600"/>
              </a:spcBef>
              <a:defRPr sz="1200">
                <a:solidFill>
                  <a:schemeClr val="tx1"/>
                </a:solidFill>
              </a:defRPr>
            </a:lvl1pPr>
            <a:lvl2pPr marL="0" indent="0" algn="ctr">
              <a:lnSpc>
                <a:spcPct val="100000"/>
              </a:lnSpc>
              <a:spcBef>
                <a:spcPts val="600"/>
              </a:spcBef>
              <a:buFont typeface="Open Sans" panose="020B0606030504020204" pitchFamily="34" charset="0"/>
              <a:buChar char="​"/>
              <a:defRPr sz="1000">
                <a:solidFill>
                  <a:schemeClr val="tx1"/>
                </a:solidFill>
              </a:defRPr>
            </a:lvl2pPr>
          </a:lstStyle>
          <a:p>
            <a:pPr lvl="0"/>
            <a:r>
              <a:rPr lang="en-US"/>
              <a:t>Click to add text</a:t>
            </a:r>
          </a:p>
          <a:p>
            <a:pPr lvl="1"/>
            <a:r>
              <a:rPr lang="en-US"/>
              <a:t>Second level</a:t>
            </a:r>
          </a:p>
        </p:txBody>
      </p:sp>
      <p:sp>
        <p:nvSpPr>
          <p:cNvPr id="31" name="Text Placeholder 3" descr="Row 3, text box 5">
            <a:extLst>
              <a:ext uri="{FF2B5EF4-FFF2-40B4-BE49-F238E27FC236}">
                <a16:creationId xmlns:a16="http://schemas.microsoft.com/office/drawing/2014/main" id="{6EA6D41F-30CE-1443-9F1F-896A2907ECBD}"/>
              </a:ext>
            </a:extLst>
          </p:cNvPr>
          <p:cNvSpPr>
            <a:spLocks noGrp="1"/>
          </p:cNvSpPr>
          <p:nvPr>
            <p:ph type="body" sz="quarter" idx="27" hasCustomPrompt="1"/>
          </p:nvPr>
        </p:nvSpPr>
        <p:spPr>
          <a:xfrm>
            <a:off x="8200095" y="4956561"/>
            <a:ext cx="1713607" cy="915157"/>
          </a:xfrm>
          <a:solidFill>
            <a:srgbClr val="F4F8FA"/>
          </a:solidFill>
          <a:ln w="12700">
            <a:solidFill>
              <a:schemeClr val="accent3">
                <a:alpha val="25000"/>
              </a:schemeClr>
            </a:solidFill>
          </a:ln>
        </p:spPr>
        <p:txBody>
          <a:bodyPr wrap="square" tIns="182880"/>
          <a:lstStyle>
            <a:lvl1pPr algn="ctr">
              <a:lnSpc>
                <a:spcPct val="100000"/>
              </a:lnSpc>
              <a:spcBef>
                <a:spcPts val="600"/>
              </a:spcBef>
              <a:defRPr sz="1200">
                <a:solidFill>
                  <a:schemeClr val="tx1"/>
                </a:solidFill>
              </a:defRPr>
            </a:lvl1pPr>
            <a:lvl2pPr marL="0" indent="0" algn="ctr">
              <a:lnSpc>
                <a:spcPct val="100000"/>
              </a:lnSpc>
              <a:spcBef>
                <a:spcPts val="600"/>
              </a:spcBef>
              <a:buFont typeface="Open Sans" panose="020B0606030504020204" pitchFamily="34" charset="0"/>
              <a:buChar char="​"/>
              <a:defRPr sz="1000">
                <a:solidFill>
                  <a:schemeClr val="tx1"/>
                </a:solidFill>
              </a:defRPr>
            </a:lvl2pPr>
          </a:lstStyle>
          <a:p>
            <a:pPr lvl="0"/>
            <a:r>
              <a:rPr lang="en-US"/>
              <a:t>Click to add text</a:t>
            </a:r>
          </a:p>
          <a:p>
            <a:pPr lvl="1"/>
            <a:r>
              <a:rPr lang="en-US"/>
              <a:t>Second level</a:t>
            </a:r>
          </a:p>
        </p:txBody>
      </p:sp>
      <p:sp>
        <p:nvSpPr>
          <p:cNvPr id="33" name="Text Placeholder 3" descr="Row 3, text box 6">
            <a:extLst>
              <a:ext uri="{FF2B5EF4-FFF2-40B4-BE49-F238E27FC236}">
                <a16:creationId xmlns:a16="http://schemas.microsoft.com/office/drawing/2014/main" id="{62388AAB-5BA2-4747-B0D0-B11DA9195125}"/>
              </a:ext>
            </a:extLst>
          </p:cNvPr>
          <p:cNvSpPr>
            <a:spLocks noGrp="1"/>
          </p:cNvSpPr>
          <p:nvPr>
            <p:ph type="body" sz="quarter" idx="28" hasCustomPrompt="1"/>
          </p:nvPr>
        </p:nvSpPr>
        <p:spPr>
          <a:xfrm>
            <a:off x="9971354" y="4956561"/>
            <a:ext cx="1713607" cy="915157"/>
          </a:xfrm>
          <a:solidFill>
            <a:srgbClr val="F4F8FA"/>
          </a:solidFill>
          <a:ln w="12700">
            <a:solidFill>
              <a:schemeClr val="accent3">
                <a:alpha val="25000"/>
              </a:schemeClr>
            </a:solidFill>
          </a:ln>
        </p:spPr>
        <p:txBody>
          <a:bodyPr wrap="square" tIns="182880"/>
          <a:lstStyle>
            <a:lvl1pPr algn="ctr">
              <a:lnSpc>
                <a:spcPct val="100000"/>
              </a:lnSpc>
              <a:spcBef>
                <a:spcPts val="600"/>
              </a:spcBef>
              <a:defRPr sz="1200">
                <a:solidFill>
                  <a:schemeClr val="tx1"/>
                </a:solidFill>
              </a:defRPr>
            </a:lvl1pPr>
            <a:lvl2pPr marL="0" indent="0" algn="ctr">
              <a:lnSpc>
                <a:spcPct val="100000"/>
              </a:lnSpc>
              <a:spcBef>
                <a:spcPts val="600"/>
              </a:spcBef>
              <a:buFont typeface="Open Sans" panose="020B0606030504020204" pitchFamily="34" charset="0"/>
              <a:buChar char="​"/>
              <a:defRPr sz="1000">
                <a:solidFill>
                  <a:schemeClr val="tx1"/>
                </a:solidFill>
              </a:defRPr>
            </a:lvl2pPr>
          </a:lstStyle>
          <a:p>
            <a:pPr lvl="0"/>
            <a:r>
              <a:rPr lang="en-US"/>
              <a:t>Click to add text</a:t>
            </a:r>
          </a:p>
          <a:p>
            <a:pPr lvl="1"/>
            <a:r>
              <a:rPr lang="en-US"/>
              <a:t>Second level</a:t>
            </a:r>
          </a:p>
        </p:txBody>
      </p:sp>
      <p:sp>
        <p:nvSpPr>
          <p:cNvPr id="24" name="page number">
            <a:extLst>
              <a:ext uri="{FF2B5EF4-FFF2-40B4-BE49-F238E27FC236}">
                <a16:creationId xmlns:a16="http://schemas.microsoft.com/office/drawing/2014/main" id="{D09494D0-773E-A04D-BC5F-65AA87B8246F}"/>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cxnSp>
        <p:nvCxnSpPr>
          <p:cNvPr id="23" name="Straight Connector 22">
            <a:extLst>
              <a:ext uri="{FF2B5EF4-FFF2-40B4-BE49-F238E27FC236}">
                <a16:creationId xmlns:a16="http://schemas.microsoft.com/office/drawing/2014/main" id="{7E322B01-8AA4-6B48-98B8-90F64F16E3E4}"/>
              </a:ext>
              <a:ext uri="{C183D7F6-B498-43B3-948B-1728B52AA6E4}">
                <adec:decorative xmlns:adec="http://schemas.microsoft.com/office/drawing/2017/decorative" val="1"/>
              </a:ext>
            </a:extLst>
          </p:cNvPr>
          <p:cNvCxnSpPr/>
          <p:nvPr userDrawn="1"/>
        </p:nvCxnSpPr>
        <p:spPr bwMode="gray">
          <a:xfrm>
            <a:off x="1093076" y="2680138"/>
            <a:ext cx="2459421" cy="0"/>
          </a:xfrm>
          <a:prstGeom prst="line">
            <a:avLst/>
          </a:prstGeom>
          <a:ln w="25400">
            <a:solidFill>
              <a:schemeClr val="accent4"/>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65C97932-042E-C845-9300-586CA61AB8C0}"/>
              </a:ext>
              <a:ext uri="{C183D7F6-B498-43B3-948B-1728B52AA6E4}">
                <adec:decorative xmlns:adec="http://schemas.microsoft.com/office/drawing/2017/decorative" val="1"/>
              </a:ext>
            </a:extLst>
          </p:cNvPr>
          <p:cNvCxnSpPr/>
          <p:nvPr userDrawn="1"/>
        </p:nvCxnSpPr>
        <p:spPr bwMode="gray">
          <a:xfrm>
            <a:off x="3805092" y="2680138"/>
            <a:ext cx="2459421" cy="0"/>
          </a:xfrm>
          <a:prstGeom prst="line">
            <a:avLst/>
          </a:prstGeom>
          <a:ln w="25400">
            <a:solidFill>
              <a:schemeClr val="accent3"/>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1AEFB321-2C32-7945-A5C9-A9F00AE58896}"/>
              </a:ext>
              <a:ext uri="{C183D7F6-B498-43B3-948B-1728B52AA6E4}">
                <adec:decorative xmlns:adec="http://schemas.microsoft.com/office/drawing/2017/decorative" val="1"/>
              </a:ext>
            </a:extLst>
          </p:cNvPr>
          <p:cNvCxnSpPr/>
          <p:nvPr userDrawn="1"/>
        </p:nvCxnSpPr>
        <p:spPr bwMode="gray">
          <a:xfrm>
            <a:off x="6517108" y="2680138"/>
            <a:ext cx="2459421" cy="0"/>
          </a:xfrm>
          <a:prstGeom prst="line">
            <a:avLst/>
          </a:prstGeom>
          <a:ln w="25400">
            <a:solidFill>
              <a:schemeClr val="accent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D68A42CD-A1AD-9149-80A3-4BFE5D75E3AB}"/>
              </a:ext>
              <a:ext uri="{C183D7F6-B498-43B3-948B-1728B52AA6E4}">
                <adec:decorative xmlns:adec="http://schemas.microsoft.com/office/drawing/2017/decorative" val="1"/>
              </a:ext>
            </a:extLst>
          </p:cNvPr>
          <p:cNvCxnSpPr/>
          <p:nvPr userDrawn="1"/>
        </p:nvCxnSpPr>
        <p:spPr bwMode="gray">
          <a:xfrm>
            <a:off x="9229123" y="2680138"/>
            <a:ext cx="2459421" cy="0"/>
          </a:xfrm>
          <a:prstGeom prst="line">
            <a:avLst/>
          </a:prstGeom>
          <a:ln w="25400">
            <a:solidFill>
              <a:schemeClr val="accent5"/>
            </a:solidFill>
            <a:miter lim="800000"/>
            <a:tailEnd type="none"/>
          </a:ln>
        </p:spPr>
        <p:style>
          <a:lnRef idx="1">
            <a:schemeClr val="accent1"/>
          </a:lnRef>
          <a:fillRef idx="0">
            <a:schemeClr val="accent1"/>
          </a:fillRef>
          <a:effectRef idx="0">
            <a:schemeClr val="accent1"/>
          </a:effectRef>
          <a:fontRef idx="minor">
            <a:schemeClr val="tx1"/>
          </a:fontRef>
        </p:style>
      </p:cxnSp>
      <p:sp>
        <p:nvSpPr>
          <p:cNvPr id="42" name="page number">
            <a:extLst>
              <a:ext uri="{FF2B5EF4-FFF2-40B4-BE49-F238E27FC236}">
                <a16:creationId xmlns:a16="http://schemas.microsoft.com/office/drawing/2014/main" id="{D09494D0-773E-A04D-BC5F-65AA87B8246F}"/>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6952803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Big Statement - Leaf">
    <p:spTree>
      <p:nvGrpSpPr>
        <p:cNvPr id="1" name=""/>
        <p:cNvGrpSpPr/>
        <p:nvPr/>
      </p:nvGrpSpPr>
      <p:grpSpPr>
        <a:xfrm>
          <a:off x="0" y="0"/>
          <a:ext cx="0" cy="0"/>
          <a:chOff x="0" y="0"/>
          <a:chExt cx="0" cy="0"/>
        </a:xfrm>
      </p:grpSpPr>
      <p:grpSp>
        <p:nvGrpSpPr>
          <p:cNvPr id="34" name="Group 33">
            <a:extLst>
              <a:ext uri="{FF2B5EF4-FFF2-40B4-BE49-F238E27FC236}">
                <a16:creationId xmlns:a16="http://schemas.microsoft.com/office/drawing/2014/main" id="{AE796DBB-7792-6B1A-4BD6-1B6B3F4B736A}"/>
              </a:ext>
            </a:extLst>
          </p:cNvPr>
          <p:cNvGrpSpPr/>
          <p:nvPr/>
        </p:nvGrpSpPr>
        <p:grpSpPr>
          <a:xfrm>
            <a:off x="5111737" y="1408637"/>
            <a:ext cx="7077088" cy="4553747"/>
            <a:chOff x="5111737" y="1408637"/>
            <a:chExt cx="7077088" cy="4553747"/>
          </a:xfrm>
        </p:grpSpPr>
        <p:sp>
          <p:nvSpPr>
            <p:cNvPr id="33" name="Freeform: Shape 32">
              <a:extLst>
                <a:ext uri="{FF2B5EF4-FFF2-40B4-BE49-F238E27FC236}">
                  <a16:creationId xmlns:a16="http://schemas.microsoft.com/office/drawing/2014/main" id="{E4086297-1AF3-2A2B-2613-14EDF97D3E23}"/>
                </a:ext>
              </a:extLst>
            </p:cNvPr>
            <p:cNvSpPr/>
            <p:nvPr/>
          </p:nvSpPr>
          <p:spPr>
            <a:xfrm>
              <a:off x="9152842" y="1408637"/>
              <a:ext cx="3035983" cy="3162295"/>
            </a:xfrm>
            <a:custGeom>
              <a:avLst/>
              <a:gdLst>
                <a:gd name="connsiteX0" fmla="*/ 3035983 w 3035983"/>
                <a:gd name="connsiteY0" fmla="*/ 0 h 3162295"/>
                <a:gd name="connsiteX1" fmla="*/ 3035983 w 3035983"/>
                <a:gd name="connsiteY1" fmla="*/ 1627776 h 3162295"/>
                <a:gd name="connsiteX2" fmla="*/ 1779818 w 3035983"/>
                <a:gd name="connsiteY2" fmla="*/ 2883941 h 3162295"/>
                <a:gd name="connsiteX3" fmla="*/ 1107726 w 3035983"/>
                <a:gd name="connsiteY3" fmla="*/ 3162295 h 3162295"/>
                <a:gd name="connsiteX4" fmla="*/ 95248 w 3035983"/>
                <a:gd name="connsiteY4" fmla="*/ 3162295 h 3162295"/>
                <a:gd name="connsiteX5" fmla="*/ 28020 w 3035983"/>
                <a:gd name="connsiteY5" fmla="*/ 3000022 h 3162295"/>
                <a:gd name="connsiteX6" fmla="*/ 2991889 w 3035983"/>
                <a:gd name="connsiteY6" fmla="*/ 36153 h 31622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35983" h="3162295">
                  <a:moveTo>
                    <a:pt x="3035983" y="0"/>
                  </a:moveTo>
                  <a:lnTo>
                    <a:pt x="3035983" y="1627776"/>
                  </a:lnTo>
                  <a:lnTo>
                    <a:pt x="1779818" y="2883941"/>
                  </a:lnTo>
                  <a:cubicBezTo>
                    <a:pt x="1601578" y="3062182"/>
                    <a:pt x="1359848" y="3162295"/>
                    <a:pt x="1107726" y="3162295"/>
                  </a:cubicBezTo>
                  <a:lnTo>
                    <a:pt x="95248" y="3162295"/>
                  </a:lnTo>
                  <a:cubicBezTo>
                    <a:pt x="10595" y="3162295"/>
                    <a:pt x="-31858" y="3059901"/>
                    <a:pt x="28020" y="3000022"/>
                  </a:cubicBezTo>
                  <a:lnTo>
                    <a:pt x="2991889" y="36153"/>
                  </a:lnTo>
                  <a:close/>
                </a:path>
              </a:pathLst>
            </a:custGeom>
            <a:gradFill>
              <a:gsLst>
                <a:gs pos="5000">
                  <a:srgbClr val="61A30E"/>
                </a:gs>
                <a:gs pos="80000">
                  <a:srgbClr val="0095C4"/>
                </a:gs>
              </a:gsLst>
              <a:lin ang="18900033" scaled="1"/>
            </a:gradFill>
            <a:ln w="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p>
          </p:txBody>
        </p:sp>
        <p:sp>
          <p:nvSpPr>
            <p:cNvPr id="30" name="Freeform: Shape 29">
              <a:extLst>
                <a:ext uri="{FF2B5EF4-FFF2-40B4-BE49-F238E27FC236}">
                  <a16:creationId xmlns:a16="http://schemas.microsoft.com/office/drawing/2014/main" id="{6E43FCC5-AD89-BD2E-37A1-C8E7D4E39967}"/>
                </a:ext>
              </a:extLst>
            </p:cNvPr>
            <p:cNvSpPr/>
            <p:nvPr/>
          </p:nvSpPr>
          <p:spPr>
            <a:xfrm>
              <a:off x="5111737" y="2041036"/>
              <a:ext cx="5910657" cy="3921348"/>
            </a:xfrm>
            <a:custGeom>
              <a:avLst/>
              <a:gdLst>
                <a:gd name="connsiteX0" fmla="*/ 1729824 w 5910657"/>
                <a:gd name="connsiteY0" fmla="*/ 3921349 h 3921348"/>
                <a:gd name="connsiteX1" fmla="*/ 95248 w 5910657"/>
                <a:gd name="connsiteY1" fmla="*/ 3921349 h 3921348"/>
                <a:gd name="connsiteX2" fmla="*/ 28020 w 5910657"/>
                <a:gd name="connsiteY2" fmla="*/ 3759076 h 3921348"/>
                <a:gd name="connsiteX3" fmla="*/ 3508742 w 5910657"/>
                <a:gd name="connsiteY3" fmla="*/ 278354 h 3921348"/>
                <a:gd name="connsiteX4" fmla="*/ 4180834 w 5910657"/>
                <a:gd name="connsiteY4" fmla="*/ 0 h 3921348"/>
                <a:gd name="connsiteX5" fmla="*/ 5815410 w 5910657"/>
                <a:gd name="connsiteY5" fmla="*/ 0 h 3921348"/>
                <a:gd name="connsiteX6" fmla="*/ 5882638 w 5910657"/>
                <a:gd name="connsiteY6" fmla="*/ 162273 h 3921348"/>
                <a:gd name="connsiteX7" fmla="*/ 2401916 w 5910657"/>
                <a:gd name="connsiteY7" fmla="*/ 3642994 h 3921348"/>
                <a:gd name="connsiteX8" fmla="*/ 1729824 w 5910657"/>
                <a:gd name="connsiteY8" fmla="*/ 3921349 h 3921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910657" h="3921348">
                  <a:moveTo>
                    <a:pt x="1729824" y="3921349"/>
                  </a:moveTo>
                  <a:lnTo>
                    <a:pt x="95248" y="3921349"/>
                  </a:lnTo>
                  <a:cubicBezTo>
                    <a:pt x="10595" y="3921349"/>
                    <a:pt x="-31858" y="3818954"/>
                    <a:pt x="28020" y="3759076"/>
                  </a:cubicBezTo>
                  <a:lnTo>
                    <a:pt x="3508742" y="278354"/>
                  </a:lnTo>
                  <a:cubicBezTo>
                    <a:pt x="3686982" y="100114"/>
                    <a:pt x="3928712" y="0"/>
                    <a:pt x="4180834" y="0"/>
                  </a:cubicBezTo>
                  <a:lnTo>
                    <a:pt x="5815410" y="0"/>
                  </a:lnTo>
                  <a:cubicBezTo>
                    <a:pt x="5900063" y="0"/>
                    <a:pt x="5942516" y="102395"/>
                    <a:pt x="5882638" y="162273"/>
                  </a:cubicBezTo>
                  <a:lnTo>
                    <a:pt x="2401916" y="3642994"/>
                  </a:lnTo>
                  <a:cubicBezTo>
                    <a:pt x="2223676" y="3821235"/>
                    <a:pt x="1981946" y="3921349"/>
                    <a:pt x="1729824" y="3921349"/>
                  </a:cubicBezTo>
                  <a:close/>
                </a:path>
              </a:pathLst>
            </a:custGeom>
            <a:gradFill>
              <a:gsLst>
                <a:gs pos="5000">
                  <a:srgbClr val="61A30E"/>
                </a:gs>
                <a:gs pos="80000">
                  <a:srgbClr val="0095C4"/>
                </a:gs>
              </a:gsLst>
              <a:lin ang="18900033" scaled="1"/>
            </a:gradFill>
            <a:ln w="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p>
          </p:txBody>
        </p:sp>
      </p:grpSp>
      <p:sp>
        <p:nvSpPr>
          <p:cNvPr id="9" name="Text Placeholder 862">
            <a:extLst>
              <a:ext uri="{FF2B5EF4-FFF2-40B4-BE49-F238E27FC236}">
                <a16:creationId xmlns:a16="http://schemas.microsoft.com/office/drawing/2014/main" id="{65A5776C-9EB9-F84B-B0C4-411FA1106F62}"/>
              </a:ext>
            </a:extLst>
          </p:cNvPr>
          <p:cNvSpPr>
            <a:spLocks noGrp="1"/>
          </p:cNvSpPr>
          <p:nvPr>
            <p:ph type="body" sz="quarter" idx="12" hasCustomPrompt="1"/>
          </p:nvPr>
        </p:nvSpPr>
        <p:spPr>
          <a:xfrm>
            <a:off x="586477" y="2233670"/>
            <a:ext cx="6519403" cy="2285999"/>
          </a:xfrm>
        </p:spPr>
        <p:txBody>
          <a:bodyPr anchor="ctr"/>
          <a:lstStyle>
            <a:lvl1pPr>
              <a:lnSpc>
                <a:spcPct val="100000"/>
              </a:lnSpc>
              <a:spcBef>
                <a:spcPts val="0"/>
              </a:spcBef>
              <a:defRPr sz="3600">
                <a:solidFill>
                  <a:schemeClr val="accent4"/>
                </a:solidFill>
              </a:defRPr>
            </a:lvl1pPr>
            <a:lvl2pPr marL="273050" indent="0">
              <a:buNone/>
              <a:defRPr/>
            </a:lvl2pPr>
          </a:lstStyle>
          <a:p>
            <a:pPr lvl="0"/>
            <a:r>
              <a:rPr lang="en-US" dirty="0"/>
              <a:t>Slide with large text placeholder, green theme.</a:t>
            </a:r>
          </a:p>
        </p:txBody>
      </p:sp>
      <p:sp>
        <p:nvSpPr>
          <p:cNvPr id="15" name="page number">
            <a:extLst>
              <a:ext uri="{FF2B5EF4-FFF2-40B4-BE49-F238E27FC236}">
                <a16:creationId xmlns:a16="http://schemas.microsoft.com/office/drawing/2014/main" id="{55FF2E89-7A98-C14C-B802-9BBF588108E5}"/>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11" name="page number">
            <a:extLst>
              <a:ext uri="{FF2B5EF4-FFF2-40B4-BE49-F238E27FC236}">
                <a16:creationId xmlns:a16="http://schemas.microsoft.com/office/drawing/2014/main" id="{55FF2E89-7A98-C14C-B802-9BBF588108E5}"/>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36743887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Big Statement - Aqua">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FAE981AE-FE9F-186D-50E0-7F14F9BF53B6}"/>
              </a:ext>
            </a:extLst>
          </p:cNvPr>
          <p:cNvGrpSpPr/>
          <p:nvPr/>
        </p:nvGrpSpPr>
        <p:grpSpPr>
          <a:xfrm>
            <a:off x="5111737" y="1408637"/>
            <a:ext cx="7077088" cy="4553747"/>
            <a:chOff x="5111737" y="1408637"/>
            <a:chExt cx="7077088" cy="4553747"/>
          </a:xfrm>
        </p:grpSpPr>
        <p:sp>
          <p:nvSpPr>
            <p:cNvPr id="3" name="Freeform: Shape 2">
              <a:extLst>
                <a:ext uri="{FF2B5EF4-FFF2-40B4-BE49-F238E27FC236}">
                  <a16:creationId xmlns:a16="http://schemas.microsoft.com/office/drawing/2014/main" id="{4C6C08E0-382E-E034-0786-953B81FE7655}"/>
                </a:ext>
              </a:extLst>
            </p:cNvPr>
            <p:cNvSpPr/>
            <p:nvPr/>
          </p:nvSpPr>
          <p:spPr>
            <a:xfrm>
              <a:off x="9152842" y="1408637"/>
              <a:ext cx="3035983" cy="3162295"/>
            </a:xfrm>
            <a:custGeom>
              <a:avLst/>
              <a:gdLst>
                <a:gd name="connsiteX0" fmla="*/ 3035983 w 3035983"/>
                <a:gd name="connsiteY0" fmla="*/ 0 h 3162295"/>
                <a:gd name="connsiteX1" fmla="*/ 3035983 w 3035983"/>
                <a:gd name="connsiteY1" fmla="*/ 1627776 h 3162295"/>
                <a:gd name="connsiteX2" fmla="*/ 1779818 w 3035983"/>
                <a:gd name="connsiteY2" fmla="*/ 2883941 h 3162295"/>
                <a:gd name="connsiteX3" fmla="*/ 1107726 w 3035983"/>
                <a:gd name="connsiteY3" fmla="*/ 3162295 h 3162295"/>
                <a:gd name="connsiteX4" fmla="*/ 95248 w 3035983"/>
                <a:gd name="connsiteY4" fmla="*/ 3162295 h 3162295"/>
                <a:gd name="connsiteX5" fmla="*/ 28020 w 3035983"/>
                <a:gd name="connsiteY5" fmla="*/ 3000022 h 3162295"/>
                <a:gd name="connsiteX6" fmla="*/ 2991889 w 3035983"/>
                <a:gd name="connsiteY6" fmla="*/ 36153 h 31622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35983" h="3162295">
                  <a:moveTo>
                    <a:pt x="3035983" y="0"/>
                  </a:moveTo>
                  <a:lnTo>
                    <a:pt x="3035983" y="1627776"/>
                  </a:lnTo>
                  <a:lnTo>
                    <a:pt x="1779818" y="2883941"/>
                  </a:lnTo>
                  <a:cubicBezTo>
                    <a:pt x="1601578" y="3062182"/>
                    <a:pt x="1359848" y="3162295"/>
                    <a:pt x="1107726" y="3162295"/>
                  </a:cubicBezTo>
                  <a:lnTo>
                    <a:pt x="95248" y="3162295"/>
                  </a:lnTo>
                  <a:cubicBezTo>
                    <a:pt x="10595" y="3162295"/>
                    <a:pt x="-31858" y="3059901"/>
                    <a:pt x="28020" y="3000022"/>
                  </a:cubicBezTo>
                  <a:lnTo>
                    <a:pt x="2991889" y="36153"/>
                  </a:lnTo>
                  <a:close/>
                </a:path>
              </a:pathLst>
            </a:custGeom>
            <a:gradFill>
              <a:gsLst>
                <a:gs pos="21000">
                  <a:schemeClr val="accent2"/>
                </a:gs>
                <a:gs pos="83000">
                  <a:srgbClr val="0095C4"/>
                </a:gs>
              </a:gsLst>
              <a:lin ang="18900033" scaled="1"/>
            </a:gradFill>
            <a:ln w="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p>
          </p:txBody>
        </p:sp>
        <p:sp>
          <p:nvSpPr>
            <p:cNvPr id="13" name="Freeform: Shape 12">
              <a:extLst>
                <a:ext uri="{FF2B5EF4-FFF2-40B4-BE49-F238E27FC236}">
                  <a16:creationId xmlns:a16="http://schemas.microsoft.com/office/drawing/2014/main" id="{E200D762-9980-0F2F-A4D2-E7F64294A756}"/>
                </a:ext>
              </a:extLst>
            </p:cNvPr>
            <p:cNvSpPr/>
            <p:nvPr/>
          </p:nvSpPr>
          <p:spPr>
            <a:xfrm>
              <a:off x="5111737" y="2041036"/>
              <a:ext cx="5910657" cy="3921348"/>
            </a:xfrm>
            <a:custGeom>
              <a:avLst/>
              <a:gdLst>
                <a:gd name="connsiteX0" fmla="*/ 1729824 w 5910657"/>
                <a:gd name="connsiteY0" fmla="*/ 3921349 h 3921348"/>
                <a:gd name="connsiteX1" fmla="*/ 95248 w 5910657"/>
                <a:gd name="connsiteY1" fmla="*/ 3921349 h 3921348"/>
                <a:gd name="connsiteX2" fmla="*/ 28020 w 5910657"/>
                <a:gd name="connsiteY2" fmla="*/ 3759076 h 3921348"/>
                <a:gd name="connsiteX3" fmla="*/ 3508742 w 5910657"/>
                <a:gd name="connsiteY3" fmla="*/ 278354 h 3921348"/>
                <a:gd name="connsiteX4" fmla="*/ 4180834 w 5910657"/>
                <a:gd name="connsiteY4" fmla="*/ 0 h 3921348"/>
                <a:gd name="connsiteX5" fmla="*/ 5815410 w 5910657"/>
                <a:gd name="connsiteY5" fmla="*/ 0 h 3921348"/>
                <a:gd name="connsiteX6" fmla="*/ 5882638 w 5910657"/>
                <a:gd name="connsiteY6" fmla="*/ 162273 h 3921348"/>
                <a:gd name="connsiteX7" fmla="*/ 2401916 w 5910657"/>
                <a:gd name="connsiteY7" fmla="*/ 3642994 h 3921348"/>
                <a:gd name="connsiteX8" fmla="*/ 1729824 w 5910657"/>
                <a:gd name="connsiteY8" fmla="*/ 3921349 h 3921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910657" h="3921348">
                  <a:moveTo>
                    <a:pt x="1729824" y="3921349"/>
                  </a:moveTo>
                  <a:lnTo>
                    <a:pt x="95248" y="3921349"/>
                  </a:lnTo>
                  <a:cubicBezTo>
                    <a:pt x="10595" y="3921349"/>
                    <a:pt x="-31858" y="3818954"/>
                    <a:pt x="28020" y="3759076"/>
                  </a:cubicBezTo>
                  <a:lnTo>
                    <a:pt x="3508742" y="278354"/>
                  </a:lnTo>
                  <a:cubicBezTo>
                    <a:pt x="3686982" y="100114"/>
                    <a:pt x="3928712" y="0"/>
                    <a:pt x="4180834" y="0"/>
                  </a:cubicBezTo>
                  <a:lnTo>
                    <a:pt x="5815410" y="0"/>
                  </a:lnTo>
                  <a:cubicBezTo>
                    <a:pt x="5900063" y="0"/>
                    <a:pt x="5942516" y="102395"/>
                    <a:pt x="5882638" y="162273"/>
                  </a:cubicBezTo>
                  <a:lnTo>
                    <a:pt x="2401916" y="3642994"/>
                  </a:lnTo>
                  <a:cubicBezTo>
                    <a:pt x="2223676" y="3821235"/>
                    <a:pt x="1981946" y="3921349"/>
                    <a:pt x="1729824" y="3921349"/>
                  </a:cubicBezTo>
                  <a:close/>
                </a:path>
              </a:pathLst>
            </a:custGeom>
            <a:gradFill>
              <a:gsLst>
                <a:gs pos="21000">
                  <a:schemeClr val="accent2"/>
                </a:gs>
                <a:gs pos="83000">
                  <a:srgbClr val="0095C4"/>
                </a:gs>
              </a:gsLst>
              <a:lin ang="18900033" scaled="1"/>
            </a:gradFill>
            <a:ln w="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p>
          </p:txBody>
        </p:sp>
      </p:grpSp>
      <p:sp>
        <p:nvSpPr>
          <p:cNvPr id="9" name="Text Placeholder 862">
            <a:extLst>
              <a:ext uri="{FF2B5EF4-FFF2-40B4-BE49-F238E27FC236}">
                <a16:creationId xmlns:a16="http://schemas.microsoft.com/office/drawing/2014/main" id="{113BEA88-710C-A54D-A13C-5E36B6B878B7}"/>
              </a:ext>
            </a:extLst>
          </p:cNvPr>
          <p:cNvSpPr>
            <a:spLocks noGrp="1"/>
          </p:cNvSpPr>
          <p:nvPr>
            <p:ph type="body" sz="quarter" idx="12" hasCustomPrompt="1"/>
          </p:nvPr>
        </p:nvSpPr>
        <p:spPr>
          <a:xfrm>
            <a:off x="580171" y="2233670"/>
            <a:ext cx="6525709" cy="2285999"/>
          </a:xfrm>
        </p:spPr>
        <p:txBody>
          <a:bodyPr anchor="ctr"/>
          <a:lstStyle>
            <a:lvl1pPr>
              <a:lnSpc>
                <a:spcPct val="100000"/>
              </a:lnSpc>
              <a:spcBef>
                <a:spcPts val="0"/>
              </a:spcBef>
              <a:defRPr sz="3600">
                <a:solidFill>
                  <a:schemeClr val="accent2"/>
                </a:solidFill>
              </a:defRPr>
            </a:lvl1pPr>
            <a:lvl2pPr marL="273050" indent="0">
              <a:buNone/>
              <a:defRPr/>
            </a:lvl2pPr>
          </a:lstStyle>
          <a:p>
            <a:pPr lvl="0"/>
            <a:r>
              <a:rPr lang="en-US" dirty="0"/>
              <a:t>Slide with large text placeholder, blue theme.</a:t>
            </a:r>
          </a:p>
        </p:txBody>
      </p:sp>
      <p:sp>
        <p:nvSpPr>
          <p:cNvPr id="16" name="page number">
            <a:extLst>
              <a:ext uri="{FF2B5EF4-FFF2-40B4-BE49-F238E27FC236}">
                <a16:creationId xmlns:a16="http://schemas.microsoft.com/office/drawing/2014/main" id="{3A15EC20-3B57-4E4E-872C-A34852CBEF14}"/>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11" name="page number">
            <a:extLst>
              <a:ext uri="{FF2B5EF4-FFF2-40B4-BE49-F238E27FC236}">
                <a16:creationId xmlns:a16="http://schemas.microsoft.com/office/drawing/2014/main" id="{3A15EC20-3B57-4E4E-872C-A34852CBEF14}"/>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27023229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Big Statement - Plum">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E76AE21A-751A-3AAB-6E34-CE624563FF91}"/>
              </a:ext>
            </a:extLst>
          </p:cNvPr>
          <p:cNvGrpSpPr/>
          <p:nvPr/>
        </p:nvGrpSpPr>
        <p:grpSpPr>
          <a:xfrm>
            <a:off x="5111737" y="1408637"/>
            <a:ext cx="7077088" cy="4553747"/>
            <a:chOff x="5111737" y="1408637"/>
            <a:chExt cx="7077088" cy="4553747"/>
          </a:xfrm>
        </p:grpSpPr>
        <p:sp>
          <p:nvSpPr>
            <p:cNvPr id="13" name="Freeform: Shape 12">
              <a:extLst>
                <a:ext uri="{FF2B5EF4-FFF2-40B4-BE49-F238E27FC236}">
                  <a16:creationId xmlns:a16="http://schemas.microsoft.com/office/drawing/2014/main" id="{FCFA1240-3D0D-AB66-BC3F-80EED3546482}"/>
                </a:ext>
              </a:extLst>
            </p:cNvPr>
            <p:cNvSpPr/>
            <p:nvPr/>
          </p:nvSpPr>
          <p:spPr>
            <a:xfrm>
              <a:off x="9152842" y="1408637"/>
              <a:ext cx="3035983" cy="3162295"/>
            </a:xfrm>
            <a:custGeom>
              <a:avLst/>
              <a:gdLst>
                <a:gd name="connsiteX0" fmla="*/ 3035983 w 3035983"/>
                <a:gd name="connsiteY0" fmla="*/ 0 h 3162295"/>
                <a:gd name="connsiteX1" fmla="*/ 3035983 w 3035983"/>
                <a:gd name="connsiteY1" fmla="*/ 1627776 h 3162295"/>
                <a:gd name="connsiteX2" fmla="*/ 1779818 w 3035983"/>
                <a:gd name="connsiteY2" fmla="*/ 2883941 h 3162295"/>
                <a:gd name="connsiteX3" fmla="*/ 1107726 w 3035983"/>
                <a:gd name="connsiteY3" fmla="*/ 3162295 h 3162295"/>
                <a:gd name="connsiteX4" fmla="*/ 95248 w 3035983"/>
                <a:gd name="connsiteY4" fmla="*/ 3162295 h 3162295"/>
                <a:gd name="connsiteX5" fmla="*/ 28020 w 3035983"/>
                <a:gd name="connsiteY5" fmla="*/ 3000022 h 3162295"/>
                <a:gd name="connsiteX6" fmla="*/ 2991889 w 3035983"/>
                <a:gd name="connsiteY6" fmla="*/ 36153 h 31622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35983" h="3162295">
                  <a:moveTo>
                    <a:pt x="3035983" y="0"/>
                  </a:moveTo>
                  <a:lnTo>
                    <a:pt x="3035983" y="1627776"/>
                  </a:lnTo>
                  <a:lnTo>
                    <a:pt x="1779818" y="2883941"/>
                  </a:lnTo>
                  <a:cubicBezTo>
                    <a:pt x="1601578" y="3062182"/>
                    <a:pt x="1359848" y="3162295"/>
                    <a:pt x="1107726" y="3162295"/>
                  </a:cubicBezTo>
                  <a:lnTo>
                    <a:pt x="95248" y="3162295"/>
                  </a:lnTo>
                  <a:cubicBezTo>
                    <a:pt x="10595" y="3162295"/>
                    <a:pt x="-31858" y="3059901"/>
                    <a:pt x="28020" y="3000022"/>
                  </a:cubicBezTo>
                  <a:lnTo>
                    <a:pt x="2991889" y="36153"/>
                  </a:lnTo>
                  <a:close/>
                </a:path>
              </a:pathLst>
            </a:custGeom>
            <a:gradFill>
              <a:gsLst>
                <a:gs pos="6000">
                  <a:schemeClr val="accent5"/>
                </a:gs>
                <a:gs pos="73000">
                  <a:srgbClr val="0095C4"/>
                </a:gs>
              </a:gsLst>
              <a:lin ang="18900033" scaled="1"/>
            </a:gradFill>
            <a:ln w="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p>
          </p:txBody>
        </p:sp>
        <p:sp>
          <p:nvSpPr>
            <p:cNvPr id="14" name="Freeform: Shape 13">
              <a:extLst>
                <a:ext uri="{FF2B5EF4-FFF2-40B4-BE49-F238E27FC236}">
                  <a16:creationId xmlns:a16="http://schemas.microsoft.com/office/drawing/2014/main" id="{A884ED15-B8BE-771F-D78D-1BE6D9F66CCF}"/>
                </a:ext>
              </a:extLst>
            </p:cNvPr>
            <p:cNvSpPr/>
            <p:nvPr/>
          </p:nvSpPr>
          <p:spPr>
            <a:xfrm>
              <a:off x="5111737" y="2041036"/>
              <a:ext cx="5910657" cy="3921348"/>
            </a:xfrm>
            <a:custGeom>
              <a:avLst/>
              <a:gdLst>
                <a:gd name="connsiteX0" fmla="*/ 1729824 w 5910657"/>
                <a:gd name="connsiteY0" fmla="*/ 3921349 h 3921348"/>
                <a:gd name="connsiteX1" fmla="*/ 95248 w 5910657"/>
                <a:gd name="connsiteY1" fmla="*/ 3921349 h 3921348"/>
                <a:gd name="connsiteX2" fmla="*/ 28020 w 5910657"/>
                <a:gd name="connsiteY2" fmla="*/ 3759076 h 3921348"/>
                <a:gd name="connsiteX3" fmla="*/ 3508742 w 5910657"/>
                <a:gd name="connsiteY3" fmla="*/ 278354 h 3921348"/>
                <a:gd name="connsiteX4" fmla="*/ 4180834 w 5910657"/>
                <a:gd name="connsiteY4" fmla="*/ 0 h 3921348"/>
                <a:gd name="connsiteX5" fmla="*/ 5815410 w 5910657"/>
                <a:gd name="connsiteY5" fmla="*/ 0 h 3921348"/>
                <a:gd name="connsiteX6" fmla="*/ 5882638 w 5910657"/>
                <a:gd name="connsiteY6" fmla="*/ 162273 h 3921348"/>
                <a:gd name="connsiteX7" fmla="*/ 2401916 w 5910657"/>
                <a:gd name="connsiteY7" fmla="*/ 3642994 h 3921348"/>
                <a:gd name="connsiteX8" fmla="*/ 1729824 w 5910657"/>
                <a:gd name="connsiteY8" fmla="*/ 3921349 h 3921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910657" h="3921348">
                  <a:moveTo>
                    <a:pt x="1729824" y="3921349"/>
                  </a:moveTo>
                  <a:lnTo>
                    <a:pt x="95248" y="3921349"/>
                  </a:lnTo>
                  <a:cubicBezTo>
                    <a:pt x="10595" y="3921349"/>
                    <a:pt x="-31858" y="3818954"/>
                    <a:pt x="28020" y="3759076"/>
                  </a:cubicBezTo>
                  <a:lnTo>
                    <a:pt x="3508742" y="278354"/>
                  </a:lnTo>
                  <a:cubicBezTo>
                    <a:pt x="3686982" y="100114"/>
                    <a:pt x="3928712" y="0"/>
                    <a:pt x="4180834" y="0"/>
                  </a:cubicBezTo>
                  <a:lnTo>
                    <a:pt x="5815410" y="0"/>
                  </a:lnTo>
                  <a:cubicBezTo>
                    <a:pt x="5900063" y="0"/>
                    <a:pt x="5942516" y="102395"/>
                    <a:pt x="5882638" y="162273"/>
                  </a:cubicBezTo>
                  <a:lnTo>
                    <a:pt x="2401916" y="3642994"/>
                  </a:lnTo>
                  <a:cubicBezTo>
                    <a:pt x="2223676" y="3821235"/>
                    <a:pt x="1981946" y="3921349"/>
                    <a:pt x="1729824" y="3921349"/>
                  </a:cubicBezTo>
                  <a:close/>
                </a:path>
              </a:pathLst>
            </a:custGeom>
            <a:gradFill>
              <a:gsLst>
                <a:gs pos="21000">
                  <a:schemeClr val="accent5"/>
                </a:gs>
                <a:gs pos="83000">
                  <a:srgbClr val="0095C4"/>
                </a:gs>
              </a:gsLst>
              <a:lin ang="18900033" scaled="1"/>
            </a:gradFill>
            <a:ln w="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p>
          </p:txBody>
        </p:sp>
      </p:grpSp>
      <p:sp>
        <p:nvSpPr>
          <p:cNvPr id="10" name="Text Placeholder 862">
            <a:extLst>
              <a:ext uri="{FF2B5EF4-FFF2-40B4-BE49-F238E27FC236}">
                <a16:creationId xmlns:a16="http://schemas.microsoft.com/office/drawing/2014/main" id="{BB1BA4EC-6D18-954E-81DD-4678CFBE6FFB}"/>
              </a:ext>
            </a:extLst>
          </p:cNvPr>
          <p:cNvSpPr>
            <a:spLocks noGrp="1"/>
          </p:cNvSpPr>
          <p:nvPr>
            <p:ph type="body" sz="quarter" idx="12" hasCustomPrompt="1"/>
          </p:nvPr>
        </p:nvSpPr>
        <p:spPr>
          <a:xfrm>
            <a:off x="586477" y="2233670"/>
            <a:ext cx="6519403" cy="2285999"/>
          </a:xfrm>
        </p:spPr>
        <p:txBody>
          <a:bodyPr anchor="ctr"/>
          <a:lstStyle>
            <a:lvl1pPr>
              <a:lnSpc>
                <a:spcPct val="100000"/>
              </a:lnSpc>
              <a:spcBef>
                <a:spcPts val="0"/>
              </a:spcBef>
              <a:defRPr sz="3600">
                <a:solidFill>
                  <a:schemeClr val="accent5"/>
                </a:solidFill>
              </a:defRPr>
            </a:lvl1pPr>
            <a:lvl2pPr marL="273050" indent="0">
              <a:buNone/>
              <a:defRPr/>
            </a:lvl2pPr>
          </a:lstStyle>
          <a:p>
            <a:pPr lvl="0"/>
            <a:r>
              <a:rPr lang="en-US" dirty="0"/>
              <a:t>Slide with large text placeholder, purple theme.</a:t>
            </a:r>
          </a:p>
        </p:txBody>
      </p:sp>
      <p:sp>
        <p:nvSpPr>
          <p:cNvPr id="16" name="page number">
            <a:extLst>
              <a:ext uri="{FF2B5EF4-FFF2-40B4-BE49-F238E27FC236}">
                <a16:creationId xmlns:a16="http://schemas.microsoft.com/office/drawing/2014/main" id="{312DD3E6-E621-1B4F-9197-621CC0C346AF}"/>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11" name="page number">
            <a:extLst>
              <a:ext uri="{FF2B5EF4-FFF2-40B4-BE49-F238E27FC236}">
                <a16:creationId xmlns:a16="http://schemas.microsoft.com/office/drawing/2014/main" id="{312DD3E6-E621-1B4F-9197-621CC0C346AF}"/>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15537539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1_Big Statement 2 - Leaf ">
    <p:spTree>
      <p:nvGrpSpPr>
        <p:cNvPr id="1" name=""/>
        <p:cNvGrpSpPr/>
        <p:nvPr/>
      </p:nvGrpSpPr>
      <p:grpSpPr>
        <a:xfrm>
          <a:off x="0" y="0"/>
          <a:ext cx="0" cy="0"/>
          <a:chOff x="0" y="0"/>
          <a:chExt cx="0" cy="0"/>
        </a:xfrm>
      </p:grpSpPr>
      <p:sp>
        <p:nvSpPr>
          <p:cNvPr id="61" name="Freeform: Shape 60">
            <a:extLst>
              <a:ext uri="{FF2B5EF4-FFF2-40B4-BE49-F238E27FC236}">
                <a16:creationId xmlns:a16="http://schemas.microsoft.com/office/drawing/2014/main" id="{552AB5D8-753F-CA24-2C8A-45BC9791756E}"/>
              </a:ext>
            </a:extLst>
          </p:cNvPr>
          <p:cNvSpPr/>
          <p:nvPr userDrawn="1"/>
        </p:nvSpPr>
        <p:spPr>
          <a:xfrm>
            <a:off x="-9731" y="1828236"/>
            <a:ext cx="12203581" cy="4225133"/>
          </a:xfrm>
          <a:custGeom>
            <a:avLst/>
            <a:gdLst>
              <a:gd name="connsiteX0" fmla="*/ 11206701 w 12203581"/>
              <a:gd name="connsiteY0" fmla="*/ 0 h 4225133"/>
              <a:gd name="connsiteX1" fmla="*/ 12203581 w 12203581"/>
              <a:gd name="connsiteY1" fmla="*/ 0 h 4225133"/>
              <a:gd name="connsiteX2" fmla="*/ 12203581 w 12203581"/>
              <a:gd name="connsiteY2" fmla="*/ 76381 h 4225133"/>
              <a:gd name="connsiteX3" fmla="*/ 11206764 w 12203581"/>
              <a:gd name="connsiteY3" fmla="*/ 76381 h 4225133"/>
              <a:gd name="connsiteX4" fmla="*/ 10082496 w 12203581"/>
              <a:gd name="connsiteY4" fmla="*/ 542038 h 4225133"/>
              <a:gd name="connsiteX5" fmla="*/ 6864996 w 12203581"/>
              <a:gd name="connsiteY5" fmla="*/ 3759476 h 4225133"/>
              <a:gd name="connsiteX6" fmla="*/ 5740727 w 12203581"/>
              <a:gd name="connsiteY6" fmla="*/ 4225133 h 4225133"/>
              <a:gd name="connsiteX7" fmla="*/ 0 w 12203581"/>
              <a:gd name="connsiteY7" fmla="*/ 4225133 h 4225133"/>
              <a:gd name="connsiteX8" fmla="*/ 0 w 12203581"/>
              <a:gd name="connsiteY8" fmla="*/ 4148754 h 4225133"/>
              <a:gd name="connsiteX9" fmla="*/ 5740727 w 12203581"/>
              <a:gd name="connsiteY9" fmla="*/ 4148754 h 4225133"/>
              <a:gd name="connsiteX10" fmla="*/ 6319969 w 12203581"/>
              <a:gd name="connsiteY10" fmla="*/ 4033515 h 4225133"/>
              <a:gd name="connsiteX11" fmla="*/ 6811001 w 12203581"/>
              <a:gd name="connsiteY11" fmla="*/ 3705419 h 4225133"/>
              <a:gd name="connsiteX12" fmla="*/ 10028503 w 12203581"/>
              <a:gd name="connsiteY12" fmla="*/ 487980 h 4225133"/>
              <a:gd name="connsiteX13" fmla="*/ 10569077 w 12203581"/>
              <a:gd name="connsiteY13" fmla="*/ 126813 h 4225133"/>
              <a:gd name="connsiteX14" fmla="*/ 11206701 w 12203581"/>
              <a:gd name="connsiteY14" fmla="*/ 0 h 42251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2203581" h="4225133">
                <a:moveTo>
                  <a:pt x="11206701" y="0"/>
                </a:moveTo>
                <a:lnTo>
                  <a:pt x="12203581" y="0"/>
                </a:lnTo>
                <a:lnTo>
                  <a:pt x="12203581" y="76381"/>
                </a:lnTo>
                <a:lnTo>
                  <a:pt x="11206764" y="76381"/>
                </a:lnTo>
                <a:cubicBezTo>
                  <a:pt x="10785052" y="76381"/>
                  <a:pt x="10380639" y="243896"/>
                  <a:pt x="10082496" y="542038"/>
                </a:cubicBezTo>
                <a:lnTo>
                  <a:pt x="6864996" y="3759476"/>
                </a:lnTo>
                <a:cubicBezTo>
                  <a:pt x="6566789" y="4057618"/>
                  <a:pt x="6162377" y="4225133"/>
                  <a:pt x="5740727" y="4225133"/>
                </a:cubicBezTo>
                <a:lnTo>
                  <a:pt x="0" y="4225133"/>
                </a:lnTo>
                <a:lnTo>
                  <a:pt x="0" y="4148754"/>
                </a:lnTo>
                <a:lnTo>
                  <a:pt x="5740727" y="4148754"/>
                </a:lnTo>
                <a:cubicBezTo>
                  <a:pt x="5940485" y="4148754"/>
                  <a:pt x="6135411" y="4109959"/>
                  <a:pt x="6319969" y="4033515"/>
                </a:cubicBezTo>
                <a:cubicBezTo>
                  <a:pt x="6504529" y="3957072"/>
                  <a:pt x="6669753" y="3846668"/>
                  <a:pt x="6811001" y="3705419"/>
                </a:cubicBezTo>
                <a:lnTo>
                  <a:pt x="10028503" y="487980"/>
                </a:lnTo>
                <a:cubicBezTo>
                  <a:pt x="10183997" y="332486"/>
                  <a:pt x="10365884" y="210952"/>
                  <a:pt x="10569077" y="126813"/>
                </a:cubicBezTo>
                <a:cubicBezTo>
                  <a:pt x="10772269" y="42675"/>
                  <a:pt x="10986781" y="0"/>
                  <a:pt x="11206701" y="0"/>
                </a:cubicBezTo>
                <a:close/>
              </a:path>
            </a:pathLst>
          </a:custGeom>
          <a:gradFill>
            <a:gsLst>
              <a:gs pos="20000">
                <a:srgbClr val="0095C4"/>
              </a:gs>
              <a:gs pos="45000">
                <a:srgbClr val="299B75"/>
              </a:gs>
              <a:gs pos="80000">
                <a:srgbClr val="61A30E"/>
              </a:gs>
            </a:gsLst>
            <a:lin ang="0" scaled="1"/>
          </a:gradFill>
          <a:ln w="0" cap="flat">
            <a:noFill/>
            <a:prstDash val="solid"/>
            <a:miter/>
          </a:ln>
        </p:spPr>
        <p:txBody>
          <a:bodyPr rtlCol="0" anchor="ctr"/>
          <a:lstStyle/>
          <a:p>
            <a:endParaRPr lang="en-US" dirty="0"/>
          </a:p>
        </p:txBody>
      </p:sp>
      <p:sp>
        <p:nvSpPr>
          <p:cNvPr id="37" name="Freeform: Shape 36">
            <a:extLst>
              <a:ext uri="{FF2B5EF4-FFF2-40B4-BE49-F238E27FC236}">
                <a16:creationId xmlns:a16="http://schemas.microsoft.com/office/drawing/2014/main" id="{1A0A18CC-E157-AD15-E51D-50F3DC99465B}"/>
              </a:ext>
            </a:extLst>
          </p:cNvPr>
          <p:cNvSpPr/>
          <p:nvPr userDrawn="1"/>
        </p:nvSpPr>
        <p:spPr>
          <a:xfrm>
            <a:off x="6457030" y="3559219"/>
            <a:ext cx="5731795" cy="3298781"/>
          </a:xfrm>
          <a:custGeom>
            <a:avLst/>
            <a:gdLst>
              <a:gd name="connsiteX0" fmla="*/ 3823502 w 5731795"/>
              <a:gd name="connsiteY0" fmla="*/ 0 h 3298781"/>
              <a:gd name="connsiteX1" fmla="*/ 5731795 w 5731795"/>
              <a:gd name="connsiteY1" fmla="*/ 0 h 3298781"/>
              <a:gd name="connsiteX2" fmla="*/ 5731795 w 5731795"/>
              <a:gd name="connsiteY2" fmla="*/ 1358608 h 3298781"/>
              <a:gd name="connsiteX3" fmla="*/ 3791622 w 5731795"/>
              <a:gd name="connsiteY3" fmla="*/ 3298781 h 3298781"/>
              <a:gd name="connsiteX4" fmla="*/ 0 w 5731795"/>
              <a:gd name="connsiteY4" fmla="*/ 3298781 h 3298781"/>
              <a:gd name="connsiteX5" fmla="*/ 2927726 w 5731795"/>
              <a:gd name="connsiteY5" fmla="*/ 371055 h 3298781"/>
              <a:gd name="connsiteX6" fmla="*/ 3823502 w 5731795"/>
              <a:gd name="connsiteY6" fmla="*/ 0 h 32987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731795" h="3298781">
                <a:moveTo>
                  <a:pt x="3823502" y="0"/>
                </a:moveTo>
                <a:lnTo>
                  <a:pt x="5731795" y="0"/>
                </a:lnTo>
                <a:lnTo>
                  <a:pt x="5731795" y="1358608"/>
                </a:lnTo>
                <a:lnTo>
                  <a:pt x="3791622" y="3298781"/>
                </a:lnTo>
                <a:lnTo>
                  <a:pt x="0" y="3298781"/>
                </a:lnTo>
                <a:lnTo>
                  <a:pt x="2927726" y="371055"/>
                </a:lnTo>
                <a:cubicBezTo>
                  <a:pt x="3165320" y="133460"/>
                  <a:pt x="3487538" y="0"/>
                  <a:pt x="3823502" y="0"/>
                </a:cubicBezTo>
                <a:close/>
              </a:path>
            </a:pathLst>
          </a:custGeom>
          <a:gradFill>
            <a:gsLst>
              <a:gs pos="21000">
                <a:srgbClr val="61A30E"/>
              </a:gs>
              <a:gs pos="83000">
                <a:srgbClr val="0095C4"/>
              </a:gs>
            </a:gsLst>
            <a:lin ang="18900033" scaled="1"/>
          </a:gradFill>
          <a:ln w="0" cap="flat">
            <a:noFill/>
            <a:prstDash val="solid"/>
            <a:miter/>
          </a:ln>
        </p:spPr>
        <p:txBody>
          <a:bodyPr rtlCol="0" anchor="ctr"/>
          <a:lstStyle/>
          <a:p>
            <a:endParaRPr lang="en-US" dirty="0"/>
          </a:p>
        </p:txBody>
      </p:sp>
      <p:sp>
        <p:nvSpPr>
          <p:cNvPr id="28" name="Title 1">
            <a:extLst>
              <a:ext uri="{FF2B5EF4-FFF2-40B4-BE49-F238E27FC236}">
                <a16:creationId xmlns:a16="http://schemas.microsoft.com/office/drawing/2014/main" id="{426C215B-BC62-3CF9-EDF0-6413174A435A}"/>
              </a:ext>
            </a:extLst>
          </p:cNvPr>
          <p:cNvSpPr>
            <a:spLocks noGrp="1"/>
          </p:cNvSpPr>
          <p:nvPr>
            <p:ph type="title" hasCustomPrompt="1"/>
          </p:nvPr>
        </p:nvSpPr>
        <p:spPr>
          <a:xfrm>
            <a:off x="589108" y="938794"/>
            <a:ext cx="6427626" cy="1229360"/>
          </a:xfrm>
        </p:spPr>
        <p:txBody>
          <a:bodyPr wrap="square" anchor="b"/>
          <a:lstStyle>
            <a:lvl1pPr algn="l">
              <a:defRPr sz="3600" b="0" cap="none" baseline="0">
                <a:solidFill>
                  <a:schemeClr val="accent2"/>
                </a:solidFill>
              </a:defRPr>
            </a:lvl1pPr>
          </a:lstStyle>
          <a:p>
            <a:r>
              <a:rPr lang="en-US"/>
              <a:t>Big Statement – </a:t>
            </a:r>
            <a:br>
              <a:rPr lang="en-US"/>
            </a:br>
            <a:r>
              <a:rPr lang="en-US"/>
              <a:t>Green Theme</a:t>
            </a:r>
          </a:p>
        </p:txBody>
      </p:sp>
      <p:sp>
        <p:nvSpPr>
          <p:cNvPr id="29" name="Subtitle">
            <a:extLst>
              <a:ext uri="{FF2B5EF4-FFF2-40B4-BE49-F238E27FC236}">
                <a16:creationId xmlns:a16="http://schemas.microsoft.com/office/drawing/2014/main" id="{615FECE3-9918-4B48-E68F-739600E4B93A}"/>
              </a:ext>
            </a:extLst>
          </p:cNvPr>
          <p:cNvSpPr>
            <a:spLocks noGrp="1"/>
          </p:cNvSpPr>
          <p:nvPr>
            <p:ph type="subTitle" idx="10" hasCustomPrompt="1"/>
          </p:nvPr>
        </p:nvSpPr>
        <p:spPr>
          <a:xfrm>
            <a:off x="602966" y="2267712"/>
            <a:ext cx="6408402" cy="700882"/>
          </a:xfrm>
        </p:spPr>
        <p:txBody>
          <a:bodyPr/>
          <a:lstStyle>
            <a:lvl1pPr marL="0" indent="0" algn="l">
              <a:buNone/>
              <a:defRPr sz="2400">
                <a:solidFill>
                  <a:schemeClr val="tx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text</a:t>
            </a:r>
          </a:p>
        </p:txBody>
      </p:sp>
      <p:sp>
        <p:nvSpPr>
          <p:cNvPr id="7" name="page number">
            <a:extLst>
              <a:ext uri="{FF2B5EF4-FFF2-40B4-BE49-F238E27FC236}">
                <a16:creationId xmlns:a16="http://schemas.microsoft.com/office/drawing/2014/main" id="{4144FBF0-61D7-2140-A159-ECF2E9CDDA21}"/>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38797216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Big Statement 2 - Aqua">
    <p:spTree>
      <p:nvGrpSpPr>
        <p:cNvPr id="1" name=""/>
        <p:cNvGrpSpPr/>
        <p:nvPr/>
      </p:nvGrpSpPr>
      <p:grpSpPr>
        <a:xfrm>
          <a:off x="0" y="0"/>
          <a:ext cx="0" cy="0"/>
          <a:chOff x="0" y="0"/>
          <a:chExt cx="0" cy="0"/>
        </a:xfrm>
      </p:grpSpPr>
      <p:sp>
        <p:nvSpPr>
          <p:cNvPr id="6" name="Freeform: Shape 5">
            <a:extLst>
              <a:ext uri="{FF2B5EF4-FFF2-40B4-BE49-F238E27FC236}">
                <a16:creationId xmlns:a16="http://schemas.microsoft.com/office/drawing/2014/main" id="{DC6694C6-6A30-F4F5-68A3-ABC8048E7AE9}"/>
              </a:ext>
            </a:extLst>
          </p:cNvPr>
          <p:cNvSpPr/>
          <p:nvPr/>
        </p:nvSpPr>
        <p:spPr>
          <a:xfrm>
            <a:off x="-9731" y="1828236"/>
            <a:ext cx="12203581" cy="4225133"/>
          </a:xfrm>
          <a:custGeom>
            <a:avLst/>
            <a:gdLst>
              <a:gd name="connsiteX0" fmla="*/ 11206701 w 12203581"/>
              <a:gd name="connsiteY0" fmla="*/ 0 h 4225133"/>
              <a:gd name="connsiteX1" fmla="*/ 12203581 w 12203581"/>
              <a:gd name="connsiteY1" fmla="*/ 0 h 4225133"/>
              <a:gd name="connsiteX2" fmla="*/ 12203581 w 12203581"/>
              <a:gd name="connsiteY2" fmla="*/ 76381 h 4225133"/>
              <a:gd name="connsiteX3" fmla="*/ 11206764 w 12203581"/>
              <a:gd name="connsiteY3" fmla="*/ 76381 h 4225133"/>
              <a:gd name="connsiteX4" fmla="*/ 10082496 w 12203581"/>
              <a:gd name="connsiteY4" fmla="*/ 542038 h 4225133"/>
              <a:gd name="connsiteX5" fmla="*/ 6864996 w 12203581"/>
              <a:gd name="connsiteY5" fmla="*/ 3759476 h 4225133"/>
              <a:gd name="connsiteX6" fmla="*/ 5740727 w 12203581"/>
              <a:gd name="connsiteY6" fmla="*/ 4225133 h 4225133"/>
              <a:gd name="connsiteX7" fmla="*/ 0 w 12203581"/>
              <a:gd name="connsiteY7" fmla="*/ 4225133 h 4225133"/>
              <a:gd name="connsiteX8" fmla="*/ 0 w 12203581"/>
              <a:gd name="connsiteY8" fmla="*/ 4148754 h 4225133"/>
              <a:gd name="connsiteX9" fmla="*/ 5740727 w 12203581"/>
              <a:gd name="connsiteY9" fmla="*/ 4148754 h 4225133"/>
              <a:gd name="connsiteX10" fmla="*/ 6319969 w 12203581"/>
              <a:gd name="connsiteY10" fmla="*/ 4033515 h 4225133"/>
              <a:gd name="connsiteX11" fmla="*/ 6811001 w 12203581"/>
              <a:gd name="connsiteY11" fmla="*/ 3705419 h 4225133"/>
              <a:gd name="connsiteX12" fmla="*/ 10028503 w 12203581"/>
              <a:gd name="connsiteY12" fmla="*/ 487980 h 4225133"/>
              <a:gd name="connsiteX13" fmla="*/ 10569077 w 12203581"/>
              <a:gd name="connsiteY13" fmla="*/ 126813 h 4225133"/>
              <a:gd name="connsiteX14" fmla="*/ 11206701 w 12203581"/>
              <a:gd name="connsiteY14" fmla="*/ 0 h 42251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2203581" h="4225133">
                <a:moveTo>
                  <a:pt x="11206701" y="0"/>
                </a:moveTo>
                <a:lnTo>
                  <a:pt x="12203581" y="0"/>
                </a:lnTo>
                <a:lnTo>
                  <a:pt x="12203581" y="76381"/>
                </a:lnTo>
                <a:lnTo>
                  <a:pt x="11206764" y="76381"/>
                </a:lnTo>
                <a:cubicBezTo>
                  <a:pt x="10785052" y="76381"/>
                  <a:pt x="10380639" y="243896"/>
                  <a:pt x="10082496" y="542038"/>
                </a:cubicBezTo>
                <a:lnTo>
                  <a:pt x="6864996" y="3759476"/>
                </a:lnTo>
                <a:cubicBezTo>
                  <a:pt x="6566789" y="4057618"/>
                  <a:pt x="6162377" y="4225133"/>
                  <a:pt x="5740727" y="4225133"/>
                </a:cubicBezTo>
                <a:lnTo>
                  <a:pt x="0" y="4225133"/>
                </a:lnTo>
                <a:lnTo>
                  <a:pt x="0" y="4148754"/>
                </a:lnTo>
                <a:lnTo>
                  <a:pt x="5740727" y="4148754"/>
                </a:lnTo>
                <a:cubicBezTo>
                  <a:pt x="5940485" y="4148754"/>
                  <a:pt x="6135411" y="4109959"/>
                  <a:pt x="6319969" y="4033515"/>
                </a:cubicBezTo>
                <a:cubicBezTo>
                  <a:pt x="6504529" y="3957072"/>
                  <a:pt x="6669753" y="3846668"/>
                  <a:pt x="6811001" y="3705419"/>
                </a:cubicBezTo>
                <a:lnTo>
                  <a:pt x="10028503" y="487980"/>
                </a:lnTo>
                <a:cubicBezTo>
                  <a:pt x="10183997" y="332486"/>
                  <a:pt x="10365884" y="210952"/>
                  <a:pt x="10569077" y="126813"/>
                </a:cubicBezTo>
                <a:cubicBezTo>
                  <a:pt x="10772269" y="42675"/>
                  <a:pt x="10986781" y="0"/>
                  <a:pt x="11206701" y="0"/>
                </a:cubicBezTo>
                <a:close/>
              </a:path>
            </a:pathLst>
          </a:custGeom>
          <a:gradFill>
            <a:gsLst>
              <a:gs pos="20000">
                <a:srgbClr val="0095C4"/>
              </a:gs>
              <a:gs pos="80000">
                <a:schemeClr val="accent2"/>
              </a:gs>
            </a:gsLst>
            <a:lin ang="0" scaled="1"/>
          </a:gradFill>
          <a:ln w="0" cap="flat">
            <a:noFill/>
            <a:prstDash val="solid"/>
            <a:miter/>
          </a:ln>
        </p:spPr>
        <p:txBody>
          <a:bodyPr rtlCol="0" anchor="ctr"/>
          <a:lstStyle/>
          <a:p>
            <a:endParaRPr lang="en-US" dirty="0"/>
          </a:p>
        </p:txBody>
      </p:sp>
      <p:sp>
        <p:nvSpPr>
          <p:cNvPr id="18" name="Freeform: Shape 17">
            <a:extLst>
              <a:ext uri="{FF2B5EF4-FFF2-40B4-BE49-F238E27FC236}">
                <a16:creationId xmlns:a16="http://schemas.microsoft.com/office/drawing/2014/main" id="{C43BE5DC-D92A-9A5C-C8AE-7A979F11542A}"/>
              </a:ext>
            </a:extLst>
          </p:cNvPr>
          <p:cNvSpPr/>
          <p:nvPr/>
        </p:nvSpPr>
        <p:spPr>
          <a:xfrm>
            <a:off x="6457030" y="3564299"/>
            <a:ext cx="5731795" cy="3298781"/>
          </a:xfrm>
          <a:custGeom>
            <a:avLst/>
            <a:gdLst>
              <a:gd name="connsiteX0" fmla="*/ 3823502 w 5731795"/>
              <a:gd name="connsiteY0" fmla="*/ 0 h 3298781"/>
              <a:gd name="connsiteX1" fmla="*/ 5731795 w 5731795"/>
              <a:gd name="connsiteY1" fmla="*/ 0 h 3298781"/>
              <a:gd name="connsiteX2" fmla="*/ 5731795 w 5731795"/>
              <a:gd name="connsiteY2" fmla="*/ 1358608 h 3298781"/>
              <a:gd name="connsiteX3" fmla="*/ 3791622 w 5731795"/>
              <a:gd name="connsiteY3" fmla="*/ 3298781 h 3298781"/>
              <a:gd name="connsiteX4" fmla="*/ 0 w 5731795"/>
              <a:gd name="connsiteY4" fmla="*/ 3298781 h 3298781"/>
              <a:gd name="connsiteX5" fmla="*/ 2927726 w 5731795"/>
              <a:gd name="connsiteY5" fmla="*/ 371055 h 3298781"/>
              <a:gd name="connsiteX6" fmla="*/ 3823502 w 5731795"/>
              <a:gd name="connsiteY6" fmla="*/ 0 h 32987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731795" h="3298781">
                <a:moveTo>
                  <a:pt x="3823502" y="0"/>
                </a:moveTo>
                <a:lnTo>
                  <a:pt x="5731795" y="0"/>
                </a:lnTo>
                <a:lnTo>
                  <a:pt x="5731795" y="1358608"/>
                </a:lnTo>
                <a:lnTo>
                  <a:pt x="3791622" y="3298781"/>
                </a:lnTo>
                <a:lnTo>
                  <a:pt x="0" y="3298781"/>
                </a:lnTo>
                <a:lnTo>
                  <a:pt x="2927726" y="371055"/>
                </a:lnTo>
                <a:cubicBezTo>
                  <a:pt x="3165320" y="133460"/>
                  <a:pt x="3487538" y="0"/>
                  <a:pt x="3823502" y="0"/>
                </a:cubicBezTo>
                <a:close/>
              </a:path>
            </a:pathLst>
          </a:custGeom>
          <a:gradFill>
            <a:gsLst>
              <a:gs pos="21000">
                <a:schemeClr val="accent2"/>
              </a:gs>
              <a:gs pos="83000">
                <a:srgbClr val="0095C4"/>
              </a:gs>
            </a:gsLst>
            <a:lin ang="18900033" scaled="1"/>
          </a:gradFill>
          <a:ln w="0" cap="flat">
            <a:noFill/>
            <a:prstDash val="solid"/>
            <a:miter/>
          </a:ln>
        </p:spPr>
        <p:txBody>
          <a:bodyPr rtlCol="0" anchor="ctr"/>
          <a:lstStyle/>
          <a:p>
            <a:endParaRPr lang="en-US" dirty="0"/>
          </a:p>
        </p:txBody>
      </p:sp>
      <p:sp>
        <p:nvSpPr>
          <p:cNvPr id="8" name="page number">
            <a:extLst>
              <a:ext uri="{FF2B5EF4-FFF2-40B4-BE49-F238E27FC236}">
                <a16:creationId xmlns:a16="http://schemas.microsoft.com/office/drawing/2014/main" id="{45469056-638C-FF40-8AA5-0675077535BA}"/>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29" name="Title 1">
            <a:extLst>
              <a:ext uri="{FF2B5EF4-FFF2-40B4-BE49-F238E27FC236}">
                <a16:creationId xmlns:a16="http://schemas.microsoft.com/office/drawing/2014/main" id="{001CFD5C-7C19-8E30-BF20-52E7629C490B}"/>
              </a:ext>
            </a:extLst>
          </p:cNvPr>
          <p:cNvSpPr>
            <a:spLocks noGrp="1"/>
          </p:cNvSpPr>
          <p:nvPr>
            <p:ph type="title" hasCustomPrompt="1"/>
          </p:nvPr>
        </p:nvSpPr>
        <p:spPr>
          <a:xfrm>
            <a:off x="589108" y="938794"/>
            <a:ext cx="6427626" cy="1229360"/>
          </a:xfrm>
        </p:spPr>
        <p:txBody>
          <a:bodyPr wrap="square" anchor="b"/>
          <a:lstStyle>
            <a:lvl1pPr algn="l">
              <a:defRPr sz="3600" b="0" cap="none" baseline="0">
                <a:solidFill>
                  <a:schemeClr val="accent2"/>
                </a:solidFill>
              </a:defRPr>
            </a:lvl1pPr>
          </a:lstStyle>
          <a:p>
            <a:r>
              <a:rPr lang="en-US"/>
              <a:t>Big Statement –</a:t>
            </a:r>
            <a:br>
              <a:rPr lang="en-US"/>
            </a:br>
            <a:r>
              <a:rPr lang="en-US"/>
              <a:t>Blue Theme</a:t>
            </a:r>
          </a:p>
        </p:txBody>
      </p:sp>
      <p:sp>
        <p:nvSpPr>
          <p:cNvPr id="30" name="Subtitle">
            <a:extLst>
              <a:ext uri="{FF2B5EF4-FFF2-40B4-BE49-F238E27FC236}">
                <a16:creationId xmlns:a16="http://schemas.microsoft.com/office/drawing/2014/main" id="{2765CEAA-0CA6-BE98-B450-1301D576C6A5}"/>
              </a:ext>
            </a:extLst>
          </p:cNvPr>
          <p:cNvSpPr>
            <a:spLocks noGrp="1"/>
          </p:cNvSpPr>
          <p:nvPr>
            <p:ph type="subTitle" idx="10" hasCustomPrompt="1"/>
          </p:nvPr>
        </p:nvSpPr>
        <p:spPr>
          <a:xfrm>
            <a:off x="602966" y="2267712"/>
            <a:ext cx="6408402" cy="700882"/>
          </a:xfrm>
        </p:spPr>
        <p:txBody>
          <a:bodyPr/>
          <a:lstStyle>
            <a:lvl1pPr marL="0" indent="0" algn="l">
              <a:buNone/>
              <a:defRPr sz="2400">
                <a:solidFill>
                  <a:schemeClr val="tx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text</a:t>
            </a:r>
          </a:p>
        </p:txBody>
      </p:sp>
      <p:sp>
        <p:nvSpPr>
          <p:cNvPr id="10" name="Freeform: Shape 5">
            <a:extLst>
              <a:ext uri="{FF2B5EF4-FFF2-40B4-BE49-F238E27FC236}">
                <a16:creationId xmlns:a16="http://schemas.microsoft.com/office/drawing/2014/main" id="{DC6694C6-6A30-F4F5-68A3-ABC8048E7AE9}"/>
              </a:ext>
            </a:extLst>
          </p:cNvPr>
          <p:cNvSpPr/>
          <p:nvPr userDrawn="1"/>
        </p:nvSpPr>
        <p:spPr>
          <a:xfrm>
            <a:off x="-9731" y="1828236"/>
            <a:ext cx="12203581" cy="4225133"/>
          </a:xfrm>
          <a:custGeom>
            <a:avLst/>
            <a:gdLst>
              <a:gd name="connsiteX0" fmla="*/ 11206701 w 12203581"/>
              <a:gd name="connsiteY0" fmla="*/ 0 h 4225133"/>
              <a:gd name="connsiteX1" fmla="*/ 12203581 w 12203581"/>
              <a:gd name="connsiteY1" fmla="*/ 0 h 4225133"/>
              <a:gd name="connsiteX2" fmla="*/ 12203581 w 12203581"/>
              <a:gd name="connsiteY2" fmla="*/ 76381 h 4225133"/>
              <a:gd name="connsiteX3" fmla="*/ 11206764 w 12203581"/>
              <a:gd name="connsiteY3" fmla="*/ 76381 h 4225133"/>
              <a:gd name="connsiteX4" fmla="*/ 10082496 w 12203581"/>
              <a:gd name="connsiteY4" fmla="*/ 542038 h 4225133"/>
              <a:gd name="connsiteX5" fmla="*/ 6864996 w 12203581"/>
              <a:gd name="connsiteY5" fmla="*/ 3759476 h 4225133"/>
              <a:gd name="connsiteX6" fmla="*/ 5740727 w 12203581"/>
              <a:gd name="connsiteY6" fmla="*/ 4225133 h 4225133"/>
              <a:gd name="connsiteX7" fmla="*/ 0 w 12203581"/>
              <a:gd name="connsiteY7" fmla="*/ 4225133 h 4225133"/>
              <a:gd name="connsiteX8" fmla="*/ 0 w 12203581"/>
              <a:gd name="connsiteY8" fmla="*/ 4148754 h 4225133"/>
              <a:gd name="connsiteX9" fmla="*/ 5740727 w 12203581"/>
              <a:gd name="connsiteY9" fmla="*/ 4148754 h 4225133"/>
              <a:gd name="connsiteX10" fmla="*/ 6319969 w 12203581"/>
              <a:gd name="connsiteY10" fmla="*/ 4033515 h 4225133"/>
              <a:gd name="connsiteX11" fmla="*/ 6811001 w 12203581"/>
              <a:gd name="connsiteY11" fmla="*/ 3705419 h 4225133"/>
              <a:gd name="connsiteX12" fmla="*/ 10028503 w 12203581"/>
              <a:gd name="connsiteY12" fmla="*/ 487980 h 4225133"/>
              <a:gd name="connsiteX13" fmla="*/ 10569077 w 12203581"/>
              <a:gd name="connsiteY13" fmla="*/ 126813 h 4225133"/>
              <a:gd name="connsiteX14" fmla="*/ 11206701 w 12203581"/>
              <a:gd name="connsiteY14" fmla="*/ 0 h 42251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2203581" h="4225133">
                <a:moveTo>
                  <a:pt x="11206701" y="0"/>
                </a:moveTo>
                <a:lnTo>
                  <a:pt x="12203581" y="0"/>
                </a:lnTo>
                <a:lnTo>
                  <a:pt x="12203581" y="76381"/>
                </a:lnTo>
                <a:lnTo>
                  <a:pt x="11206764" y="76381"/>
                </a:lnTo>
                <a:cubicBezTo>
                  <a:pt x="10785052" y="76381"/>
                  <a:pt x="10380639" y="243896"/>
                  <a:pt x="10082496" y="542038"/>
                </a:cubicBezTo>
                <a:lnTo>
                  <a:pt x="6864996" y="3759476"/>
                </a:lnTo>
                <a:cubicBezTo>
                  <a:pt x="6566789" y="4057618"/>
                  <a:pt x="6162377" y="4225133"/>
                  <a:pt x="5740727" y="4225133"/>
                </a:cubicBezTo>
                <a:lnTo>
                  <a:pt x="0" y="4225133"/>
                </a:lnTo>
                <a:lnTo>
                  <a:pt x="0" y="4148754"/>
                </a:lnTo>
                <a:lnTo>
                  <a:pt x="5740727" y="4148754"/>
                </a:lnTo>
                <a:cubicBezTo>
                  <a:pt x="5940485" y="4148754"/>
                  <a:pt x="6135411" y="4109959"/>
                  <a:pt x="6319969" y="4033515"/>
                </a:cubicBezTo>
                <a:cubicBezTo>
                  <a:pt x="6504529" y="3957072"/>
                  <a:pt x="6669753" y="3846668"/>
                  <a:pt x="6811001" y="3705419"/>
                </a:cubicBezTo>
                <a:lnTo>
                  <a:pt x="10028503" y="487980"/>
                </a:lnTo>
                <a:cubicBezTo>
                  <a:pt x="10183997" y="332486"/>
                  <a:pt x="10365884" y="210952"/>
                  <a:pt x="10569077" y="126813"/>
                </a:cubicBezTo>
                <a:cubicBezTo>
                  <a:pt x="10772269" y="42675"/>
                  <a:pt x="10986781" y="0"/>
                  <a:pt x="11206701" y="0"/>
                </a:cubicBezTo>
                <a:close/>
              </a:path>
            </a:pathLst>
          </a:custGeom>
          <a:gradFill>
            <a:gsLst>
              <a:gs pos="20000">
                <a:srgbClr val="0095C4"/>
              </a:gs>
              <a:gs pos="80000">
                <a:schemeClr val="accent2"/>
              </a:gs>
            </a:gsLst>
            <a:lin ang="0" scaled="1"/>
          </a:gradFill>
          <a:ln w="0" cap="flat">
            <a:noFill/>
            <a:prstDash val="solid"/>
            <a:miter/>
          </a:ln>
        </p:spPr>
        <p:txBody>
          <a:bodyPr rtlCol="0" anchor="ctr"/>
          <a:lstStyle/>
          <a:p>
            <a:endParaRPr lang="en-US" dirty="0"/>
          </a:p>
        </p:txBody>
      </p:sp>
      <p:sp>
        <p:nvSpPr>
          <p:cNvPr id="12" name="page number">
            <a:extLst>
              <a:ext uri="{FF2B5EF4-FFF2-40B4-BE49-F238E27FC236}">
                <a16:creationId xmlns:a16="http://schemas.microsoft.com/office/drawing/2014/main" id="{45469056-638C-FF40-8AA5-0675077535BA}"/>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19559476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Big Statement 2 - Plum">
    <p:spTree>
      <p:nvGrpSpPr>
        <p:cNvPr id="1" name=""/>
        <p:cNvGrpSpPr/>
        <p:nvPr/>
      </p:nvGrpSpPr>
      <p:grpSpPr>
        <a:xfrm>
          <a:off x="0" y="0"/>
          <a:ext cx="0" cy="0"/>
          <a:chOff x="0" y="0"/>
          <a:chExt cx="0" cy="0"/>
        </a:xfrm>
      </p:grpSpPr>
      <p:sp>
        <p:nvSpPr>
          <p:cNvPr id="32" name="Freeform: Shape 31">
            <a:extLst>
              <a:ext uri="{FF2B5EF4-FFF2-40B4-BE49-F238E27FC236}">
                <a16:creationId xmlns:a16="http://schemas.microsoft.com/office/drawing/2014/main" id="{23AA4DDC-2936-0AB6-8344-5481913C661E}"/>
              </a:ext>
            </a:extLst>
          </p:cNvPr>
          <p:cNvSpPr/>
          <p:nvPr/>
        </p:nvSpPr>
        <p:spPr>
          <a:xfrm>
            <a:off x="-9731" y="1828236"/>
            <a:ext cx="12203581" cy="4225133"/>
          </a:xfrm>
          <a:custGeom>
            <a:avLst/>
            <a:gdLst>
              <a:gd name="connsiteX0" fmla="*/ 11206701 w 12203581"/>
              <a:gd name="connsiteY0" fmla="*/ 0 h 4225133"/>
              <a:gd name="connsiteX1" fmla="*/ 12203581 w 12203581"/>
              <a:gd name="connsiteY1" fmla="*/ 0 h 4225133"/>
              <a:gd name="connsiteX2" fmla="*/ 12203581 w 12203581"/>
              <a:gd name="connsiteY2" fmla="*/ 76381 h 4225133"/>
              <a:gd name="connsiteX3" fmla="*/ 11206764 w 12203581"/>
              <a:gd name="connsiteY3" fmla="*/ 76381 h 4225133"/>
              <a:gd name="connsiteX4" fmla="*/ 10082496 w 12203581"/>
              <a:gd name="connsiteY4" fmla="*/ 542038 h 4225133"/>
              <a:gd name="connsiteX5" fmla="*/ 6864996 w 12203581"/>
              <a:gd name="connsiteY5" fmla="*/ 3759476 h 4225133"/>
              <a:gd name="connsiteX6" fmla="*/ 5740727 w 12203581"/>
              <a:gd name="connsiteY6" fmla="*/ 4225133 h 4225133"/>
              <a:gd name="connsiteX7" fmla="*/ 0 w 12203581"/>
              <a:gd name="connsiteY7" fmla="*/ 4225133 h 4225133"/>
              <a:gd name="connsiteX8" fmla="*/ 0 w 12203581"/>
              <a:gd name="connsiteY8" fmla="*/ 4148754 h 4225133"/>
              <a:gd name="connsiteX9" fmla="*/ 5740727 w 12203581"/>
              <a:gd name="connsiteY9" fmla="*/ 4148754 h 4225133"/>
              <a:gd name="connsiteX10" fmla="*/ 6319969 w 12203581"/>
              <a:gd name="connsiteY10" fmla="*/ 4033515 h 4225133"/>
              <a:gd name="connsiteX11" fmla="*/ 6811001 w 12203581"/>
              <a:gd name="connsiteY11" fmla="*/ 3705419 h 4225133"/>
              <a:gd name="connsiteX12" fmla="*/ 10028503 w 12203581"/>
              <a:gd name="connsiteY12" fmla="*/ 487980 h 4225133"/>
              <a:gd name="connsiteX13" fmla="*/ 10569077 w 12203581"/>
              <a:gd name="connsiteY13" fmla="*/ 126813 h 4225133"/>
              <a:gd name="connsiteX14" fmla="*/ 11206701 w 12203581"/>
              <a:gd name="connsiteY14" fmla="*/ 0 h 42251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2203581" h="4225133">
                <a:moveTo>
                  <a:pt x="11206701" y="0"/>
                </a:moveTo>
                <a:lnTo>
                  <a:pt x="12203581" y="0"/>
                </a:lnTo>
                <a:lnTo>
                  <a:pt x="12203581" y="76381"/>
                </a:lnTo>
                <a:lnTo>
                  <a:pt x="11206764" y="76381"/>
                </a:lnTo>
                <a:cubicBezTo>
                  <a:pt x="10785052" y="76381"/>
                  <a:pt x="10380639" y="243896"/>
                  <a:pt x="10082496" y="542038"/>
                </a:cubicBezTo>
                <a:lnTo>
                  <a:pt x="6864996" y="3759476"/>
                </a:lnTo>
                <a:cubicBezTo>
                  <a:pt x="6566789" y="4057618"/>
                  <a:pt x="6162377" y="4225133"/>
                  <a:pt x="5740727" y="4225133"/>
                </a:cubicBezTo>
                <a:lnTo>
                  <a:pt x="0" y="4225133"/>
                </a:lnTo>
                <a:lnTo>
                  <a:pt x="0" y="4148754"/>
                </a:lnTo>
                <a:lnTo>
                  <a:pt x="5740727" y="4148754"/>
                </a:lnTo>
                <a:cubicBezTo>
                  <a:pt x="5940485" y="4148754"/>
                  <a:pt x="6135411" y="4109959"/>
                  <a:pt x="6319969" y="4033515"/>
                </a:cubicBezTo>
                <a:cubicBezTo>
                  <a:pt x="6504529" y="3957072"/>
                  <a:pt x="6669753" y="3846668"/>
                  <a:pt x="6811001" y="3705419"/>
                </a:cubicBezTo>
                <a:lnTo>
                  <a:pt x="10028503" y="487980"/>
                </a:lnTo>
                <a:cubicBezTo>
                  <a:pt x="10183997" y="332486"/>
                  <a:pt x="10365884" y="210952"/>
                  <a:pt x="10569077" y="126813"/>
                </a:cubicBezTo>
                <a:cubicBezTo>
                  <a:pt x="10772269" y="42675"/>
                  <a:pt x="10986781" y="0"/>
                  <a:pt x="11206701" y="0"/>
                </a:cubicBezTo>
                <a:close/>
              </a:path>
            </a:pathLst>
          </a:custGeom>
          <a:gradFill>
            <a:gsLst>
              <a:gs pos="20000">
                <a:srgbClr val="0095C4"/>
              </a:gs>
              <a:gs pos="80000">
                <a:schemeClr val="accent5"/>
              </a:gs>
            </a:gsLst>
            <a:lin ang="0" scaled="1"/>
          </a:gradFill>
          <a:ln w="0" cap="flat">
            <a:noFill/>
            <a:prstDash val="solid"/>
            <a:miter/>
          </a:ln>
        </p:spPr>
        <p:txBody>
          <a:bodyPr rtlCol="0" anchor="ctr"/>
          <a:lstStyle/>
          <a:p>
            <a:endParaRPr lang="en-US" dirty="0"/>
          </a:p>
        </p:txBody>
      </p:sp>
      <p:sp>
        <p:nvSpPr>
          <p:cNvPr id="33" name="Freeform: Shape 32">
            <a:extLst>
              <a:ext uri="{FF2B5EF4-FFF2-40B4-BE49-F238E27FC236}">
                <a16:creationId xmlns:a16="http://schemas.microsoft.com/office/drawing/2014/main" id="{C2AE01D1-6E35-D230-30F3-0D3E2F8A5364}"/>
              </a:ext>
            </a:extLst>
          </p:cNvPr>
          <p:cNvSpPr/>
          <p:nvPr/>
        </p:nvSpPr>
        <p:spPr>
          <a:xfrm>
            <a:off x="6457030" y="3564299"/>
            <a:ext cx="5731795" cy="3298781"/>
          </a:xfrm>
          <a:custGeom>
            <a:avLst/>
            <a:gdLst>
              <a:gd name="connsiteX0" fmla="*/ 3823502 w 5731795"/>
              <a:gd name="connsiteY0" fmla="*/ 0 h 3298781"/>
              <a:gd name="connsiteX1" fmla="*/ 5731795 w 5731795"/>
              <a:gd name="connsiteY1" fmla="*/ 0 h 3298781"/>
              <a:gd name="connsiteX2" fmla="*/ 5731795 w 5731795"/>
              <a:gd name="connsiteY2" fmla="*/ 1358608 h 3298781"/>
              <a:gd name="connsiteX3" fmla="*/ 3791622 w 5731795"/>
              <a:gd name="connsiteY3" fmla="*/ 3298781 h 3298781"/>
              <a:gd name="connsiteX4" fmla="*/ 0 w 5731795"/>
              <a:gd name="connsiteY4" fmla="*/ 3298781 h 3298781"/>
              <a:gd name="connsiteX5" fmla="*/ 2927726 w 5731795"/>
              <a:gd name="connsiteY5" fmla="*/ 371055 h 3298781"/>
              <a:gd name="connsiteX6" fmla="*/ 3823502 w 5731795"/>
              <a:gd name="connsiteY6" fmla="*/ 0 h 32987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731795" h="3298781">
                <a:moveTo>
                  <a:pt x="3823502" y="0"/>
                </a:moveTo>
                <a:lnTo>
                  <a:pt x="5731795" y="0"/>
                </a:lnTo>
                <a:lnTo>
                  <a:pt x="5731795" y="1358608"/>
                </a:lnTo>
                <a:lnTo>
                  <a:pt x="3791622" y="3298781"/>
                </a:lnTo>
                <a:lnTo>
                  <a:pt x="0" y="3298781"/>
                </a:lnTo>
                <a:lnTo>
                  <a:pt x="2927726" y="371055"/>
                </a:lnTo>
                <a:cubicBezTo>
                  <a:pt x="3165320" y="133460"/>
                  <a:pt x="3487538" y="0"/>
                  <a:pt x="3823502" y="0"/>
                </a:cubicBezTo>
                <a:close/>
              </a:path>
            </a:pathLst>
          </a:custGeom>
          <a:gradFill>
            <a:gsLst>
              <a:gs pos="21000">
                <a:schemeClr val="accent5"/>
              </a:gs>
              <a:gs pos="83000">
                <a:srgbClr val="0095C4"/>
              </a:gs>
            </a:gsLst>
            <a:lin ang="18900033" scaled="1"/>
          </a:gradFill>
          <a:ln w="0" cap="flat">
            <a:noFill/>
            <a:prstDash val="solid"/>
            <a:miter/>
          </a:ln>
        </p:spPr>
        <p:txBody>
          <a:bodyPr rtlCol="0" anchor="ctr"/>
          <a:lstStyle/>
          <a:p>
            <a:endParaRPr lang="en-US" dirty="0"/>
          </a:p>
        </p:txBody>
      </p:sp>
      <p:sp>
        <p:nvSpPr>
          <p:cNvPr id="7" name="page number">
            <a:extLst>
              <a:ext uri="{FF2B5EF4-FFF2-40B4-BE49-F238E27FC236}">
                <a16:creationId xmlns:a16="http://schemas.microsoft.com/office/drawing/2014/main" id="{2A1148C9-BE55-F64C-8A6E-A5239BDB4089}"/>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2" name="Title 1">
            <a:extLst>
              <a:ext uri="{FF2B5EF4-FFF2-40B4-BE49-F238E27FC236}">
                <a16:creationId xmlns:a16="http://schemas.microsoft.com/office/drawing/2014/main" id="{98CA9A76-8DB9-793E-B69C-4DDA15EBC5E2}"/>
              </a:ext>
            </a:extLst>
          </p:cNvPr>
          <p:cNvSpPr>
            <a:spLocks noGrp="1"/>
          </p:cNvSpPr>
          <p:nvPr>
            <p:ph type="title" hasCustomPrompt="1"/>
          </p:nvPr>
        </p:nvSpPr>
        <p:spPr>
          <a:xfrm>
            <a:off x="589108" y="938794"/>
            <a:ext cx="6427626" cy="1229360"/>
          </a:xfrm>
        </p:spPr>
        <p:txBody>
          <a:bodyPr wrap="square" anchor="b"/>
          <a:lstStyle>
            <a:lvl1pPr algn="l">
              <a:defRPr sz="3600" b="0" cap="none" baseline="0">
                <a:solidFill>
                  <a:schemeClr val="accent2"/>
                </a:solidFill>
              </a:defRPr>
            </a:lvl1pPr>
          </a:lstStyle>
          <a:p>
            <a:r>
              <a:rPr lang="en-US" dirty="0"/>
              <a:t>Big Statement – </a:t>
            </a:r>
            <a:br>
              <a:rPr lang="en-US" dirty="0"/>
            </a:br>
            <a:r>
              <a:rPr lang="en-US" dirty="0"/>
              <a:t>Purple Theme</a:t>
            </a:r>
          </a:p>
        </p:txBody>
      </p:sp>
      <p:sp>
        <p:nvSpPr>
          <p:cNvPr id="3" name="Subtitle">
            <a:extLst>
              <a:ext uri="{FF2B5EF4-FFF2-40B4-BE49-F238E27FC236}">
                <a16:creationId xmlns:a16="http://schemas.microsoft.com/office/drawing/2014/main" id="{E9F2B30E-136B-200F-6F46-63B36E449AFD}"/>
              </a:ext>
            </a:extLst>
          </p:cNvPr>
          <p:cNvSpPr>
            <a:spLocks noGrp="1"/>
          </p:cNvSpPr>
          <p:nvPr>
            <p:ph type="subTitle" idx="10" hasCustomPrompt="1"/>
          </p:nvPr>
        </p:nvSpPr>
        <p:spPr>
          <a:xfrm>
            <a:off x="602966" y="2267712"/>
            <a:ext cx="6408402" cy="700882"/>
          </a:xfrm>
        </p:spPr>
        <p:txBody>
          <a:bodyPr/>
          <a:lstStyle>
            <a:lvl1pPr marL="0" indent="0" algn="l">
              <a:buNone/>
              <a:defRPr sz="2400">
                <a:solidFill>
                  <a:schemeClr val="tx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text</a:t>
            </a:r>
          </a:p>
        </p:txBody>
      </p:sp>
      <p:sp>
        <p:nvSpPr>
          <p:cNvPr id="9" name="Freeform: Shape 31">
            <a:extLst>
              <a:ext uri="{FF2B5EF4-FFF2-40B4-BE49-F238E27FC236}">
                <a16:creationId xmlns:a16="http://schemas.microsoft.com/office/drawing/2014/main" id="{23AA4DDC-2936-0AB6-8344-5481913C661E}"/>
              </a:ext>
            </a:extLst>
          </p:cNvPr>
          <p:cNvSpPr/>
          <p:nvPr userDrawn="1"/>
        </p:nvSpPr>
        <p:spPr>
          <a:xfrm>
            <a:off x="-9731" y="1828236"/>
            <a:ext cx="12203581" cy="4225133"/>
          </a:xfrm>
          <a:custGeom>
            <a:avLst/>
            <a:gdLst>
              <a:gd name="connsiteX0" fmla="*/ 11206701 w 12203581"/>
              <a:gd name="connsiteY0" fmla="*/ 0 h 4225133"/>
              <a:gd name="connsiteX1" fmla="*/ 12203581 w 12203581"/>
              <a:gd name="connsiteY1" fmla="*/ 0 h 4225133"/>
              <a:gd name="connsiteX2" fmla="*/ 12203581 w 12203581"/>
              <a:gd name="connsiteY2" fmla="*/ 76381 h 4225133"/>
              <a:gd name="connsiteX3" fmla="*/ 11206764 w 12203581"/>
              <a:gd name="connsiteY3" fmla="*/ 76381 h 4225133"/>
              <a:gd name="connsiteX4" fmla="*/ 10082496 w 12203581"/>
              <a:gd name="connsiteY4" fmla="*/ 542038 h 4225133"/>
              <a:gd name="connsiteX5" fmla="*/ 6864996 w 12203581"/>
              <a:gd name="connsiteY5" fmla="*/ 3759476 h 4225133"/>
              <a:gd name="connsiteX6" fmla="*/ 5740727 w 12203581"/>
              <a:gd name="connsiteY6" fmla="*/ 4225133 h 4225133"/>
              <a:gd name="connsiteX7" fmla="*/ 0 w 12203581"/>
              <a:gd name="connsiteY7" fmla="*/ 4225133 h 4225133"/>
              <a:gd name="connsiteX8" fmla="*/ 0 w 12203581"/>
              <a:gd name="connsiteY8" fmla="*/ 4148754 h 4225133"/>
              <a:gd name="connsiteX9" fmla="*/ 5740727 w 12203581"/>
              <a:gd name="connsiteY9" fmla="*/ 4148754 h 4225133"/>
              <a:gd name="connsiteX10" fmla="*/ 6319969 w 12203581"/>
              <a:gd name="connsiteY10" fmla="*/ 4033515 h 4225133"/>
              <a:gd name="connsiteX11" fmla="*/ 6811001 w 12203581"/>
              <a:gd name="connsiteY11" fmla="*/ 3705419 h 4225133"/>
              <a:gd name="connsiteX12" fmla="*/ 10028503 w 12203581"/>
              <a:gd name="connsiteY12" fmla="*/ 487980 h 4225133"/>
              <a:gd name="connsiteX13" fmla="*/ 10569077 w 12203581"/>
              <a:gd name="connsiteY13" fmla="*/ 126813 h 4225133"/>
              <a:gd name="connsiteX14" fmla="*/ 11206701 w 12203581"/>
              <a:gd name="connsiteY14" fmla="*/ 0 h 42251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2203581" h="4225133">
                <a:moveTo>
                  <a:pt x="11206701" y="0"/>
                </a:moveTo>
                <a:lnTo>
                  <a:pt x="12203581" y="0"/>
                </a:lnTo>
                <a:lnTo>
                  <a:pt x="12203581" y="76381"/>
                </a:lnTo>
                <a:lnTo>
                  <a:pt x="11206764" y="76381"/>
                </a:lnTo>
                <a:cubicBezTo>
                  <a:pt x="10785052" y="76381"/>
                  <a:pt x="10380639" y="243896"/>
                  <a:pt x="10082496" y="542038"/>
                </a:cubicBezTo>
                <a:lnTo>
                  <a:pt x="6864996" y="3759476"/>
                </a:lnTo>
                <a:cubicBezTo>
                  <a:pt x="6566789" y="4057618"/>
                  <a:pt x="6162377" y="4225133"/>
                  <a:pt x="5740727" y="4225133"/>
                </a:cubicBezTo>
                <a:lnTo>
                  <a:pt x="0" y="4225133"/>
                </a:lnTo>
                <a:lnTo>
                  <a:pt x="0" y="4148754"/>
                </a:lnTo>
                <a:lnTo>
                  <a:pt x="5740727" y="4148754"/>
                </a:lnTo>
                <a:cubicBezTo>
                  <a:pt x="5940485" y="4148754"/>
                  <a:pt x="6135411" y="4109959"/>
                  <a:pt x="6319969" y="4033515"/>
                </a:cubicBezTo>
                <a:cubicBezTo>
                  <a:pt x="6504529" y="3957072"/>
                  <a:pt x="6669753" y="3846668"/>
                  <a:pt x="6811001" y="3705419"/>
                </a:cubicBezTo>
                <a:lnTo>
                  <a:pt x="10028503" y="487980"/>
                </a:lnTo>
                <a:cubicBezTo>
                  <a:pt x="10183997" y="332486"/>
                  <a:pt x="10365884" y="210952"/>
                  <a:pt x="10569077" y="126813"/>
                </a:cubicBezTo>
                <a:cubicBezTo>
                  <a:pt x="10772269" y="42675"/>
                  <a:pt x="10986781" y="0"/>
                  <a:pt x="11206701" y="0"/>
                </a:cubicBezTo>
                <a:close/>
              </a:path>
            </a:pathLst>
          </a:custGeom>
          <a:gradFill>
            <a:gsLst>
              <a:gs pos="20000">
                <a:srgbClr val="0095C4"/>
              </a:gs>
              <a:gs pos="80000">
                <a:schemeClr val="accent5"/>
              </a:gs>
            </a:gsLst>
            <a:lin ang="0" scaled="1"/>
          </a:gradFill>
          <a:ln w="0" cap="flat">
            <a:noFill/>
            <a:prstDash val="solid"/>
            <a:miter/>
          </a:ln>
        </p:spPr>
        <p:txBody>
          <a:bodyPr rtlCol="0" anchor="ctr"/>
          <a:lstStyle/>
          <a:p>
            <a:endParaRPr lang="en-US" dirty="0"/>
          </a:p>
        </p:txBody>
      </p:sp>
      <p:sp>
        <p:nvSpPr>
          <p:cNvPr id="11" name="page number">
            <a:extLst>
              <a:ext uri="{FF2B5EF4-FFF2-40B4-BE49-F238E27FC236}">
                <a16:creationId xmlns:a16="http://schemas.microsoft.com/office/drawing/2014/main" id="{2A1148C9-BE55-F64C-8A6E-A5239BDB4089}"/>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32680506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Big Statement with Photo">
    <p:spTree>
      <p:nvGrpSpPr>
        <p:cNvPr id="1" name=""/>
        <p:cNvGrpSpPr/>
        <p:nvPr/>
      </p:nvGrpSpPr>
      <p:grpSpPr>
        <a:xfrm>
          <a:off x="0" y="0"/>
          <a:ext cx="0" cy="0"/>
          <a:chOff x="0" y="0"/>
          <a:chExt cx="0" cy="0"/>
        </a:xfrm>
      </p:grpSpPr>
      <p:sp>
        <p:nvSpPr>
          <p:cNvPr id="17" name="Text Placeholder 862">
            <a:extLst>
              <a:ext uri="{FF2B5EF4-FFF2-40B4-BE49-F238E27FC236}">
                <a16:creationId xmlns:a16="http://schemas.microsoft.com/office/drawing/2014/main" id="{C8F55BC8-3E55-49EB-BF20-18EB4F7F5970}"/>
              </a:ext>
            </a:extLst>
          </p:cNvPr>
          <p:cNvSpPr>
            <a:spLocks noGrp="1"/>
          </p:cNvSpPr>
          <p:nvPr>
            <p:ph type="body" sz="quarter" idx="12" hasCustomPrompt="1"/>
          </p:nvPr>
        </p:nvSpPr>
        <p:spPr>
          <a:xfrm>
            <a:off x="608014" y="2514600"/>
            <a:ext cx="5485844" cy="1828799"/>
          </a:xfrm>
        </p:spPr>
        <p:txBody>
          <a:bodyPr anchor="ctr"/>
          <a:lstStyle>
            <a:lvl1pPr>
              <a:lnSpc>
                <a:spcPct val="100000"/>
              </a:lnSpc>
              <a:spcBef>
                <a:spcPts val="0"/>
              </a:spcBef>
              <a:defRPr sz="3600">
                <a:solidFill>
                  <a:schemeClr val="accent2"/>
                </a:solidFill>
              </a:defRPr>
            </a:lvl1pPr>
            <a:lvl2pPr marL="273050" indent="0">
              <a:buNone/>
              <a:defRPr/>
            </a:lvl2pPr>
          </a:lstStyle>
          <a:p>
            <a:pPr lvl="0"/>
            <a:r>
              <a:rPr lang="en-US"/>
              <a:t>Click to add text</a:t>
            </a:r>
          </a:p>
        </p:txBody>
      </p:sp>
      <p:sp>
        <p:nvSpPr>
          <p:cNvPr id="4" name="Picture Placeholder 3">
            <a:extLst>
              <a:ext uri="{FF2B5EF4-FFF2-40B4-BE49-F238E27FC236}">
                <a16:creationId xmlns:a16="http://schemas.microsoft.com/office/drawing/2014/main" id="{05DD6E7D-B875-48DF-B6A8-450BD6AE1716}"/>
              </a:ext>
            </a:extLst>
          </p:cNvPr>
          <p:cNvSpPr>
            <a:spLocks noGrp="1"/>
          </p:cNvSpPr>
          <p:nvPr>
            <p:ph type="pic" sz="quarter" idx="11" hasCustomPrompt="1"/>
          </p:nvPr>
        </p:nvSpPr>
        <p:spPr>
          <a:xfrm>
            <a:off x="6785687" y="69850"/>
            <a:ext cx="5403138" cy="6788150"/>
          </a:xfrm>
        </p:spPr>
        <p:txBody>
          <a:bodyPr lIns="640080" tIns="0" rIns="640080" anchor="ctr"/>
          <a:lstStyle>
            <a:lvl1pPr algn="ctr">
              <a:defRPr>
                <a:solidFill>
                  <a:schemeClr val="tx1"/>
                </a:solidFill>
              </a:defRPr>
            </a:lvl1pPr>
          </a:lstStyle>
          <a:p>
            <a:r>
              <a:rPr lang="en-US" dirty="0"/>
              <a:t>Click on the icon to insert a picture from your computer</a:t>
            </a:r>
          </a:p>
        </p:txBody>
      </p:sp>
      <p:sp>
        <p:nvSpPr>
          <p:cNvPr id="6" name="page number">
            <a:extLst>
              <a:ext uri="{FF2B5EF4-FFF2-40B4-BE49-F238E27FC236}">
                <a16:creationId xmlns:a16="http://schemas.microsoft.com/office/drawing/2014/main" id="{1AAC44A2-B8BC-4B45-BE44-C4C65AFCB660}"/>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5" name="page number">
            <a:extLst>
              <a:ext uri="{FF2B5EF4-FFF2-40B4-BE49-F238E27FC236}">
                <a16:creationId xmlns:a16="http://schemas.microsoft.com/office/drawing/2014/main" id="{1AAC44A2-B8BC-4B45-BE44-C4C65AFCB660}"/>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7656237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Big Statistic">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E9B88A46-F304-51F6-1AAF-726E7309052D}"/>
              </a:ext>
            </a:extLst>
          </p:cNvPr>
          <p:cNvSpPr/>
          <p:nvPr/>
        </p:nvSpPr>
        <p:spPr>
          <a:xfrm>
            <a:off x="0" y="4332288"/>
            <a:ext cx="12188825" cy="2525712"/>
          </a:xfrm>
          <a:prstGeom prst="rect">
            <a:avLst/>
          </a:prstGeom>
          <a:solidFill>
            <a:srgbClr val="F4F8FA"/>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
        <p:nvSpPr>
          <p:cNvPr id="3" name="Oval 2">
            <a:extLst>
              <a:ext uri="{FF2B5EF4-FFF2-40B4-BE49-F238E27FC236}">
                <a16:creationId xmlns:a16="http://schemas.microsoft.com/office/drawing/2014/main" id="{24AFE851-C873-10C5-E165-301FDB834692}"/>
              </a:ext>
            </a:extLst>
          </p:cNvPr>
          <p:cNvSpPr/>
          <p:nvPr/>
        </p:nvSpPr>
        <p:spPr>
          <a:xfrm>
            <a:off x="667600" y="722997"/>
            <a:ext cx="4470400" cy="4470400"/>
          </a:xfrm>
          <a:prstGeom prst="ellipse">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
        <p:nvSpPr>
          <p:cNvPr id="15" name="Text Placeholder 14" descr="Doughnut chart label 3">
            <a:extLst>
              <a:ext uri="{FF2B5EF4-FFF2-40B4-BE49-F238E27FC236}">
                <a16:creationId xmlns:a16="http://schemas.microsoft.com/office/drawing/2014/main" id="{E4BDA96F-134D-4855-8751-F1043ABF3B47}"/>
              </a:ext>
            </a:extLst>
          </p:cNvPr>
          <p:cNvSpPr>
            <a:spLocks noGrp="1"/>
          </p:cNvSpPr>
          <p:nvPr>
            <p:ph type="body" sz="quarter" idx="11" hasCustomPrompt="1"/>
          </p:nvPr>
        </p:nvSpPr>
        <p:spPr>
          <a:xfrm>
            <a:off x="6096000" y="2514599"/>
            <a:ext cx="5027613" cy="1371601"/>
          </a:xfrm>
        </p:spPr>
        <p:txBody>
          <a:bodyPr anchor="ctr"/>
          <a:lstStyle>
            <a:lvl1pPr>
              <a:spcBef>
                <a:spcPts val="0"/>
              </a:spcBef>
              <a:defRPr sz="3600">
                <a:solidFill>
                  <a:schemeClr val="accent2"/>
                </a:solidFill>
              </a:defRPr>
            </a:lvl1pPr>
          </a:lstStyle>
          <a:p>
            <a:pPr lvl="0"/>
            <a:r>
              <a:rPr lang="en-US" dirty="0"/>
              <a:t>Doughnut Chart slide, click to add text here</a:t>
            </a:r>
          </a:p>
        </p:txBody>
      </p:sp>
      <p:sp>
        <p:nvSpPr>
          <p:cNvPr id="13" name="Text Placeholder 12" descr="Doughnut chart label 1">
            <a:extLst>
              <a:ext uri="{FF2B5EF4-FFF2-40B4-BE49-F238E27FC236}">
                <a16:creationId xmlns:a16="http://schemas.microsoft.com/office/drawing/2014/main" id="{8C4F4198-4BE0-4282-8B86-20DED598DC17}"/>
              </a:ext>
            </a:extLst>
          </p:cNvPr>
          <p:cNvSpPr>
            <a:spLocks noGrp="1"/>
          </p:cNvSpPr>
          <p:nvPr>
            <p:ph type="body" sz="quarter" idx="18"/>
          </p:nvPr>
        </p:nvSpPr>
        <p:spPr>
          <a:xfrm>
            <a:off x="608330" y="5507147"/>
            <a:ext cx="1371064" cy="423862"/>
          </a:xfrm>
        </p:spPr>
        <p:txBody>
          <a:bodyPr/>
          <a:lstStyle>
            <a:lvl1pPr algn="l">
              <a:defRPr sz="1200">
                <a:solidFill>
                  <a:schemeClr val="tx1"/>
                </a:solidFill>
              </a:defRPr>
            </a:lvl1pPr>
          </a:lstStyle>
          <a:p>
            <a:pPr lvl="0"/>
            <a:r>
              <a:rPr lang="en-US"/>
              <a:t>Click to edit Master text styles</a:t>
            </a:r>
          </a:p>
        </p:txBody>
      </p:sp>
      <p:sp>
        <p:nvSpPr>
          <p:cNvPr id="70" name="Text Placeholder 12" descr="Doughnut chart label 2">
            <a:extLst>
              <a:ext uri="{FF2B5EF4-FFF2-40B4-BE49-F238E27FC236}">
                <a16:creationId xmlns:a16="http://schemas.microsoft.com/office/drawing/2014/main" id="{4B5F4E67-F2E8-4777-B495-668C321DCBAF}"/>
              </a:ext>
            </a:extLst>
          </p:cNvPr>
          <p:cNvSpPr>
            <a:spLocks noGrp="1"/>
          </p:cNvSpPr>
          <p:nvPr>
            <p:ph type="body" sz="quarter" idx="19"/>
          </p:nvPr>
        </p:nvSpPr>
        <p:spPr>
          <a:xfrm>
            <a:off x="2436416" y="5507147"/>
            <a:ext cx="1371064" cy="423862"/>
          </a:xfrm>
        </p:spPr>
        <p:txBody>
          <a:bodyPr/>
          <a:lstStyle>
            <a:lvl1pPr algn="l">
              <a:defRPr sz="1200">
                <a:solidFill>
                  <a:schemeClr val="tx1"/>
                </a:solidFill>
              </a:defRPr>
            </a:lvl1pPr>
          </a:lstStyle>
          <a:p>
            <a:pPr lvl="0"/>
            <a:r>
              <a:rPr lang="en-US"/>
              <a:t>Click to edit Master text styles</a:t>
            </a:r>
          </a:p>
        </p:txBody>
      </p:sp>
      <p:sp>
        <p:nvSpPr>
          <p:cNvPr id="71" name="Text Placeholder 12" descr="Doughnut chart label 4">
            <a:extLst>
              <a:ext uri="{FF2B5EF4-FFF2-40B4-BE49-F238E27FC236}">
                <a16:creationId xmlns:a16="http://schemas.microsoft.com/office/drawing/2014/main" id="{704846F3-64ED-4181-8AEC-68B9734DA96D}"/>
              </a:ext>
            </a:extLst>
          </p:cNvPr>
          <p:cNvSpPr>
            <a:spLocks noGrp="1"/>
          </p:cNvSpPr>
          <p:nvPr>
            <p:ph type="body" sz="quarter" idx="20"/>
          </p:nvPr>
        </p:nvSpPr>
        <p:spPr>
          <a:xfrm>
            <a:off x="4261103" y="5507147"/>
            <a:ext cx="1371064" cy="423862"/>
          </a:xfrm>
        </p:spPr>
        <p:txBody>
          <a:bodyPr/>
          <a:lstStyle>
            <a:lvl1pPr algn="l">
              <a:defRPr sz="1200">
                <a:solidFill>
                  <a:schemeClr val="tx1"/>
                </a:solidFill>
              </a:defRPr>
            </a:lvl1pPr>
          </a:lstStyle>
          <a:p>
            <a:pPr lvl="0"/>
            <a:r>
              <a:rPr lang="en-US"/>
              <a:t>Click to edit Master text styles</a:t>
            </a:r>
          </a:p>
        </p:txBody>
      </p:sp>
      <p:sp>
        <p:nvSpPr>
          <p:cNvPr id="72" name="Text Placeholder 12" descr="Doughnut chart label 5">
            <a:extLst>
              <a:ext uri="{FF2B5EF4-FFF2-40B4-BE49-F238E27FC236}">
                <a16:creationId xmlns:a16="http://schemas.microsoft.com/office/drawing/2014/main" id="{DD17F439-D919-44B7-889F-96A1DAF172D4}"/>
              </a:ext>
            </a:extLst>
          </p:cNvPr>
          <p:cNvSpPr>
            <a:spLocks noGrp="1"/>
          </p:cNvSpPr>
          <p:nvPr>
            <p:ph type="body" sz="quarter" idx="21"/>
          </p:nvPr>
        </p:nvSpPr>
        <p:spPr>
          <a:xfrm>
            <a:off x="6088109" y="5507147"/>
            <a:ext cx="1371064" cy="423862"/>
          </a:xfrm>
        </p:spPr>
        <p:txBody>
          <a:bodyPr/>
          <a:lstStyle>
            <a:lvl1pPr algn="l">
              <a:defRPr sz="1200">
                <a:solidFill>
                  <a:schemeClr val="tx1"/>
                </a:solidFill>
              </a:defRPr>
            </a:lvl1pPr>
          </a:lstStyle>
          <a:p>
            <a:pPr lvl="0"/>
            <a:r>
              <a:rPr lang="en-US"/>
              <a:t>Click to edit Master text styles</a:t>
            </a:r>
          </a:p>
        </p:txBody>
      </p:sp>
      <p:sp>
        <p:nvSpPr>
          <p:cNvPr id="73" name="Text Placeholder 12" descr="Doughnut chart label 6">
            <a:extLst>
              <a:ext uri="{FF2B5EF4-FFF2-40B4-BE49-F238E27FC236}">
                <a16:creationId xmlns:a16="http://schemas.microsoft.com/office/drawing/2014/main" id="{0DA74846-CC03-44FE-9AE5-4975E808F8A0}"/>
              </a:ext>
            </a:extLst>
          </p:cNvPr>
          <p:cNvSpPr>
            <a:spLocks noGrp="1"/>
          </p:cNvSpPr>
          <p:nvPr>
            <p:ph type="body" sz="quarter" idx="22"/>
          </p:nvPr>
        </p:nvSpPr>
        <p:spPr>
          <a:xfrm>
            <a:off x="7920672" y="5507147"/>
            <a:ext cx="1371064" cy="423862"/>
          </a:xfrm>
        </p:spPr>
        <p:txBody>
          <a:bodyPr/>
          <a:lstStyle>
            <a:lvl1pPr algn="l">
              <a:defRPr sz="1200">
                <a:solidFill>
                  <a:schemeClr val="tx1"/>
                </a:solidFill>
              </a:defRPr>
            </a:lvl1pPr>
          </a:lstStyle>
          <a:p>
            <a:pPr lvl="0"/>
            <a:r>
              <a:rPr lang="en-US"/>
              <a:t>Click to edit Master text styles</a:t>
            </a:r>
          </a:p>
        </p:txBody>
      </p:sp>
      <p:sp>
        <p:nvSpPr>
          <p:cNvPr id="16" name="page number">
            <a:extLst>
              <a:ext uri="{FF2B5EF4-FFF2-40B4-BE49-F238E27FC236}">
                <a16:creationId xmlns:a16="http://schemas.microsoft.com/office/drawing/2014/main" id="{5FED840F-E343-734C-96BA-0EFF5AE5DADC}"/>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grpSp>
        <p:nvGrpSpPr>
          <p:cNvPr id="9" name="Graphic 8">
            <a:extLst>
              <a:ext uri="{FF2B5EF4-FFF2-40B4-BE49-F238E27FC236}">
                <a16:creationId xmlns:a16="http://schemas.microsoft.com/office/drawing/2014/main" id="{51D71EBD-582E-1FCD-4FB5-19DB293014E0}"/>
              </a:ext>
            </a:extLst>
          </p:cNvPr>
          <p:cNvGrpSpPr/>
          <p:nvPr/>
        </p:nvGrpSpPr>
        <p:grpSpPr>
          <a:xfrm>
            <a:off x="265625" y="6323271"/>
            <a:ext cx="1249223" cy="369648"/>
            <a:chOff x="265625" y="6323271"/>
            <a:chExt cx="1249223" cy="369648"/>
          </a:xfrm>
          <a:solidFill>
            <a:srgbClr val="000000"/>
          </a:solidFill>
        </p:grpSpPr>
        <p:grpSp>
          <p:nvGrpSpPr>
            <p:cNvPr id="10" name="Graphic 8">
              <a:extLst>
                <a:ext uri="{FF2B5EF4-FFF2-40B4-BE49-F238E27FC236}">
                  <a16:creationId xmlns:a16="http://schemas.microsoft.com/office/drawing/2014/main" id="{D35F1425-35AB-A636-90BD-74567B35A7DA}"/>
                </a:ext>
              </a:extLst>
            </p:cNvPr>
            <p:cNvGrpSpPr/>
            <p:nvPr/>
          </p:nvGrpSpPr>
          <p:grpSpPr>
            <a:xfrm>
              <a:off x="745455" y="6594444"/>
              <a:ext cx="722662" cy="98475"/>
              <a:chOff x="745455" y="6594444"/>
              <a:chExt cx="722662" cy="98475"/>
            </a:xfrm>
            <a:solidFill>
              <a:srgbClr val="000000"/>
            </a:solidFill>
          </p:grpSpPr>
          <p:sp>
            <p:nvSpPr>
              <p:cNvPr id="22" name="Freeform 49">
                <a:extLst>
                  <a:ext uri="{FF2B5EF4-FFF2-40B4-BE49-F238E27FC236}">
                    <a16:creationId xmlns:a16="http://schemas.microsoft.com/office/drawing/2014/main" id="{72251ED7-7751-A756-FB41-95D0A573AE73}"/>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24" name="Freeform 50">
                <a:extLst>
                  <a:ext uri="{FF2B5EF4-FFF2-40B4-BE49-F238E27FC236}">
                    <a16:creationId xmlns:a16="http://schemas.microsoft.com/office/drawing/2014/main" id="{4F380DE5-9091-5FB2-3647-07110D571357}"/>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25" name="Freeform 51">
                <a:extLst>
                  <a:ext uri="{FF2B5EF4-FFF2-40B4-BE49-F238E27FC236}">
                    <a16:creationId xmlns:a16="http://schemas.microsoft.com/office/drawing/2014/main" id="{63D834CB-F2F1-9CF3-3306-BA788EF4C863}"/>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26" name="Freeform 52">
                <a:extLst>
                  <a:ext uri="{FF2B5EF4-FFF2-40B4-BE49-F238E27FC236}">
                    <a16:creationId xmlns:a16="http://schemas.microsoft.com/office/drawing/2014/main" id="{9DF9D2C4-19CD-6D6F-D1D1-11CE96C0E99D}"/>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27" name="Freeform 53">
                <a:extLst>
                  <a:ext uri="{FF2B5EF4-FFF2-40B4-BE49-F238E27FC236}">
                    <a16:creationId xmlns:a16="http://schemas.microsoft.com/office/drawing/2014/main" id="{78F9C88E-5836-8A77-4538-E2CB490964F3}"/>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28" name="Freeform 54">
                <a:extLst>
                  <a:ext uri="{FF2B5EF4-FFF2-40B4-BE49-F238E27FC236}">
                    <a16:creationId xmlns:a16="http://schemas.microsoft.com/office/drawing/2014/main" id="{2234677F-1EF1-C24A-2456-FB35C738163D}"/>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29" name="Freeform 55">
                <a:extLst>
                  <a:ext uri="{FF2B5EF4-FFF2-40B4-BE49-F238E27FC236}">
                    <a16:creationId xmlns:a16="http://schemas.microsoft.com/office/drawing/2014/main" id="{626F9D8A-D6B5-1888-E8B1-9C3B8C259EF5}"/>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30" name="Freeform 56">
                <a:extLst>
                  <a:ext uri="{FF2B5EF4-FFF2-40B4-BE49-F238E27FC236}">
                    <a16:creationId xmlns:a16="http://schemas.microsoft.com/office/drawing/2014/main" id="{7096839D-686D-9DA0-39C1-FF38ACD79881}"/>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31" name="Freeform 57">
                <a:extLst>
                  <a:ext uri="{FF2B5EF4-FFF2-40B4-BE49-F238E27FC236}">
                    <a16:creationId xmlns:a16="http://schemas.microsoft.com/office/drawing/2014/main" id="{58CEFB5A-654F-87FC-D4AD-C96299F7F5DE}"/>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32" name="Freeform 58">
                <a:extLst>
                  <a:ext uri="{FF2B5EF4-FFF2-40B4-BE49-F238E27FC236}">
                    <a16:creationId xmlns:a16="http://schemas.microsoft.com/office/drawing/2014/main" id="{CFBE9921-9212-4D37-DEE1-045D17910520}"/>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11" name="Graphic 8">
              <a:extLst>
                <a:ext uri="{FF2B5EF4-FFF2-40B4-BE49-F238E27FC236}">
                  <a16:creationId xmlns:a16="http://schemas.microsoft.com/office/drawing/2014/main" id="{1E38B9D4-555F-EEC6-42D8-A5C4F792F610}"/>
                </a:ext>
              </a:extLst>
            </p:cNvPr>
            <p:cNvGrpSpPr/>
            <p:nvPr/>
          </p:nvGrpSpPr>
          <p:grpSpPr>
            <a:xfrm>
              <a:off x="265625" y="6323271"/>
              <a:ext cx="1249223" cy="190348"/>
              <a:chOff x="265625" y="6323271"/>
              <a:chExt cx="1249223" cy="190348"/>
            </a:xfrm>
            <a:solidFill>
              <a:srgbClr val="000000"/>
            </a:solidFill>
          </p:grpSpPr>
          <p:sp>
            <p:nvSpPr>
              <p:cNvPr id="12" name="Freeform 60">
                <a:extLst>
                  <a:ext uri="{FF2B5EF4-FFF2-40B4-BE49-F238E27FC236}">
                    <a16:creationId xmlns:a16="http://schemas.microsoft.com/office/drawing/2014/main" id="{9D3B5F0D-70BB-140A-76C7-DFCFF0777F32}"/>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14" name="Freeform 61">
                <a:extLst>
                  <a:ext uri="{FF2B5EF4-FFF2-40B4-BE49-F238E27FC236}">
                    <a16:creationId xmlns:a16="http://schemas.microsoft.com/office/drawing/2014/main" id="{4C7E6602-CB3B-E010-2E47-5CF99A734497}"/>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17" name="Freeform 62">
                <a:extLst>
                  <a:ext uri="{FF2B5EF4-FFF2-40B4-BE49-F238E27FC236}">
                    <a16:creationId xmlns:a16="http://schemas.microsoft.com/office/drawing/2014/main" id="{9D8567F3-62AD-F216-0AF6-E4169127352D}"/>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18" name="Freeform 63">
                <a:extLst>
                  <a:ext uri="{FF2B5EF4-FFF2-40B4-BE49-F238E27FC236}">
                    <a16:creationId xmlns:a16="http://schemas.microsoft.com/office/drawing/2014/main" id="{2FEEA58D-D9DD-FFD2-C302-3DD4E8DAF5FC}"/>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19" name="Freeform 64">
                <a:extLst>
                  <a:ext uri="{FF2B5EF4-FFF2-40B4-BE49-F238E27FC236}">
                    <a16:creationId xmlns:a16="http://schemas.microsoft.com/office/drawing/2014/main" id="{3C5437F9-4193-4740-1635-D710F784A6A4}"/>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20" name="Freeform 65">
                <a:extLst>
                  <a:ext uri="{FF2B5EF4-FFF2-40B4-BE49-F238E27FC236}">
                    <a16:creationId xmlns:a16="http://schemas.microsoft.com/office/drawing/2014/main" id="{42E15317-316C-8EDA-CD39-0C8616D58909}"/>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21" name="Freeform 66">
                <a:extLst>
                  <a:ext uri="{FF2B5EF4-FFF2-40B4-BE49-F238E27FC236}">
                    <a16:creationId xmlns:a16="http://schemas.microsoft.com/office/drawing/2014/main" id="{F53C646D-9387-7EA5-512E-D7BE25FBA137}"/>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
        <p:nvSpPr>
          <p:cNvPr id="35" name="Oval 34">
            <a:extLst>
              <a:ext uri="{FF2B5EF4-FFF2-40B4-BE49-F238E27FC236}">
                <a16:creationId xmlns:a16="http://schemas.microsoft.com/office/drawing/2014/main" id="{24AFE851-C873-10C5-E165-301FDB834692}"/>
              </a:ext>
            </a:extLst>
          </p:cNvPr>
          <p:cNvSpPr/>
          <p:nvPr userDrawn="1"/>
        </p:nvSpPr>
        <p:spPr>
          <a:xfrm>
            <a:off x="667600" y="722997"/>
            <a:ext cx="4470400" cy="4470400"/>
          </a:xfrm>
          <a:prstGeom prst="ellipse">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
        <p:nvSpPr>
          <p:cNvPr id="36" name="page number">
            <a:extLst>
              <a:ext uri="{FF2B5EF4-FFF2-40B4-BE49-F238E27FC236}">
                <a16:creationId xmlns:a16="http://schemas.microsoft.com/office/drawing/2014/main" id="{5FED840F-E343-734C-96BA-0EFF5AE5DADC}"/>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grpSp>
        <p:nvGrpSpPr>
          <p:cNvPr id="39" name="Graphic 8">
            <a:extLst>
              <a:ext uri="{FF2B5EF4-FFF2-40B4-BE49-F238E27FC236}">
                <a16:creationId xmlns:a16="http://schemas.microsoft.com/office/drawing/2014/main" id="{51D71EBD-582E-1FCD-4FB5-19DB293014E0}"/>
              </a:ext>
            </a:extLst>
          </p:cNvPr>
          <p:cNvGrpSpPr/>
          <p:nvPr userDrawn="1"/>
        </p:nvGrpSpPr>
        <p:grpSpPr>
          <a:xfrm>
            <a:off x="265625" y="6323271"/>
            <a:ext cx="1249223" cy="369648"/>
            <a:chOff x="265625" y="6323271"/>
            <a:chExt cx="1249223" cy="369648"/>
          </a:xfrm>
          <a:solidFill>
            <a:srgbClr val="000000"/>
          </a:solidFill>
        </p:grpSpPr>
        <p:grpSp>
          <p:nvGrpSpPr>
            <p:cNvPr id="40" name="Graphic 8">
              <a:extLst>
                <a:ext uri="{FF2B5EF4-FFF2-40B4-BE49-F238E27FC236}">
                  <a16:creationId xmlns:a16="http://schemas.microsoft.com/office/drawing/2014/main" id="{D35F1425-35AB-A636-90BD-74567B35A7DA}"/>
                </a:ext>
              </a:extLst>
            </p:cNvPr>
            <p:cNvGrpSpPr/>
            <p:nvPr/>
          </p:nvGrpSpPr>
          <p:grpSpPr>
            <a:xfrm>
              <a:off x="745455" y="6594444"/>
              <a:ext cx="722662" cy="98475"/>
              <a:chOff x="745455" y="6594444"/>
              <a:chExt cx="722662" cy="98475"/>
            </a:xfrm>
            <a:solidFill>
              <a:srgbClr val="000000"/>
            </a:solidFill>
          </p:grpSpPr>
          <p:sp>
            <p:nvSpPr>
              <p:cNvPr id="49" name="Freeform 49">
                <a:extLst>
                  <a:ext uri="{FF2B5EF4-FFF2-40B4-BE49-F238E27FC236}">
                    <a16:creationId xmlns:a16="http://schemas.microsoft.com/office/drawing/2014/main" id="{72251ED7-7751-A756-FB41-95D0A573AE73}"/>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50" name="Freeform 50">
                <a:extLst>
                  <a:ext uri="{FF2B5EF4-FFF2-40B4-BE49-F238E27FC236}">
                    <a16:creationId xmlns:a16="http://schemas.microsoft.com/office/drawing/2014/main" id="{4F380DE5-9091-5FB2-3647-07110D571357}"/>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51" name="Freeform 51">
                <a:extLst>
                  <a:ext uri="{FF2B5EF4-FFF2-40B4-BE49-F238E27FC236}">
                    <a16:creationId xmlns:a16="http://schemas.microsoft.com/office/drawing/2014/main" id="{63D834CB-F2F1-9CF3-3306-BA788EF4C863}"/>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52" name="Freeform 52">
                <a:extLst>
                  <a:ext uri="{FF2B5EF4-FFF2-40B4-BE49-F238E27FC236}">
                    <a16:creationId xmlns:a16="http://schemas.microsoft.com/office/drawing/2014/main" id="{9DF9D2C4-19CD-6D6F-D1D1-11CE96C0E99D}"/>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53" name="Freeform 53">
                <a:extLst>
                  <a:ext uri="{FF2B5EF4-FFF2-40B4-BE49-F238E27FC236}">
                    <a16:creationId xmlns:a16="http://schemas.microsoft.com/office/drawing/2014/main" id="{78F9C88E-5836-8A77-4538-E2CB490964F3}"/>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54" name="Freeform 54">
                <a:extLst>
                  <a:ext uri="{FF2B5EF4-FFF2-40B4-BE49-F238E27FC236}">
                    <a16:creationId xmlns:a16="http://schemas.microsoft.com/office/drawing/2014/main" id="{2234677F-1EF1-C24A-2456-FB35C738163D}"/>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55" name="Freeform 55">
                <a:extLst>
                  <a:ext uri="{FF2B5EF4-FFF2-40B4-BE49-F238E27FC236}">
                    <a16:creationId xmlns:a16="http://schemas.microsoft.com/office/drawing/2014/main" id="{626F9D8A-D6B5-1888-E8B1-9C3B8C259EF5}"/>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56" name="Freeform 56">
                <a:extLst>
                  <a:ext uri="{FF2B5EF4-FFF2-40B4-BE49-F238E27FC236}">
                    <a16:creationId xmlns:a16="http://schemas.microsoft.com/office/drawing/2014/main" id="{7096839D-686D-9DA0-39C1-FF38ACD79881}"/>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57" name="Freeform 57">
                <a:extLst>
                  <a:ext uri="{FF2B5EF4-FFF2-40B4-BE49-F238E27FC236}">
                    <a16:creationId xmlns:a16="http://schemas.microsoft.com/office/drawing/2014/main" id="{58CEFB5A-654F-87FC-D4AD-C96299F7F5DE}"/>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58" name="Freeform 58">
                <a:extLst>
                  <a:ext uri="{FF2B5EF4-FFF2-40B4-BE49-F238E27FC236}">
                    <a16:creationId xmlns:a16="http://schemas.microsoft.com/office/drawing/2014/main" id="{CFBE9921-9212-4D37-DEE1-045D17910520}"/>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41" name="Graphic 8">
              <a:extLst>
                <a:ext uri="{FF2B5EF4-FFF2-40B4-BE49-F238E27FC236}">
                  <a16:creationId xmlns:a16="http://schemas.microsoft.com/office/drawing/2014/main" id="{1E38B9D4-555F-EEC6-42D8-A5C4F792F610}"/>
                </a:ext>
              </a:extLst>
            </p:cNvPr>
            <p:cNvGrpSpPr/>
            <p:nvPr/>
          </p:nvGrpSpPr>
          <p:grpSpPr>
            <a:xfrm>
              <a:off x="265625" y="6323271"/>
              <a:ext cx="1249223" cy="190348"/>
              <a:chOff x="265625" y="6323271"/>
              <a:chExt cx="1249223" cy="190348"/>
            </a:xfrm>
            <a:solidFill>
              <a:srgbClr val="000000"/>
            </a:solidFill>
          </p:grpSpPr>
          <p:sp>
            <p:nvSpPr>
              <p:cNvPr id="42" name="Freeform 60">
                <a:extLst>
                  <a:ext uri="{FF2B5EF4-FFF2-40B4-BE49-F238E27FC236}">
                    <a16:creationId xmlns:a16="http://schemas.microsoft.com/office/drawing/2014/main" id="{9D3B5F0D-70BB-140A-76C7-DFCFF0777F32}"/>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43" name="Freeform 61">
                <a:extLst>
                  <a:ext uri="{FF2B5EF4-FFF2-40B4-BE49-F238E27FC236}">
                    <a16:creationId xmlns:a16="http://schemas.microsoft.com/office/drawing/2014/main" id="{4C7E6602-CB3B-E010-2E47-5CF99A734497}"/>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44" name="Freeform 62">
                <a:extLst>
                  <a:ext uri="{FF2B5EF4-FFF2-40B4-BE49-F238E27FC236}">
                    <a16:creationId xmlns:a16="http://schemas.microsoft.com/office/drawing/2014/main" id="{9D8567F3-62AD-F216-0AF6-E4169127352D}"/>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45" name="Freeform 63">
                <a:extLst>
                  <a:ext uri="{FF2B5EF4-FFF2-40B4-BE49-F238E27FC236}">
                    <a16:creationId xmlns:a16="http://schemas.microsoft.com/office/drawing/2014/main" id="{2FEEA58D-D9DD-FFD2-C302-3DD4E8DAF5FC}"/>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46" name="Freeform 64">
                <a:extLst>
                  <a:ext uri="{FF2B5EF4-FFF2-40B4-BE49-F238E27FC236}">
                    <a16:creationId xmlns:a16="http://schemas.microsoft.com/office/drawing/2014/main" id="{3C5437F9-4193-4740-1635-D710F784A6A4}"/>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47" name="Freeform 65">
                <a:extLst>
                  <a:ext uri="{FF2B5EF4-FFF2-40B4-BE49-F238E27FC236}">
                    <a16:creationId xmlns:a16="http://schemas.microsoft.com/office/drawing/2014/main" id="{42E15317-316C-8EDA-CD39-0C8616D58909}"/>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48" name="Freeform 66">
                <a:extLst>
                  <a:ext uri="{FF2B5EF4-FFF2-40B4-BE49-F238E27FC236}">
                    <a16:creationId xmlns:a16="http://schemas.microsoft.com/office/drawing/2014/main" id="{F53C646D-9387-7EA5-512E-D7BE25FBA137}"/>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
        <p:nvSpPr>
          <p:cNvPr id="23" name="Chart Placeholder 22">
            <a:extLst>
              <a:ext uri="{FF2B5EF4-FFF2-40B4-BE49-F238E27FC236}">
                <a16:creationId xmlns:a16="http://schemas.microsoft.com/office/drawing/2014/main" id="{4093E53D-7586-4113-99BD-F45F1343692F}"/>
              </a:ext>
            </a:extLst>
          </p:cNvPr>
          <p:cNvSpPr>
            <a:spLocks noGrp="1"/>
          </p:cNvSpPr>
          <p:nvPr>
            <p:ph type="chart" sz="quarter" idx="13" hasCustomPrompt="1"/>
          </p:nvPr>
        </p:nvSpPr>
        <p:spPr bwMode="gray">
          <a:xfrm>
            <a:off x="662672" y="722997"/>
            <a:ext cx="4480256" cy="4480256"/>
          </a:xfrm>
        </p:spPr>
        <p:txBody>
          <a:bodyPr anchor="ctr"/>
          <a:lstStyle>
            <a:lvl1pPr algn="ctr">
              <a:defRPr>
                <a:solidFill>
                  <a:schemeClr val="tx1"/>
                </a:solidFill>
              </a:defRPr>
            </a:lvl1pPr>
          </a:lstStyle>
          <a:p>
            <a:r>
              <a:rPr lang="en-US" dirty="0"/>
              <a:t>Click to insert a </a:t>
            </a:r>
            <a:br>
              <a:rPr lang="en-US" dirty="0"/>
            </a:br>
            <a:r>
              <a:rPr lang="en-US" dirty="0"/>
              <a:t>Doughnut chart</a:t>
            </a:r>
          </a:p>
        </p:txBody>
      </p:sp>
      <p:sp>
        <p:nvSpPr>
          <p:cNvPr id="5" name="TextBox 4">
            <a:extLst>
              <a:ext uri="{FF2B5EF4-FFF2-40B4-BE49-F238E27FC236}">
                <a16:creationId xmlns:a16="http://schemas.microsoft.com/office/drawing/2014/main" id="{9EE7E0D9-D41D-881D-F813-4A2FF0C435F7}"/>
              </a:ext>
            </a:extLst>
          </p:cNvPr>
          <p:cNvSpPr txBox="1"/>
          <p:nvPr userDrawn="1"/>
        </p:nvSpPr>
        <p:spPr>
          <a:xfrm>
            <a:off x="1645084" y="6461498"/>
            <a:ext cx="3574697" cy="215444"/>
          </a:xfrm>
          <a:prstGeom prst="rect">
            <a:avLst/>
          </a:prstGeom>
          <a:noFill/>
        </p:spPr>
        <p:txBody>
          <a:bodyPr wrap="none" lIns="0" tIns="0" rIns="0" bIns="0" rtlCol="0">
            <a:spAutoFit/>
          </a:bodyPr>
          <a:lstStyle/>
          <a:p>
            <a:pPr algn="l">
              <a:lnSpc>
                <a:spcPct val="100000"/>
              </a:lnSpc>
            </a:pPr>
            <a:r>
              <a:rPr lang="en-US" sz="700" spc="0" baseline="0" dirty="0">
                <a:ln/>
                <a:solidFill>
                  <a:srgbClr val="000000"/>
                </a:solidFill>
                <a:latin typeface="+mn-lt"/>
                <a:sym typeface="Metropolis-Regular"/>
                <a:rtl val="0"/>
              </a:rPr>
              <a:t>Broadcom Proprietary and Confidential. Copyright © 2026 Broadcom.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700" spc="0" baseline="0" dirty="0">
                <a:ln/>
                <a:solidFill>
                  <a:srgbClr val="000000"/>
                </a:solidFill>
                <a:latin typeface="+mn-lt"/>
                <a:sym typeface="Metropolis-Regular"/>
                <a:rtl val="0"/>
              </a:rPr>
              <a:t>All Rights Reserved. The term “Broadcom” refers to Broadcom Inc. and/or its subsidiaries.</a:t>
            </a:r>
          </a:p>
        </p:txBody>
      </p:sp>
    </p:spTree>
    <p:extLst>
      <p:ext uri="{BB962C8B-B14F-4D97-AF65-F5344CB8AC3E}">
        <p14:creationId xmlns:p14="http://schemas.microsoft.com/office/powerpoint/2010/main" val="14082670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4" name="page number">
            <a:extLst>
              <a:ext uri="{FF2B5EF4-FFF2-40B4-BE49-F238E27FC236}">
                <a16:creationId xmlns:a16="http://schemas.microsoft.com/office/drawing/2014/main" id="{BE17F87B-8433-6C45-84D8-13DF5C0ADDB4}"/>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3" name="page number">
            <a:extLst>
              <a:ext uri="{FF2B5EF4-FFF2-40B4-BE49-F238E27FC236}">
                <a16:creationId xmlns:a16="http://schemas.microsoft.com/office/drawing/2014/main" id="{BE17F87B-8433-6C45-84D8-13DF5C0ADDB4}"/>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12753898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Thank You / Closing - Leaf">
    <p:spTree>
      <p:nvGrpSpPr>
        <p:cNvPr id="1" name=""/>
        <p:cNvGrpSpPr/>
        <p:nvPr/>
      </p:nvGrpSpPr>
      <p:grpSpPr>
        <a:xfrm>
          <a:off x="0" y="0"/>
          <a:ext cx="0" cy="0"/>
          <a:chOff x="0" y="0"/>
          <a:chExt cx="0" cy="0"/>
        </a:xfrm>
      </p:grpSpPr>
      <p:sp>
        <p:nvSpPr>
          <p:cNvPr id="49" name="Freeform: Shape 48">
            <a:extLst>
              <a:ext uri="{FF2B5EF4-FFF2-40B4-BE49-F238E27FC236}">
                <a16:creationId xmlns:a16="http://schemas.microsoft.com/office/drawing/2014/main" id="{56DE6961-EE11-6DE7-194F-886ED937142D}"/>
              </a:ext>
            </a:extLst>
          </p:cNvPr>
          <p:cNvSpPr/>
          <p:nvPr/>
        </p:nvSpPr>
        <p:spPr>
          <a:xfrm>
            <a:off x="0" y="0"/>
            <a:ext cx="6635783" cy="4452826"/>
          </a:xfrm>
          <a:custGeom>
            <a:avLst/>
            <a:gdLst>
              <a:gd name="connsiteX0" fmla="*/ 0 w 6635783"/>
              <a:gd name="connsiteY0" fmla="*/ 0 h 4452826"/>
              <a:gd name="connsiteX1" fmla="*/ 6635783 w 6635783"/>
              <a:gd name="connsiteY1" fmla="*/ 0 h 4452826"/>
              <a:gd name="connsiteX2" fmla="*/ 2550426 w 6635783"/>
              <a:gd name="connsiteY2" fmla="*/ 4085358 h 4452826"/>
              <a:gd name="connsiteX3" fmla="*/ 1663310 w 6635783"/>
              <a:gd name="connsiteY3" fmla="*/ 4452826 h 4452826"/>
              <a:gd name="connsiteX4" fmla="*/ 0 w 6635783"/>
              <a:gd name="connsiteY4" fmla="*/ 4452826 h 44528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35783" h="4452826">
                <a:moveTo>
                  <a:pt x="0" y="0"/>
                </a:moveTo>
                <a:lnTo>
                  <a:pt x="6635783" y="0"/>
                </a:lnTo>
                <a:lnTo>
                  <a:pt x="2550426" y="4085358"/>
                </a:lnTo>
                <a:cubicBezTo>
                  <a:pt x="2315128" y="4320656"/>
                  <a:pt x="1996025" y="4452826"/>
                  <a:pt x="1663310" y="4452826"/>
                </a:cubicBezTo>
                <a:lnTo>
                  <a:pt x="0" y="4452826"/>
                </a:lnTo>
                <a:close/>
              </a:path>
            </a:pathLst>
          </a:custGeom>
          <a:gradFill>
            <a:gsLst>
              <a:gs pos="12000">
                <a:srgbClr val="61A30E"/>
              </a:gs>
              <a:gs pos="85000">
                <a:srgbClr val="0095C4"/>
              </a:gs>
            </a:gsLst>
            <a:lin ang="18899976" scaled="1"/>
          </a:gradFill>
          <a:ln w="0" cap="flat">
            <a:noFill/>
            <a:prstDash val="solid"/>
            <a:miter/>
          </a:ln>
        </p:spPr>
        <p:txBody>
          <a:bodyPr rtlCol="0" anchor="ctr"/>
          <a:lstStyle/>
          <a:p>
            <a:endParaRPr lang="en-US" dirty="0"/>
          </a:p>
        </p:txBody>
      </p:sp>
      <p:sp>
        <p:nvSpPr>
          <p:cNvPr id="55" name="Freeform: Shape 54">
            <a:extLst>
              <a:ext uri="{FF2B5EF4-FFF2-40B4-BE49-F238E27FC236}">
                <a16:creationId xmlns:a16="http://schemas.microsoft.com/office/drawing/2014/main" id="{F8F365AF-9910-BF20-6CFB-24D4C0928B4D}"/>
              </a:ext>
            </a:extLst>
          </p:cNvPr>
          <p:cNvSpPr/>
          <p:nvPr/>
        </p:nvSpPr>
        <p:spPr>
          <a:xfrm>
            <a:off x="0" y="0"/>
            <a:ext cx="12188827" cy="6858000"/>
          </a:xfrm>
          <a:custGeom>
            <a:avLst/>
            <a:gdLst>
              <a:gd name="connsiteX0" fmla="*/ 8298300 w 12219884"/>
              <a:gd name="connsiteY0" fmla="*/ 0 h 6858000"/>
              <a:gd name="connsiteX1" fmla="*/ 12219884 w 12219884"/>
              <a:gd name="connsiteY1" fmla="*/ 0 h 6858000"/>
              <a:gd name="connsiteX2" fmla="*/ 12219884 w 12219884"/>
              <a:gd name="connsiteY2" fmla="*/ 6858000 h 6858000"/>
              <a:gd name="connsiteX3" fmla="*/ 0 w 12219884"/>
              <a:gd name="connsiteY3" fmla="*/ 6858000 h 6858000"/>
              <a:gd name="connsiteX4" fmla="*/ 0 w 12219884"/>
              <a:gd name="connsiteY4" fmla="*/ 5087251 h 6858000"/>
              <a:gd name="connsiteX5" fmla="*/ 2577461 w 12219884"/>
              <a:gd name="connsiteY5" fmla="*/ 5085576 h 6858000"/>
              <a:gd name="connsiteX6" fmla="*/ 3686387 w 12219884"/>
              <a:gd name="connsiteY6" fmla="*/ 462627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219884" h="6858000">
                <a:moveTo>
                  <a:pt x="8298300" y="0"/>
                </a:moveTo>
                <a:lnTo>
                  <a:pt x="12219884" y="0"/>
                </a:lnTo>
                <a:lnTo>
                  <a:pt x="12219884" y="6858000"/>
                </a:lnTo>
                <a:lnTo>
                  <a:pt x="0" y="6858000"/>
                </a:lnTo>
                <a:lnTo>
                  <a:pt x="0" y="5087251"/>
                </a:lnTo>
                <a:lnTo>
                  <a:pt x="2577461" y="5085576"/>
                </a:lnTo>
                <a:cubicBezTo>
                  <a:pt x="2993418" y="5085576"/>
                  <a:pt x="3392312" y="4920346"/>
                  <a:pt x="3686387" y="4626273"/>
                </a:cubicBezTo>
                <a:close/>
              </a:path>
            </a:pathLst>
          </a:custGeom>
          <a:solidFill>
            <a:schemeClr val="bg1"/>
          </a:solidFill>
          <a:ln w="0" cap="flat">
            <a:noFill/>
            <a:prstDash val="solid"/>
            <a:miter/>
          </a:ln>
          <a:effectLst/>
        </p:spPr>
        <p:txBody>
          <a:bodyPr rtlCol="0" anchor="ctr"/>
          <a:lstStyle/>
          <a:p>
            <a:endParaRPr lang="en-US" dirty="0"/>
          </a:p>
        </p:txBody>
      </p:sp>
      <p:sp>
        <p:nvSpPr>
          <p:cNvPr id="10" name="TextBox 9">
            <a:extLst>
              <a:ext uri="{FF2B5EF4-FFF2-40B4-BE49-F238E27FC236}">
                <a16:creationId xmlns:a16="http://schemas.microsoft.com/office/drawing/2014/main" id="{01F07DE2-A4BE-3B43-A385-D616B948566C}"/>
              </a:ext>
            </a:extLst>
          </p:cNvPr>
          <p:cNvSpPr txBox="1"/>
          <p:nvPr/>
        </p:nvSpPr>
        <p:spPr>
          <a:xfrm>
            <a:off x="7122912" y="4133697"/>
            <a:ext cx="3585557" cy="692497"/>
          </a:xfrm>
          <a:prstGeom prst="rect">
            <a:avLst/>
          </a:prstGeom>
        </p:spPr>
        <p:txBody>
          <a:bodyPr wrap="square" lIns="0" tIns="0" rIns="0" bIns="0" rtlCol="0">
            <a:spAutoFit/>
          </a:bodyPr>
          <a:lstStyle/>
          <a:p>
            <a:pPr algn="r" defTabSz="914400" rtl="0" eaLnBrk="1" latinLnBrk="0" hangingPunct="1">
              <a:lnSpc>
                <a:spcPct val="90000"/>
              </a:lnSpc>
              <a:spcBef>
                <a:spcPct val="0"/>
              </a:spcBef>
              <a:spcAft>
                <a:spcPts val="600"/>
              </a:spcAft>
              <a:buNone/>
            </a:pPr>
            <a:r>
              <a:rPr lang="en-US" sz="5000" b="0" kern="1200" cap="none" baseline="0" dirty="0">
                <a:solidFill>
                  <a:schemeClr val="accent2"/>
                </a:solidFill>
                <a:latin typeface="+mj-lt"/>
                <a:ea typeface="+mj-ea"/>
                <a:cs typeface="+mj-cs"/>
              </a:rPr>
              <a:t>Thank You</a:t>
            </a:r>
          </a:p>
        </p:txBody>
      </p:sp>
      <p:grpSp>
        <p:nvGrpSpPr>
          <p:cNvPr id="11" name="Graphic 8">
            <a:extLst>
              <a:ext uri="{FF2B5EF4-FFF2-40B4-BE49-F238E27FC236}">
                <a16:creationId xmlns:a16="http://schemas.microsoft.com/office/drawing/2014/main" id="{6CCAFF07-C864-65F7-E8B7-2C5633311999}"/>
              </a:ext>
            </a:extLst>
          </p:cNvPr>
          <p:cNvGrpSpPr/>
          <p:nvPr/>
        </p:nvGrpSpPr>
        <p:grpSpPr>
          <a:xfrm>
            <a:off x="265625" y="6323271"/>
            <a:ext cx="1249223" cy="369648"/>
            <a:chOff x="265625" y="6323271"/>
            <a:chExt cx="1249223" cy="369648"/>
          </a:xfrm>
          <a:solidFill>
            <a:srgbClr val="000000"/>
          </a:solidFill>
        </p:grpSpPr>
        <p:grpSp>
          <p:nvGrpSpPr>
            <p:cNvPr id="12" name="Graphic 8">
              <a:extLst>
                <a:ext uri="{FF2B5EF4-FFF2-40B4-BE49-F238E27FC236}">
                  <a16:creationId xmlns:a16="http://schemas.microsoft.com/office/drawing/2014/main" id="{AE286926-0755-5C11-7A0A-71094C615B03}"/>
                </a:ext>
              </a:extLst>
            </p:cNvPr>
            <p:cNvGrpSpPr/>
            <p:nvPr/>
          </p:nvGrpSpPr>
          <p:grpSpPr>
            <a:xfrm>
              <a:off x="745455" y="6594444"/>
              <a:ext cx="722662" cy="98475"/>
              <a:chOff x="745455" y="6594444"/>
              <a:chExt cx="722662" cy="98475"/>
            </a:xfrm>
            <a:solidFill>
              <a:srgbClr val="000000"/>
            </a:solidFill>
          </p:grpSpPr>
          <p:sp>
            <p:nvSpPr>
              <p:cNvPr id="23" name="Freeform 22">
                <a:extLst>
                  <a:ext uri="{FF2B5EF4-FFF2-40B4-BE49-F238E27FC236}">
                    <a16:creationId xmlns:a16="http://schemas.microsoft.com/office/drawing/2014/main" id="{41302BC0-EF33-69DC-5657-3D7BE117EB0F}"/>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24" name="Freeform 23">
                <a:extLst>
                  <a:ext uri="{FF2B5EF4-FFF2-40B4-BE49-F238E27FC236}">
                    <a16:creationId xmlns:a16="http://schemas.microsoft.com/office/drawing/2014/main" id="{BEAD69D2-73E4-A144-E3E4-00652D470A7C}"/>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25" name="Freeform 24">
                <a:extLst>
                  <a:ext uri="{FF2B5EF4-FFF2-40B4-BE49-F238E27FC236}">
                    <a16:creationId xmlns:a16="http://schemas.microsoft.com/office/drawing/2014/main" id="{1D44DE0F-E65D-8F5E-DDB1-448E05AF8B4D}"/>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26" name="Freeform 25">
                <a:extLst>
                  <a:ext uri="{FF2B5EF4-FFF2-40B4-BE49-F238E27FC236}">
                    <a16:creationId xmlns:a16="http://schemas.microsoft.com/office/drawing/2014/main" id="{300A7CEA-47C8-F052-0ABC-CC3EB17C99C8}"/>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27" name="Freeform 26">
                <a:extLst>
                  <a:ext uri="{FF2B5EF4-FFF2-40B4-BE49-F238E27FC236}">
                    <a16:creationId xmlns:a16="http://schemas.microsoft.com/office/drawing/2014/main" id="{B263CA39-11CD-CCFC-8658-51B68E806BF2}"/>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28" name="Freeform 27">
                <a:extLst>
                  <a:ext uri="{FF2B5EF4-FFF2-40B4-BE49-F238E27FC236}">
                    <a16:creationId xmlns:a16="http://schemas.microsoft.com/office/drawing/2014/main" id="{454151A7-9F9E-00A6-12C4-7BF08E75C919}"/>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29" name="Freeform 28">
                <a:extLst>
                  <a:ext uri="{FF2B5EF4-FFF2-40B4-BE49-F238E27FC236}">
                    <a16:creationId xmlns:a16="http://schemas.microsoft.com/office/drawing/2014/main" id="{1677C85A-569D-FF5C-4327-E5F7B4ABB32F}"/>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30" name="Freeform 29">
                <a:extLst>
                  <a:ext uri="{FF2B5EF4-FFF2-40B4-BE49-F238E27FC236}">
                    <a16:creationId xmlns:a16="http://schemas.microsoft.com/office/drawing/2014/main" id="{E88D3A2E-3EBA-D825-F133-2DE36CA58E51}"/>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31" name="Freeform 30">
                <a:extLst>
                  <a:ext uri="{FF2B5EF4-FFF2-40B4-BE49-F238E27FC236}">
                    <a16:creationId xmlns:a16="http://schemas.microsoft.com/office/drawing/2014/main" id="{3803B19A-69EA-855A-98FD-BD1186959E33}"/>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32" name="Freeform 31">
                <a:extLst>
                  <a:ext uri="{FF2B5EF4-FFF2-40B4-BE49-F238E27FC236}">
                    <a16:creationId xmlns:a16="http://schemas.microsoft.com/office/drawing/2014/main" id="{EBFA825D-97CB-A8C0-AFB9-8046277D8437}"/>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15" name="Graphic 8">
              <a:extLst>
                <a:ext uri="{FF2B5EF4-FFF2-40B4-BE49-F238E27FC236}">
                  <a16:creationId xmlns:a16="http://schemas.microsoft.com/office/drawing/2014/main" id="{3A2519BE-9221-F0E4-149B-1E0F287B15F2}"/>
                </a:ext>
              </a:extLst>
            </p:cNvPr>
            <p:cNvGrpSpPr/>
            <p:nvPr/>
          </p:nvGrpSpPr>
          <p:grpSpPr>
            <a:xfrm>
              <a:off x="265625" y="6323271"/>
              <a:ext cx="1249223" cy="190348"/>
              <a:chOff x="265625" y="6323271"/>
              <a:chExt cx="1249223" cy="190348"/>
            </a:xfrm>
            <a:solidFill>
              <a:srgbClr val="000000"/>
            </a:solidFill>
          </p:grpSpPr>
          <p:sp>
            <p:nvSpPr>
              <p:cNvPr id="16" name="Freeform 15">
                <a:extLst>
                  <a:ext uri="{FF2B5EF4-FFF2-40B4-BE49-F238E27FC236}">
                    <a16:creationId xmlns:a16="http://schemas.microsoft.com/office/drawing/2014/main" id="{E24DA16D-AFE1-058B-85D1-9EA36D66A8EC}"/>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17" name="Freeform 16">
                <a:extLst>
                  <a:ext uri="{FF2B5EF4-FFF2-40B4-BE49-F238E27FC236}">
                    <a16:creationId xmlns:a16="http://schemas.microsoft.com/office/drawing/2014/main" id="{55335D38-CD27-91AC-1D9C-2ECBE6EA600D}"/>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18" name="Freeform 17">
                <a:extLst>
                  <a:ext uri="{FF2B5EF4-FFF2-40B4-BE49-F238E27FC236}">
                    <a16:creationId xmlns:a16="http://schemas.microsoft.com/office/drawing/2014/main" id="{93057BCE-C1E5-5093-0F75-68335E992A19}"/>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19" name="Freeform 18">
                <a:extLst>
                  <a:ext uri="{FF2B5EF4-FFF2-40B4-BE49-F238E27FC236}">
                    <a16:creationId xmlns:a16="http://schemas.microsoft.com/office/drawing/2014/main" id="{7CA24CC9-729F-DCB8-F923-0F15F8C91888}"/>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20" name="Freeform 19">
                <a:extLst>
                  <a:ext uri="{FF2B5EF4-FFF2-40B4-BE49-F238E27FC236}">
                    <a16:creationId xmlns:a16="http://schemas.microsoft.com/office/drawing/2014/main" id="{BAE7E7AF-181B-E7F5-FE78-4DDD4C4C35B5}"/>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21" name="Freeform 20">
                <a:extLst>
                  <a:ext uri="{FF2B5EF4-FFF2-40B4-BE49-F238E27FC236}">
                    <a16:creationId xmlns:a16="http://schemas.microsoft.com/office/drawing/2014/main" id="{5473C35A-2B1B-B305-B605-0C9EA6533ED6}"/>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22" name="Freeform 21">
                <a:extLst>
                  <a:ext uri="{FF2B5EF4-FFF2-40B4-BE49-F238E27FC236}">
                    <a16:creationId xmlns:a16="http://schemas.microsoft.com/office/drawing/2014/main" id="{150F0538-4DA7-4B39-5875-633FB6643611}"/>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
        <p:nvSpPr>
          <p:cNvPr id="2" name="Freeform: Shape 1">
            <a:extLst>
              <a:ext uri="{FF2B5EF4-FFF2-40B4-BE49-F238E27FC236}">
                <a16:creationId xmlns:a16="http://schemas.microsoft.com/office/drawing/2014/main" id="{1C5EE576-7D35-4E9E-7E82-8116BB430A44}"/>
              </a:ext>
            </a:extLst>
          </p:cNvPr>
          <p:cNvSpPr/>
          <p:nvPr/>
        </p:nvSpPr>
        <p:spPr>
          <a:xfrm>
            <a:off x="0" y="0"/>
            <a:ext cx="8366346" cy="5149879"/>
          </a:xfrm>
          <a:custGeom>
            <a:avLst/>
            <a:gdLst>
              <a:gd name="connsiteX0" fmla="*/ 8300010 w 8406233"/>
              <a:gd name="connsiteY0" fmla="*/ 0 h 5164293"/>
              <a:gd name="connsiteX1" fmla="*/ 8406233 w 8406233"/>
              <a:gd name="connsiteY1" fmla="*/ 0 h 5164293"/>
              <a:gd name="connsiteX2" fmla="*/ 3739706 w 8406233"/>
              <a:gd name="connsiteY2" fmla="*/ 4681182 h 5164293"/>
              <a:gd name="connsiteX3" fmla="*/ 2577461 w 8406233"/>
              <a:gd name="connsiteY3" fmla="*/ 5162629 h 5164293"/>
              <a:gd name="connsiteX4" fmla="*/ 0 w 8406233"/>
              <a:gd name="connsiteY4" fmla="*/ 5164293 h 5164293"/>
              <a:gd name="connsiteX5" fmla="*/ 0 w 8406233"/>
              <a:gd name="connsiteY5" fmla="*/ 5088966 h 5164293"/>
              <a:gd name="connsiteX6" fmla="*/ 2577461 w 8406233"/>
              <a:gd name="connsiteY6" fmla="*/ 5087291 h 5164293"/>
              <a:gd name="connsiteX7" fmla="*/ 3686388 w 8406233"/>
              <a:gd name="connsiteY7" fmla="*/ 4627988 h 51642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406233" h="5164293">
                <a:moveTo>
                  <a:pt x="8300010" y="0"/>
                </a:moveTo>
                <a:lnTo>
                  <a:pt x="8406233" y="0"/>
                </a:lnTo>
                <a:lnTo>
                  <a:pt x="3739706" y="4681182"/>
                </a:lnTo>
                <a:cubicBezTo>
                  <a:pt x="3429197" y="4991691"/>
                  <a:pt x="3016440" y="5162629"/>
                  <a:pt x="2577461" y="5162629"/>
                </a:cubicBezTo>
                <a:lnTo>
                  <a:pt x="0" y="5164293"/>
                </a:lnTo>
                <a:lnTo>
                  <a:pt x="0" y="5088966"/>
                </a:lnTo>
                <a:lnTo>
                  <a:pt x="2577461" y="5087291"/>
                </a:lnTo>
                <a:cubicBezTo>
                  <a:pt x="2993418" y="5087291"/>
                  <a:pt x="3392312" y="4922061"/>
                  <a:pt x="3686388" y="4627988"/>
                </a:cubicBezTo>
                <a:close/>
              </a:path>
            </a:pathLst>
          </a:custGeom>
          <a:gradFill>
            <a:gsLst>
              <a:gs pos="31000">
                <a:srgbClr val="0095C4"/>
              </a:gs>
              <a:gs pos="94000">
                <a:schemeClr val="accent4"/>
              </a:gs>
            </a:gsLst>
            <a:lin ang="0" scaled="1"/>
          </a:gradFill>
          <a:ln w="0" cap="flat">
            <a:noFill/>
            <a:prstDash val="solid"/>
            <a:miter/>
          </a:ln>
        </p:spPr>
        <p:txBody>
          <a:bodyPr rtlCol="0" anchor="ctr"/>
          <a:lstStyle/>
          <a:p>
            <a:endParaRPr lang="en-US" dirty="0"/>
          </a:p>
        </p:txBody>
      </p:sp>
      <p:sp>
        <p:nvSpPr>
          <p:cNvPr id="34" name="Freeform: Shape 1">
            <a:extLst>
              <a:ext uri="{FF2B5EF4-FFF2-40B4-BE49-F238E27FC236}">
                <a16:creationId xmlns:a16="http://schemas.microsoft.com/office/drawing/2014/main" id="{1C5EE576-7D35-4E9E-7E82-8116BB430A44}"/>
              </a:ext>
            </a:extLst>
          </p:cNvPr>
          <p:cNvSpPr/>
          <p:nvPr userDrawn="1"/>
        </p:nvSpPr>
        <p:spPr>
          <a:xfrm>
            <a:off x="0" y="0"/>
            <a:ext cx="8366346" cy="5149879"/>
          </a:xfrm>
          <a:custGeom>
            <a:avLst/>
            <a:gdLst>
              <a:gd name="connsiteX0" fmla="*/ 8300010 w 8406233"/>
              <a:gd name="connsiteY0" fmla="*/ 0 h 5164293"/>
              <a:gd name="connsiteX1" fmla="*/ 8406233 w 8406233"/>
              <a:gd name="connsiteY1" fmla="*/ 0 h 5164293"/>
              <a:gd name="connsiteX2" fmla="*/ 3739706 w 8406233"/>
              <a:gd name="connsiteY2" fmla="*/ 4681182 h 5164293"/>
              <a:gd name="connsiteX3" fmla="*/ 2577461 w 8406233"/>
              <a:gd name="connsiteY3" fmla="*/ 5162629 h 5164293"/>
              <a:gd name="connsiteX4" fmla="*/ 0 w 8406233"/>
              <a:gd name="connsiteY4" fmla="*/ 5164293 h 5164293"/>
              <a:gd name="connsiteX5" fmla="*/ 0 w 8406233"/>
              <a:gd name="connsiteY5" fmla="*/ 5088966 h 5164293"/>
              <a:gd name="connsiteX6" fmla="*/ 2577461 w 8406233"/>
              <a:gd name="connsiteY6" fmla="*/ 5087291 h 5164293"/>
              <a:gd name="connsiteX7" fmla="*/ 3686388 w 8406233"/>
              <a:gd name="connsiteY7" fmla="*/ 4627988 h 51642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406233" h="5164293">
                <a:moveTo>
                  <a:pt x="8300010" y="0"/>
                </a:moveTo>
                <a:lnTo>
                  <a:pt x="8406233" y="0"/>
                </a:lnTo>
                <a:lnTo>
                  <a:pt x="3739706" y="4681182"/>
                </a:lnTo>
                <a:cubicBezTo>
                  <a:pt x="3429197" y="4991691"/>
                  <a:pt x="3016440" y="5162629"/>
                  <a:pt x="2577461" y="5162629"/>
                </a:cubicBezTo>
                <a:lnTo>
                  <a:pt x="0" y="5164293"/>
                </a:lnTo>
                <a:lnTo>
                  <a:pt x="0" y="5088966"/>
                </a:lnTo>
                <a:lnTo>
                  <a:pt x="2577461" y="5087291"/>
                </a:lnTo>
                <a:cubicBezTo>
                  <a:pt x="2993418" y="5087291"/>
                  <a:pt x="3392312" y="4922061"/>
                  <a:pt x="3686388" y="4627988"/>
                </a:cubicBezTo>
                <a:close/>
              </a:path>
            </a:pathLst>
          </a:custGeom>
          <a:gradFill>
            <a:gsLst>
              <a:gs pos="31000">
                <a:srgbClr val="0095C4"/>
              </a:gs>
              <a:gs pos="94000">
                <a:schemeClr val="accent4"/>
              </a:gs>
            </a:gsLst>
            <a:lin ang="0" scaled="1"/>
          </a:gradFill>
          <a:ln w="0" cap="flat">
            <a:noFill/>
            <a:prstDash val="solid"/>
            <a:miter/>
          </a:ln>
        </p:spPr>
        <p:txBody>
          <a:bodyPr rtlCol="0" anchor="ctr"/>
          <a:lstStyle/>
          <a:p>
            <a:endParaRPr lang="en-US" dirty="0"/>
          </a:p>
        </p:txBody>
      </p:sp>
      <p:sp>
        <p:nvSpPr>
          <p:cNvPr id="3" name="TextBox 2">
            <a:extLst>
              <a:ext uri="{FF2B5EF4-FFF2-40B4-BE49-F238E27FC236}">
                <a16:creationId xmlns:a16="http://schemas.microsoft.com/office/drawing/2014/main" id="{73C0D969-A405-CD2A-A392-B917B8B613B7}"/>
              </a:ext>
            </a:extLst>
          </p:cNvPr>
          <p:cNvSpPr txBox="1"/>
          <p:nvPr userDrawn="1"/>
        </p:nvSpPr>
        <p:spPr>
          <a:xfrm>
            <a:off x="1645084" y="6461498"/>
            <a:ext cx="3574697" cy="215444"/>
          </a:xfrm>
          <a:prstGeom prst="rect">
            <a:avLst/>
          </a:prstGeom>
          <a:noFill/>
        </p:spPr>
        <p:txBody>
          <a:bodyPr wrap="none" lIns="0" tIns="0" rIns="0" bIns="0" rtlCol="0">
            <a:spAutoFit/>
          </a:bodyPr>
          <a:lstStyle/>
          <a:p>
            <a:pPr algn="l">
              <a:lnSpc>
                <a:spcPct val="100000"/>
              </a:lnSpc>
            </a:pPr>
            <a:r>
              <a:rPr lang="en-US" sz="700" spc="0" baseline="0" dirty="0">
                <a:ln/>
                <a:solidFill>
                  <a:srgbClr val="000000"/>
                </a:solidFill>
                <a:latin typeface="+mn-lt"/>
                <a:sym typeface="Metropolis-Regular"/>
                <a:rtl val="0"/>
              </a:rPr>
              <a:t>Broadcom Proprietary and Confidential. Copyright © 2026 Broadcom.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700" spc="0" baseline="0" dirty="0">
                <a:ln/>
                <a:solidFill>
                  <a:srgbClr val="000000"/>
                </a:solidFill>
                <a:latin typeface="+mn-lt"/>
                <a:sym typeface="Metropolis-Regular"/>
                <a:rtl val="0"/>
              </a:rPr>
              <a:t>All Rights Reserved. The term “Broadcom” refers to Broadcom Inc. and/or its subsidiaries.</a:t>
            </a:r>
          </a:p>
        </p:txBody>
      </p:sp>
    </p:spTree>
    <p:extLst>
      <p:ext uri="{BB962C8B-B14F-4D97-AF65-F5344CB8AC3E}">
        <p14:creationId xmlns:p14="http://schemas.microsoft.com/office/powerpoint/2010/main" val="20895027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Thank You / Closing - Aqua">
    <p:spTree>
      <p:nvGrpSpPr>
        <p:cNvPr id="1" name=""/>
        <p:cNvGrpSpPr/>
        <p:nvPr/>
      </p:nvGrpSpPr>
      <p:grpSpPr>
        <a:xfrm>
          <a:off x="0" y="0"/>
          <a:ext cx="0" cy="0"/>
          <a:chOff x="0" y="0"/>
          <a:chExt cx="0" cy="0"/>
        </a:xfrm>
      </p:grpSpPr>
      <p:sp>
        <p:nvSpPr>
          <p:cNvPr id="14" name="Freeform: Shape 13">
            <a:extLst>
              <a:ext uri="{FF2B5EF4-FFF2-40B4-BE49-F238E27FC236}">
                <a16:creationId xmlns:a16="http://schemas.microsoft.com/office/drawing/2014/main" id="{11BDF268-11B0-0052-054F-E2A7324524A8}"/>
              </a:ext>
            </a:extLst>
          </p:cNvPr>
          <p:cNvSpPr/>
          <p:nvPr/>
        </p:nvSpPr>
        <p:spPr>
          <a:xfrm>
            <a:off x="0" y="0"/>
            <a:ext cx="6635783" cy="4452826"/>
          </a:xfrm>
          <a:custGeom>
            <a:avLst/>
            <a:gdLst>
              <a:gd name="connsiteX0" fmla="*/ 0 w 6635783"/>
              <a:gd name="connsiteY0" fmla="*/ 0 h 4452826"/>
              <a:gd name="connsiteX1" fmla="*/ 6635783 w 6635783"/>
              <a:gd name="connsiteY1" fmla="*/ 0 h 4452826"/>
              <a:gd name="connsiteX2" fmla="*/ 2550426 w 6635783"/>
              <a:gd name="connsiteY2" fmla="*/ 4085358 h 4452826"/>
              <a:gd name="connsiteX3" fmla="*/ 1663310 w 6635783"/>
              <a:gd name="connsiteY3" fmla="*/ 4452826 h 4452826"/>
              <a:gd name="connsiteX4" fmla="*/ 0 w 6635783"/>
              <a:gd name="connsiteY4" fmla="*/ 4452826 h 44528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35783" h="4452826">
                <a:moveTo>
                  <a:pt x="0" y="0"/>
                </a:moveTo>
                <a:lnTo>
                  <a:pt x="6635783" y="0"/>
                </a:lnTo>
                <a:lnTo>
                  <a:pt x="2550426" y="4085358"/>
                </a:lnTo>
                <a:cubicBezTo>
                  <a:pt x="2315128" y="4320656"/>
                  <a:pt x="1996025" y="4452826"/>
                  <a:pt x="1663310" y="4452826"/>
                </a:cubicBezTo>
                <a:lnTo>
                  <a:pt x="0" y="4452826"/>
                </a:lnTo>
                <a:close/>
              </a:path>
            </a:pathLst>
          </a:custGeom>
          <a:gradFill>
            <a:gsLst>
              <a:gs pos="12000">
                <a:schemeClr val="accent2"/>
              </a:gs>
              <a:gs pos="85000">
                <a:srgbClr val="0095C4"/>
              </a:gs>
            </a:gsLst>
            <a:lin ang="18899976" scaled="1"/>
          </a:gradFill>
          <a:ln w="0" cap="flat">
            <a:noFill/>
            <a:prstDash val="solid"/>
            <a:miter/>
          </a:ln>
        </p:spPr>
        <p:txBody>
          <a:bodyPr rtlCol="0" anchor="ctr"/>
          <a:lstStyle/>
          <a:p>
            <a:endParaRPr lang="en-US" dirty="0"/>
          </a:p>
        </p:txBody>
      </p:sp>
      <p:sp>
        <p:nvSpPr>
          <p:cNvPr id="30" name="Freeform: Shape 29">
            <a:extLst>
              <a:ext uri="{FF2B5EF4-FFF2-40B4-BE49-F238E27FC236}">
                <a16:creationId xmlns:a16="http://schemas.microsoft.com/office/drawing/2014/main" id="{FFB6A110-E961-EB34-6F92-35210D5B70F6}"/>
              </a:ext>
            </a:extLst>
          </p:cNvPr>
          <p:cNvSpPr/>
          <p:nvPr/>
        </p:nvSpPr>
        <p:spPr>
          <a:xfrm>
            <a:off x="0" y="0"/>
            <a:ext cx="8366346" cy="5149879"/>
          </a:xfrm>
          <a:custGeom>
            <a:avLst/>
            <a:gdLst>
              <a:gd name="connsiteX0" fmla="*/ 8300010 w 8406233"/>
              <a:gd name="connsiteY0" fmla="*/ 0 h 5164293"/>
              <a:gd name="connsiteX1" fmla="*/ 8406233 w 8406233"/>
              <a:gd name="connsiteY1" fmla="*/ 0 h 5164293"/>
              <a:gd name="connsiteX2" fmla="*/ 3739706 w 8406233"/>
              <a:gd name="connsiteY2" fmla="*/ 4681182 h 5164293"/>
              <a:gd name="connsiteX3" fmla="*/ 2577461 w 8406233"/>
              <a:gd name="connsiteY3" fmla="*/ 5162629 h 5164293"/>
              <a:gd name="connsiteX4" fmla="*/ 0 w 8406233"/>
              <a:gd name="connsiteY4" fmla="*/ 5164293 h 5164293"/>
              <a:gd name="connsiteX5" fmla="*/ 0 w 8406233"/>
              <a:gd name="connsiteY5" fmla="*/ 5088966 h 5164293"/>
              <a:gd name="connsiteX6" fmla="*/ 2577461 w 8406233"/>
              <a:gd name="connsiteY6" fmla="*/ 5087291 h 5164293"/>
              <a:gd name="connsiteX7" fmla="*/ 3686388 w 8406233"/>
              <a:gd name="connsiteY7" fmla="*/ 4627988 h 51642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406233" h="5164293">
                <a:moveTo>
                  <a:pt x="8300010" y="0"/>
                </a:moveTo>
                <a:lnTo>
                  <a:pt x="8406233" y="0"/>
                </a:lnTo>
                <a:lnTo>
                  <a:pt x="3739706" y="4681182"/>
                </a:lnTo>
                <a:cubicBezTo>
                  <a:pt x="3429197" y="4991691"/>
                  <a:pt x="3016440" y="5162629"/>
                  <a:pt x="2577461" y="5162629"/>
                </a:cubicBezTo>
                <a:lnTo>
                  <a:pt x="0" y="5164293"/>
                </a:lnTo>
                <a:lnTo>
                  <a:pt x="0" y="5088966"/>
                </a:lnTo>
                <a:lnTo>
                  <a:pt x="2577461" y="5087291"/>
                </a:lnTo>
                <a:cubicBezTo>
                  <a:pt x="2993418" y="5087291"/>
                  <a:pt x="3392312" y="4922061"/>
                  <a:pt x="3686388" y="4627988"/>
                </a:cubicBezTo>
                <a:close/>
              </a:path>
            </a:pathLst>
          </a:custGeom>
          <a:gradFill>
            <a:gsLst>
              <a:gs pos="31000">
                <a:srgbClr val="0095C4"/>
              </a:gs>
              <a:gs pos="94000">
                <a:schemeClr val="accent2"/>
              </a:gs>
            </a:gsLst>
            <a:lin ang="0" scaled="1"/>
          </a:gradFill>
          <a:ln w="0" cap="flat">
            <a:noFill/>
            <a:prstDash val="solid"/>
            <a:miter/>
          </a:ln>
        </p:spPr>
        <p:txBody>
          <a:bodyPr rtlCol="0" anchor="ctr"/>
          <a:lstStyle/>
          <a:p>
            <a:endParaRPr lang="en-US" dirty="0"/>
          </a:p>
        </p:txBody>
      </p:sp>
      <p:sp>
        <p:nvSpPr>
          <p:cNvPr id="13" name="TextBox 12">
            <a:extLst>
              <a:ext uri="{FF2B5EF4-FFF2-40B4-BE49-F238E27FC236}">
                <a16:creationId xmlns:a16="http://schemas.microsoft.com/office/drawing/2014/main" id="{1BD12A38-34FF-DD48-95F6-31F5ED4772C8}"/>
              </a:ext>
            </a:extLst>
          </p:cNvPr>
          <p:cNvSpPr txBox="1"/>
          <p:nvPr/>
        </p:nvSpPr>
        <p:spPr>
          <a:xfrm>
            <a:off x="7122912" y="4133697"/>
            <a:ext cx="3585557" cy="692497"/>
          </a:xfrm>
          <a:prstGeom prst="rect">
            <a:avLst/>
          </a:prstGeom>
        </p:spPr>
        <p:txBody>
          <a:bodyPr wrap="square" lIns="0" tIns="0" rIns="0" bIns="0" rtlCol="0">
            <a:spAutoFit/>
          </a:bodyPr>
          <a:lstStyle/>
          <a:p>
            <a:pPr algn="r" defTabSz="914400" rtl="0" eaLnBrk="1" latinLnBrk="0" hangingPunct="1">
              <a:lnSpc>
                <a:spcPct val="90000"/>
              </a:lnSpc>
              <a:spcBef>
                <a:spcPct val="0"/>
              </a:spcBef>
              <a:spcAft>
                <a:spcPts val="600"/>
              </a:spcAft>
              <a:buNone/>
            </a:pPr>
            <a:r>
              <a:rPr lang="en-US" sz="5000" b="0" kern="1200" cap="none" baseline="0" dirty="0">
                <a:solidFill>
                  <a:schemeClr val="accent2"/>
                </a:solidFill>
                <a:latin typeface="+mj-lt"/>
                <a:ea typeface="+mj-ea"/>
                <a:cs typeface="+mj-cs"/>
              </a:rPr>
              <a:t>Thank You</a:t>
            </a:r>
          </a:p>
        </p:txBody>
      </p:sp>
      <p:sp>
        <p:nvSpPr>
          <p:cNvPr id="2" name="TextBox 1">
            <a:extLst>
              <a:ext uri="{FF2B5EF4-FFF2-40B4-BE49-F238E27FC236}">
                <a16:creationId xmlns:a16="http://schemas.microsoft.com/office/drawing/2014/main" id="{6870951A-A1C2-4343-3CAE-6020736681CC}"/>
              </a:ext>
            </a:extLst>
          </p:cNvPr>
          <p:cNvSpPr txBox="1"/>
          <p:nvPr/>
        </p:nvSpPr>
        <p:spPr>
          <a:xfrm>
            <a:off x="1645084" y="6461498"/>
            <a:ext cx="3052118" cy="127086"/>
          </a:xfrm>
          <a:prstGeom prst="rect">
            <a:avLst/>
          </a:prstGeom>
          <a:noFill/>
        </p:spPr>
        <p:txBody>
          <a:bodyPr wrap="none" lIns="0" tIns="0" rIns="0" bIns="0" rtlCol="0">
            <a:spAutoFit/>
          </a:bodyPr>
          <a:lstStyle/>
          <a:p>
            <a:pPr algn="l">
              <a:lnSpc>
                <a:spcPct val="130000"/>
              </a:lnSpc>
            </a:pPr>
            <a:r>
              <a:rPr lang="en-US" sz="700" spc="0" baseline="0" dirty="0">
                <a:ln/>
                <a:solidFill>
                  <a:srgbClr val="000000"/>
                </a:solidFill>
                <a:latin typeface="Metropolis-Regular"/>
                <a:sym typeface="Metropolis-Regular"/>
                <a:rtl val="0"/>
              </a:rPr>
              <a:t>Broadcom Proprietary and Confidential. Copyright © 2024 Broadcom.  </a:t>
            </a:r>
          </a:p>
        </p:txBody>
      </p:sp>
      <p:sp>
        <p:nvSpPr>
          <p:cNvPr id="3" name="TextBox 2">
            <a:extLst>
              <a:ext uri="{FF2B5EF4-FFF2-40B4-BE49-F238E27FC236}">
                <a16:creationId xmlns:a16="http://schemas.microsoft.com/office/drawing/2014/main" id="{26F24270-F144-4E34-E75B-7BF480C1A43F}"/>
              </a:ext>
            </a:extLst>
          </p:cNvPr>
          <p:cNvSpPr txBox="1"/>
          <p:nvPr/>
        </p:nvSpPr>
        <p:spPr>
          <a:xfrm>
            <a:off x="1645084" y="6569434"/>
            <a:ext cx="3855223" cy="127086"/>
          </a:xfrm>
          <a:prstGeom prst="rect">
            <a:avLst/>
          </a:prstGeom>
          <a:noFill/>
        </p:spPr>
        <p:txBody>
          <a:bodyPr wrap="none" lIns="0" tIns="0" rIns="0" bIns="0" rtlCol="0">
            <a:spAutoFit/>
          </a:bodyPr>
          <a:lstStyle/>
          <a:p>
            <a:pPr algn="l">
              <a:lnSpc>
                <a:spcPct val="130000"/>
              </a:lnSpc>
            </a:pPr>
            <a:r>
              <a:rPr lang="en-US" sz="700" spc="0" baseline="0" dirty="0">
                <a:ln/>
                <a:solidFill>
                  <a:srgbClr val="000000"/>
                </a:solidFill>
                <a:latin typeface="Metropolis-Regular"/>
                <a:sym typeface="Metropolis-Regular"/>
                <a:rtl val="0"/>
              </a:rPr>
              <a:t>All Rights Reserved. The term “Broadcom” refers to Broadcom Inc. and/or its subsidiaries.</a:t>
            </a:r>
          </a:p>
        </p:txBody>
      </p:sp>
      <p:grpSp>
        <p:nvGrpSpPr>
          <p:cNvPr id="4" name="Graphic 8">
            <a:extLst>
              <a:ext uri="{FF2B5EF4-FFF2-40B4-BE49-F238E27FC236}">
                <a16:creationId xmlns:a16="http://schemas.microsoft.com/office/drawing/2014/main" id="{51193D83-E1DC-D884-497D-C36876692E8C}"/>
              </a:ext>
            </a:extLst>
          </p:cNvPr>
          <p:cNvGrpSpPr/>
          <p:nvPr/>
        </p:nvGrpSpPr>
        <p:grpSpPr>
          <a:xfrm>
            <a:off x="265625" y="6323271"/>
            <a:ext cx="1249223" cy="369648"/>
            <a:chOff x="265625" y="6323271"/>
            <a:chExt cx="1249223" cy="369648"/>
          </a:xfrm>
          <a:solidFill>
            <a:srgbClr val="000000"/>
          </a:solidFill>
        </p:grpSpPr>
        <p:grpSp>
          <p:nvGrpSpPr>
            <p:cNvPr id="5" name="Graphic 8">
              <a:extLst>
                <a:ext uri="{FF2B5EF4-FFF2-40B4-BE49-F238E27FC236}">
                  <a16:creationId xmlns:a16="http://schemas.microsoft.com/office/drawing/2014/main" id="{6288BEE3-23F3-B6B1-B482-0F9A9F569EA0}"/>
                </a:ext>
              </a:extLst>
            </p:cNvPr>
            <p:cNvGrpSpPr/>
            <p:nvPr/>
          </p:nvGrpSpPr>
          <p:grpSpPr>
            <a:xfrm>
              <a:off x="745455" y="6594444"/>
              <a:ext cx="722662" cy="98475"/>
              <a:chOff x="745455" y="6594444"/>
              <a:chExt cx="722662" cy="98475"/>
            </a:xfrm>
            <a:solidFill>
              <a:srgbClr val="000000"/>
            </a:solidFill>
          </p:grpSpPr>
          <p:sp>
            <p:nvSpPr>
              <p:cNvPr id="20" name="Freeform 19">
                <a:extLst>
                  <a:ext uri="{FF2B5EF4-FFF2-40B4-BE49-F238E27FC236}">
                    <a16:creationId xmlns:a16="http://schemas.microsoft.com/office/drawing/2014/main" id="{90DE5843-3B4A-E700-B0DB-5D9A3AD21F98}"/>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21" name="Freeform 20">
                <a:extLst>
                  <a:ext uri="{FF2B5EF4-FFF2-40B4-BE49-F238E27FC236}">
                    <a16:creationId xmlns:a16="http://schemas.microsoft.com/office/drawing/2014/main" id="{BDE397DD-E9E8-91B5-8C3B-45ED0D0B04B1}"/>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22" name="Freeform 21">
                <a:extLst>
                  <a:ext uri="{FF2B5EF4-FFF2-40B4-BE49-F238E27FC236}">
                    <a16:creationId xmlns:a16="http://schemas.microsoft.com/office/drawing/2014/main" id="{6E6BB379-A9C5-4D4D-9C59-B482A1CFFCF1}"/>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23" name="Freeform 22">
                <a:extLst>
                  <a:ext uri="{FF2B5EF4-FFF2-40B4-BE49-F238E27FC236}">
                    <a16:creationId xmlns:a16="http://schemas.microsoft.com/office/drawing/2014/main" id="{5BF377CA-F78E-1D05-7E30-F0B6B3DB3F06}"/>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24" name="Freeform 23">
                <a:extLst>
                  <a:ext uri="{FF2B5EF4-FFF2-40B4-BE49-F238E27FC236}">
                    <a16:creationId xmlns:a16="http://schemas.microsoft.com/office/drawing/2014/main" id="{8C25C045-0720-3CF6-0232-C3865968DD47}"/>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25" name="Freeform 24">
                <a:extLst>
                  <a:ext uri="{FF2B5EF4-FFF2-40B4-BE49-F238E27FC236}">
                    <a16:creationId xmlns:a16="http://schemas.microsoft.com/office/drawing/2014/main" id="{492D9964-F2E9-F1D3-0D41-4D1006001336}"/>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26" name="Freeform 25">
                <a:extLst>
                  <a:ext uri="{FF2B5EF4-FFF2-40B4-BE49-F238E27FC236}">
                    <a16:creationId xmlns:a16="http://schemas.microsoft.com/office/drawing/2014/main" id="{B018C7F5-E13A-499D-ABFD-F4667F22C046}"/>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27" name="Freeform 26">
                <a:extLst>
                  <a:ext uri="{FF2B5EF4-FFF2-40B4-BE49-F238E27FC236}">
                    <a16:creationId xmlns:a16="http://schemas.microsoft.com/office/drawing/2014/main" id="{0E76BD13-FD6A-3266-F187-4A6360DA733F}"/>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28" name="Freeform 27">
                <a:extLst>
                  <a:ext uri="{FF2B5EF4-FFF2-40B4-BE49-F238E27FC236}">
                    <a16:creationId xmlns:a16="http://schemas.microsoft.com/office/drawing/2014/main" id="{254CDF54-5CC7-42D5-FF3B-EA1A9615C9EB}"/>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29" name="Freeform 28">
                <a:extLst>
                  <a:ext uri="{FF2B5EF4-FFF2-40B4-BE49-F238E27FC236}">
                    <a16:creationId xmlns:a16="http://schemas.microsoft.com/office/drawing/2014/main" id="{CA008CD7-A5BA-D93B-24CF-53A3613EEB94}"/>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6" name="Graphic 8">
              <a:extLst>
                <a:ext uri="{FF2B5EF4-FFF2-40B4-BE49-F238E27FC236}">
                  <a16:creationId xmlns:a16="http://schemas.microsoft.com/office/drawing/2014/main" id="{0E16E021-24D5-689F-4C32-B7C3B76D27F1}"/>
                </a:ext>
              </a:extLst>
            </p:cNvPr>
            <p:cNvGrpSpPr/>
            <p:nvPr/>
          </p:nvGrpSpPr>
          <p:grpSpPr>
            <a:xfrm>
              <a:off x="265625" y="6323271"/>
              <a:ext cx="1249223" cy="190348"/>
              <a:chOff x="265625" y="6323271"/>
              <a:chExt cx="1249223" cy="190348"/>
            </a:xfrm>
            <a:solidFill>
              <a:srgbClr val="000000"/>
            </a:solidFill>
          </p:grpSpPr>
          <p:sp>
            <p:nvSpPr>
              <p:cNvPr id="7" name="Freeform 6">
                <a:extLst>
                  <a:ext uri="{FF2B5EF4-FFF2-40B4-BE49-F238E27FC236}">
                    <a16:creationId xmlns:a16="http://schemas.microsoft.com/office/drawing/2014/main" id="{E90104B9-EB0A-6BF7-8DA0-69BE6F5CEC54}"/>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8" name="Freeform 7">
                <a:extLst>
                  <a:ext uri="{FF2B5EF4-FFF2-40B4-BE49-F238E27FC236}">
                    <a16:creationId xmlns:a16="http://schemas.microsoft.com/office/drawing/2014/main" id="{14FF2423-AC5E-7429-E3BB-D400CC6C4F59}"/>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9" name="Freeform 8">
                <a:extLst>
                  <a:ext uri="{FF2B5EF4-FFF2-40B4-BE49-F238E27FC236}">
                    <a16:creationId xmlns:a16="http://schemas.microsoft.com/office/drawing/2014/main" id="{278A855B-3ED8-07E8-9617-3CABB4692131}"/>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16" name="Freeform 15">
                <a:extLst>
                  <a:ext uri="{FF2B5EF4-FFF2-40B4-BE49-F238E27FC236}">
                    <a16:creationId xmlns:a16="http://schemas.microsoft.com/office/drawing/2014/main" id="{630E10BD-35C4-2EB3-CD9E-CB79BB947F28}"/>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17" name="Freeform 16">
                <a:extLst>
                  <a:ext uri="{FF2B5EF4-FFF2-40B4-BE49-F238E27FC236}">
                    <a16:creationId xmlns:a16="http://schemas.microsoft.com/office/drawing/2014/main" id="{4D6F1BE7-A87D-4DD0-910A-5119820395CE}"/>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18" name="Freeform 17">
                <a:extLst>
                  <a:ext uri="{FF2B5EF4-FFF2-40B4-BE49-F238E27FC236}">
                    <a16:creationId xmlns:a16="http://schemas.microsoft.com/office/drawing/2014/main" id="{A59043ED-8660-66C4-91BC-AF45873D847E}"/>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19" name="Freeform 18">
                <a:extLst>
                  <a:ext uri="{FF2B5EF4-FFF2-40B4-BE49-F238E27FC236}">
                    <a16:creationId xmlns:a16="http://schemas.microsoft.com/office/drawing/2014/main" id="{C479B44E-348E-907C-601F-D41A24CC5E58}"/>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
        <p:nvSpPr>
          <p:cNvPr id="32" name="Freeform: Shape 14">
            <a:extLst>
              <a:ext uri="{FF2B5EF4-FFF2-40B4-BE49-F238E27FC236}">
                <a16:creationId xmlns:a16="http://schemas.microsoft.com/office/drawing/2014/main" id="{CD863588-1EDA-72EC-6D61-3E8A0E7CB273}"/>
              </a:ext>
            </a:extLst>
          </p:cNvPr>
          <p:cNvSpPr/>
          <p:nvPr userDrawn="1"/>
        </p:nvSpPr>
        <p:spPr>
          <a:xfrm>
            <a:off x="0" y="0"/>
            <a:ext cx="12188827" cy="6858000"/>
          </a:xfrm>
          <a:custGeom>
            <a:avLst/>
            <a:gdLst>
              <a:gd name="connsiteX0" fmla="*/ 8298300 w 12219884"/>
              <a:gd name="connsiteY0" fmla="*/ 0 h 6858000"/>
              <a:gd name="connsiteX1" fmla="*/ 12219884 w 12219884"/>
              <a:gd name="connsiteY1" fmla="*/ 0 h 6858000"/>
              <a:gd name="connsiteX2" fmla="*/ 12219884 w 12219884"/>
              <a:gd name="connsiteY2" fmla="*/ 6858000 h 6858000"/>
              <a:gd name="connsiteX3" fmla="*/ 0 w 12219884"/>
              <a:gd name="connsiteY3" fmla="*/ 6858000 h 6858000"/>
              <a:gd name="connsiteX4" fmla="*/ 0 w 12219884"/>
              <a:gd name="connsiteY4" fmla="*/ 5087251 h 6858000"/>
              <a:gd name="connsiteX5" fmla="*/ 2577461 w 12219884"/>
              <a:gd name="connsiteY5" fmla="*/ 5085576 h 6858000"/>
              <a:gd name="connsiteX6" fmla="*/ 3686387 w 12219884"/>
              <a:gd name="connsiteY6" fmla="*/ 462627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219884" h="6858000">
                <a:moveTo>
                  <a:pt x="8298300" y="0"/>
                </a:moveTo>
                <a:lnTo>
                  <a:pt x="12219884" y="0"/>
                </a:lnTo>
                <a:lnTo>
                  <a:pt x="12219884" y="6858000"/>
                </a:lnTo>
                <a:lnTo>
                  <a:pt x="0" y="6858000"/>
                </a:lnTo>
                <a:lnTo>
                  <a:pt x="0" y="5087251"/>
                </a:lnTo>
                <a:lnTo>
                  <a:pt x="2577461" y="5085576"/>
                </a:lnTo>
                <a:cubicBezTo>
                  <a:pt x="2993418" y="5085576"/>
                  <a:pt x="3392312" y="4920346"/>
                  <a:pt x="3686387" y="4626273"/>
                </a:cubicBezTo>
                <a:close/>
              </a:path>
            </a:pathLst>
          </a:custGeom>
          <a:solidFill>
            <a:schemeClr val="bg1"/>
          </a:solidFill>
          <a:ln w="0" cap="flat">
            <a:noFill/>
            <a:prstDash val="solid"/>
            <a:miter/>
          </a:ln>
          <a:effectLst/>
        </p:spPr>
        <p:txBody>
          <a:bodyPr rtlCol="0" anchor="ctr"/>
          <a:lstStyle/>
          <a:p>
            <a:endParaRPr lang="en-US" dirty="0"/>
          </a:p>
        </p:txBody>
      </p:sp>
      <p:sp>
        <p:nvSpPr>
          <p:cNvPr id="33" name="Freeform: Shape 29">
            <a:extLst>
              <a:ext uri="{FF2B5EF4-FFF2-40B4-BE49-F238E27FC236}">
                <a16:creationId xmlns:a16="http://schemas.microsoft.com/office/drawing/2014/main" id="{FFB6A110-E961-EB34-6F92-35210D5B70F6}"/>
              </a:ext>
            </a:extLst>
          </p:cNvPr>
          <p:cNvSpPr/>
          <p:nvPr userDrawn="1"/>
        </p:nvSpPr>
        <p:spPr>
          <a:xfrm>
            <a:off x="0" y="0"/>
            <a:ext cx="8366346" cy="5149879"/>
          </a:xfrm>
          <a:custGeom>
            <a:avLst/>
            <a:gdLst>
              <a:gd name="connsiteX0" fmla="*/ 8300010 w 8406233"/>
              <a:gd name="connsiteY0" fmla="*/ 0 h 5164293"/>
              <a:gd name="connsiteX1" fmla="*/ 8406233 w 8406233"/>
              <a:gd name="connsiteY1" fmla="*/ 0 h 5164293"/>
              <a:gd name="connsiteX2" fmla="*/ 3739706 w 8406233"/>
              <a:gd name="connsiteY2" fmla="*/ 4681182 h 5164293"/>
              <a:gd name="connsiteX3" fmla="*/ 2577461 w 8406233"/>
              <a:gd name="connsiteY3" fmla="*/ 5162629 h 5164293"/>
              <a:gd name="connsiteX4" fmla="*/ 0 w 8406233"/>
              <a:gd name="connsiteY4" fmla="*/ 5164293 h 5164293"/>
              <a:gd name="connsiteX5" fmla="*/ 0 w 8406233"/>
              <a:gd name="connsiteY5" fmla="*/ 5088966 h 5164293"/>
              <a:gd name="connsiteX6" fmla="*/ 2577461 w 8406233"/>
              <a:gd name="connsiteY6" fmla="*/ 5087291 h 5164293"/>
              <a:gd name="connsiteX7" fmla="*/ 3686388 w 8406233"/>
              <a:gd name="connsiteY7" fmla="*/ 4627988 h 51642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406233" h="5164293">
                <a:moveTo>
                  <a:pt x="8300010" y="0"/>
                </a:moveTo>
                <a:lnTo>
                  <a:pt x="8406233" y="0"/>
                </a:lnTo>
                <a:lnTo>
                  <a:pt x="3739706" y="4681182"/>
                </a:lnTo>
                <a:cubicBezTo>
                  <a:pt x="3429197" y="4991691"/>
                  <a:pt x="3016440" y="5162629"/>
                  <a:pt x="2577461" y="5162629"/>
                </a:cubicBezTo>
                <a:lnTo>
                  <a:pt x="0" y="5164293"/>
                </a:lnTo>
                <a:lnTo>
                  <a:pt x="0" y="5088966"/>
                </a:lnTo>
                <a:lnTo>
                  <a:pt x="2577461" y="5087291"/>
                </a:lnTo>
                <a:cubicBezTo>
                  <a:pt x="2993418" y="5087291"/>
                  <a:pt x="3392312" y="4922061"/>
                  <a:pt x="3686388" y="4627988"/>
                </a:cubicBezTo>
                <a:close/>
              </a:path>
            </a:pathLst>
          </a:custGeom>
          <a:gradFill>
            <a:gsLst>
              <a:gs pos="31000">
                <a:srgbClr val="0095C4"/>
              </a:gs>
              <a:gs pos="94000">
                <a:schemeClr val="accent2"/>
              </a:gs>
            </a:gsLst>
            <a:lin ang="0" scaled="1"/>
          </a:gradFill>
          <a:ln w="0" cap="flat">
            <a:noFill/>
            <a:prstDash val="solid"/>
            <a:miter/>
          </a:ln>
        </p:spPr>
        <p:txBody>
          <a:bodyPr rtlCol="0" anchor="ctr"/>
          <a:lstStyle/>
          <a:p>
            <a:endParaRPr lang="en-US" dirty="0"/>
          </a:p>
        </p:txBody>
      </p:sp>
      <p:sp>
        <p:nvSpPr>
          <p:cNvPr id="34" name="TextBox 33">
            <a:extLst>
              <a:ext uri="{FF2B5EF4-FFF2-40B4-BE49-F238E27FC236}">
                <a16:creationId xmlns:a16="http://schemas.microsoft.com/office/drawing/2014/main" id="{1BD12A38-34FF-DD48-95F6-31F5ED4772C8}"/>
              </a:ext>
            </a:extLst>
          </p:cNvPr>
          <p:cNvSpPr txBox="1"/>
          <p:nvPr userDrawn="1"/>
        </p:nvSpPr>
        <p:spPr>
          <a:xfrm>
            <a:off x="7122912" y="4133697"/>
            <a:ext cx="3585557" cy="692497"/>
          </a:xfrm>
          <a:prstGeom prst="rect">
            <a:avLst/>
          </a:prstGeom>
        </p:spPr>
        <p:txBody>
          <a:bodyPr wrap="square" lIns="0" tIns="0" rIns="0" bIns="0" rtlCol="0">
            <a:spAutoFit/>
          </a:bodyPr>
          <a:lstStyle/>
          <a:p>
            <a:pPr algn="r" defTabSz="914400" rtl="0" eaLnBrk="1" latinLnBrk="0" hangingPunct="1">
              <a:lnSpc>
                <a:spcPct val="90000"/>
              </a:lnSpc>
              <a:spcBef>
                <a:spcPct val="0"/>
              </a:spcBef>
              <a:spcAft>
                <a:spcPts val="600"/>
              </a:spcAft>
              <a:buNone/>
            </a:pPr>
            <a:r>
              <a:rPr lang="en-US" sz="5000" b="0" kern="1200" cap="none" baseline="0" dirty="0">
                <a:solidFill>
                  <a:schemeClr val="accent2"/>
                </a:solidFill>
                <a:latin typeface="+mj-lt"/>
                <a:ea typeface="+mj-ea"/>
                <a:cs typeface="+mj-cs"/>
              </a:rPr>
              <a:t>Thank You</a:t>
            </a:r>
          </a:p>
        </p:txBody>
      </p:sp>
      <p:grpSp>
        <p:nvGrpSpPr>
          <p:cNvPr id="37" name="Graphic 8">
            <a:extLst>
              <a:ext uri="{FF2B5EF4-FFF2-40B4-BE49-F238E27FC236}">
                <a16:creationId xmlns:a16="http://schemas.microsoft.com/office/drawing/2014/main" id="{51193D83-E1DC-D884-497D-C36876692E8C}"/>
              </a:ext>
            </a:extLst>
          </p:cNvPr>
          <p:cNvGrpSpPr/>
          <p:nvPr userDrawn="1"/>
        </p:nvGrpSpPr>
        <p:grpSpPr>
          <a:xfrm>
            <a:off x="265625" y="6323271"/>
            <a:ext cx="1249223" cy="369648"/>
            <a:chOff x="265625" y="6323271"/>
            <a:chExt cx="1249223" cy="369648"/>
          </a:xfrm>
          <a:solidFill>
            <a:srgbClr val="000000"/>
          </a:solidFill>
        </p:grpSpPr>
        <p:grpSp>
          <p:nvGrpSpPr>
            <p:cNvPr id="38" name="Graphic 8">
              <a:extLst>
                <a:ext uri="{FF2B5EF4-FFF2-40B4-BE49-F238E27FC236}">
                  <a16:creationId xmlns:a16="http://schemas.microsoft.com/office/drawing/2014/main" id="{6288BEE3-23F3-B6B1-B482-0F9A9F569EA0}"/>
                </a:ext>
              </a:extLst>
            </p:cNvPr>
            <p:cNvGrpSpPr/>
            <p:nvPr/>
          </p:nvGrpSpPr>
          <p:grpSpPr>
            <a:xfrm>
              <a:off x="745455" y="6594444"/>
              <a:ext cx="722662" cy="98475"/>
              <a:chOff x="745455" y="6594444"/>
              <a:chExt cx="722662" cy="98475"/>
            </a:xfrm>
            <a:solidFill>
              <a:srgbClr val="000000"/>
            </a:solidFill>
          </p:grpSpPr>
          <p:sp>
            <p:nvSpPr>
              <p:cNvPr id="47" name="Freeform 46">
                <a:extLst>
                  <a:ext uri="{FF2B5EF4-FFF2-40B4-BE49-F238E27FC236}">
                    <a16:creationId xmlns:a16="http://schemas.microsoft.com/office/drawing/2014/main" id="{90DE5843-3B4A-E700-B0DB-5D9A3AD21F98}"/>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48" name="Freeform 47">
                <a:extLst>
                  <a:ext uri="{FF2B5EF4-FFF2-40B4-BE49-F238E27FC236}">
                    <a16:creationId xmlns:a16="http://schemas.microsoft.com/office/drawing/2014/main" id="{BDE397DD-E9E8-91B5-8C3B-45ED0D0B04B1}"/>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49" name="Freeform 48">
                <a:extLst>
                  <a:ext uri="{FF2B5EF4-FFF2-40B4-BE49-F238E27FC236}">
                    <a16:creationId xmlns:a16="http://schemas.microsoft.com/office/drawing/2014/main" id="{6E6BB379-A9C5-4D4D-9C59-B482A1CFFCF1}"/>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50" name="Freeform 49">
                <a:extLst>
                  <a:ext uri="{FF2B5EF4-FFF2-40B4-BE49-F238E27FC236}">
                    <a16:creationId xmlns:a16="http://schemas.microsoft.com/office/drawing/2014/main" id="{5BF377CA-F78E-1D05-7E30-F0B6B3DB3F06}"/>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51" name="Freeform 50">
                <a:extLst>
                  <a:ext uri="{FF2B5EF4-FFF2-40B4-BE49-F238E27FC236}">
                    <a16:creationId xmlns:a16="http://schemas.microsoft.com/office/drawing/2014/main" id="{8C25C045-0720-3CF6-0232-C3865968DD47}"/>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52" name="Freeform 51">
                <a:extLst>
                  <a:ext uri="{FF2B5EF4-FFF2-40B4-BE49-F238E27FC236}">
                    <a16:creationId xmlns:a16="http://schemas.microsoft.com/office/drawing/2014/main" id="{492D9964-F2E9-F1D3-0D41-4D1006001336}"/>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53" name="Freeform 52">
                <a:extLst>
                  <a:ext uri="{FF2B5EF4-FFF2-40B4-BE49-F238E27FC236}">
                    <a16:creationId xmlns:a16="http://schemas.microsoft.com/office/drawing/2014/main" id="{B018C7F5-E13A-499D-ABFD-F4667F22C046}"/>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54" name="Freeform 53">
                <a:extLst>
                  <a:ext uri="{FF2B5EF4-FFF2-40B4-BE49-F238E27FC236}">
                    <a16:creationId xmlns:a16="http://schemas.microsoft.com/office/drawing/2014/main" id="{0E76BD13-FD6A-3266-F187-4A6360DA733F}"/>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55" name="Freeform 54">
                <a:extLst>
                  <a:ext uri="{FF2B5EF4-FFF2-40B4-BE49-F238E27FC236}">
                    <a16:creationId xmlns:a16="http://schemas.microsoft.com/office/drawing/2014/main" id="{254CDF54-5CC7-42D5-FF3B-EA1A9615C9EB}"/>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56" name="Freeform 55">
                <a:extLst>
                  <a:ext uri="{FF2B5EF4-FFF2-40B4-BE49-F238E27FC236}">
                    <a16:creationId xmlns:a16="http://schemas.microsoft.com/office/drawing/2014/main" id="{CA008CD7-A5BA-D93B-24CF-53A3613EEB94}"/>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39" name="Graphic 8">
              <a:extLst>
                <a:ext uri="{FF2B5EF4-FFF2-40B4-BE49-F238E27FC236}">
                  <a16:creationId xmlns:a16="http://schemas.microsoft.com/office/drawing/2014/main" id="{0E16E021-24D5-689F-4C32-B7C3B76D27F1}"/>
                </a:ext>
              </a:extLst>
            </p:cNvPr>
            <p:cNvGrpSpPr/>
            <p:nvPr/>
          </p:nvGrpSpPr>
          <p:grpSpPr>
            <a:xfrm>
              <a:off x="265625" y="6323271"/>
              <a:ext cx="1249223" cy="190348"/>
              <a:chOff x="265625" y="6323271"/>
              <a:chExt cx="1249223" cy="190348"/>
            </a:xfrm>
            <a:solidFill>
              <a:srgbClr val="000000"/>
            </a:solidFill>
          </p:grpSpPr>
          <p:sp>
            <p:nvSpPr>
              <p:cNvPr id="40" name="Freeform 39">
                <a:extLst>
                  <a:ext uri="{FF2B5EF4-FFF2-40B4-BE49-F238E27FC236}">
                    <a16:creationId xmlns:a16="http://schemas.microsoft.com/office/drawing/2014/main" id="{E90104B9-EB0A-6BF7-8DA0-69BE6F5CEC54}"/>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41" name="Freeform 40">
                <a:extLst>
                  <a:ext uri="{FF2B5EF4-FFF2-40B4-BE49-F238E27FC236}">
                    <a16:creationId xmlns:a16="http://schemas.microsoft.com/office/drawing/2014/main" id="{14FF2423-AC5E-7429-E3BB-D400CC6C4F59}"/>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42" name="Freeform 41">
                <a:extLst>
                  <a:ext uri="{FF2B5EF4-FFF2-40B4-BE49-F238E27FC236}">
                    <a16:creationId xmlns:a16="http://schemas.microsoft.com/office/drawing/2014/main" id="{278A855B-3ED8-07E8-9617-3CABB4692131}"/>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43" name="Freeform 42">
                <a:extLst>
                  <a:ext uri="{FF2B5EF4-FFF2-40B4-BE49-F238E27FC236}">
                    <a16:creationId xmlns:a16="http://schemas.microsoft.com/office/drawing/2014/main" id="{630E10BD-35C4-2EB3-CD9E-CB79BB947F28}"/>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44" name="Freeform 43">
                <a:extLst>
                  <a:ext uri="{FF2B5EF4-FFF2-40B4-BE49-F238E27FC236}">
                    <a16:creationId xmlns:a16="http://schemas.microsoft.com/office/drawing/2014/main" id="{4D6F1BE7-A87D-4DD0-910A-5119820395CE}"/>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45" name="Freeform 44">
                <a:extLst>
                  <a:ext uri="{FF2B5EF4-FFF2-40B4-BE49-F238E27FC236}">
                    <a16:creationId xmlns:a16="http://schemas.microsoft.com/office/drawing/2014/main" id="{A59043ED-8660-66C4-91BC-AF45873D847E}"/>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46" name="Freeform 45">
                <a:extLst>
                  <a:ext uri="{FF2B5EF4-FFF2-40B4-BE49-F238E27FC236}">
                    <a16:creationId xmlns:a16="http://schemas.microsoft.com/office/drawing/2014/main" id="{C479B44E-348E-907C-601F-D41A24CC5E58}"/>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
        <p:nvSpPr>
          <p:cNvPr id="10" name="TextBox 9">
            <a:extLst>
              <a:ext uri="{FF2B5EF4-FFF2-40B4-BE49-F238E27FC236}">
                <a16:creationId xmlns:a16="http://schemas.microsoft.com/office/drawing/2014/main" id="{39FCD237-E611-CAC8-3736-F49AF3DA231A}"/>
              </a:ext>
            </a:extLst>
          </p:cNvPr>
          <p:cNvSpPr txBox="1"/>
          <p:nvPr userDrawn="1"/>
        </p:nvSpPr>
        <p:spPr>
          <a:xfrm>
            <a:off x="1645084" y="6461498"/>
            <a:ext cx="3574697" cy="215444"/>
          </a:xfrm>
          <a:prstGeom prst="rect">
            <a:avLst/>
          </a:prstGeom>
          <a:noFill/>
        </p:spPr>
        <p:txBody>
          <a:bodyPr wrap="none" lIns="0" tIns="0" rIns="0" bIns="0" rtlCol="0">
            <a:spAutoFit/>
          </a:bodyPr>
          <a:lstStyle/>
          <a:p>
            <a:pPr algn="l">
              <a:lnSpc>
                <a:spcPct val="100000"/>
              </a:lnSpc>
            </a:pPr>
            <a:r>
              <a:rPr lang="en-US" sz="700" spc="0" baseline="0" dirty="0">
                <a:ln/>
                <a:solidFill>
                  <a:srgbClr val="000000"/>
                </a:solidFill>
                <a:latin typeface="+mn-lt"/>
                <a:sym typeface="Metropolis-Regular"/>
                <a:rtl val="0"/>
              </a:rPr>
              <a:t>Broadcom Proprietary and Confidential. Copyright © 2026 Broadcom.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700" spc="0" baseline="0" dirty="0">
                <a:ln/>
                <a:solidFill>
                  <a:srgbClr val="000000"/>
                </a:solidFill>
                <a:latin typeface="+mn-lt"/>
                <a:sym typeface="Metropolis-Regular"/>
                <a:rtl val="0"/>
              </a:rPr>
              <a:t>All Rights Reserved. The term “Broadcom” refers to Broadcom Inc. and/or its subsidiaries.</a:t>
            </a:r>
          </a:p>
        </p:txBody>
      </p:sp>
    </p:spTree>
    <p:extLst>
      <p:ext uri="{BB962C8B-B14F-4D97-AF65-F5344CB8AC3E}">
        <p14:creationId xmlns:p14="http://schemas.microsoft.com/office/powerpoint/2010/main" val="13364644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Thank You / Closing - Plum">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AED7BA03-D917-7BF7-506D-6901DD40B1DF}"/>
              </a:ext>
            </a:extLst>
          </p:cNvPr>
          <p:cNvSpPr/>
          <p:nvPr/>
        </p:nvSpPr>
        <p:spPr>
          <a:xfrm>
            <a:off x="0" y="0"/>
            <a:ext cx="6635783" cy="4452826"/>
          </a:xfrm>
          <a:custGeom>
            <a:avLst/>
            <a:gdLst>
              <a:gd name="connsiteX0" fmla="*/ 0 w 6635783"/>
              <a:gd name="connsiteY0" fmla="*/ 0 h 4452826"/>
              <a:gd name="connsiteX1" fmla="*/ 6635783 w 6635783"/>
              <a:gd name="connsiteY1" fmla="*/ 0 h 4452826"/>
              <a:gd name="connsiteX2" fmla="*/ 2550426 w 6635783"/>
              <a:gd name="connsiteY2" fmla="*/ 4085358 h 4452826"/>
              <a:gd name="connsiteX3" fmla="*/ 1663310 w 6635783"/>
              <a:gd name="connsiteY3" fmla="*/ 4452826 h 4452826"/>
              <a:gd name="connsiteX4" fmla="*/ 0 w 6635783"/>
              <a:gd name="connsiteY4" fmla="*/ 4452826 h 44528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35783" h="4452826">
                <a:moveTo>
                  <a:pt x="0" y="0"/>
                </a:moveTo>
                <a:lnTo>
                  <a:pt x="6635783" y="0"/>
                </a:lnTo>
                <a:lnTo>
                  <a:pt x="2550426" y="4085358"/>
                </a:lnTo>
                <a:cubicBezTo>
                  <a:pt x="2315128" y="4320656"/>
                  <a:pt x="1996025" y="4452826"/>
                  <a:pt x="1663310" y="4452826"/>
                </a:cubicBezTo>
                <a:lnTo>
                  <a:pt x="0" y="4452826"/>
                </a:lnTo>
                <a:close/>
              </a:path>
            </a:pathLst>
          </a:custGeom>
          <a:gradFill>
            <a:gsLst>
              <a:gs pos="12000">
                <a:schemeClr val="accent5"/>
              </a:gs>
              <a:gs pos="85000">
                <a:srgbClr val="0095C4"/>
              </a:gs>
            </a:gsLst>
            <a:lin ang="18899976" scaled="1"/>
          </a:gradFill>
          <a:ln w="0" cap="flat">
            <a:noFill/>
            <a:prstDash val="solid"/>
            <a:miter/>
          </a:ln>
        </p:spPr>
        <p:txBody>
          <a:bodyPr rtlCol="0" anchor="ctr"/>
          <a:lstStyle/>
          <a:p>
            <a:endParaRPr lang="en-US" dirty="0"/>
          </a:p>
        </p:txBody>
      </p:sp>
      <p:sp>
        <p:nvSpPr>
          <p:cNvPr id="10" name="TextBox 9">
            <a:extLst>
              <a:ext uri="{FF2B5EF4-FFF2-40B4-BE49-F238E27FC236}">
                <a16:creationId xmlns:a16="http://schemas.microsoft.com/office/drawing/2014/main" id="{53EB9DBD-7EC8-8749-8D2B-52C66972D46E}"/>
              </a:ext>
            </a:extLst>
          </p:cNvPr>
          <p:cNvSpPr txBox="1"/>
          <p:nvPr/>
        </p:nvSpPr>
        <p:spPr>
          <a:xfrm>
            <a:off x="7122912" y="4133697"/>
            <a:ext cx="3585557" cy="692497"/>
          </a:xfrm>
          <a:prstGeom prst="rect">
            <a:avLst/>
          </a:prstGeom>
        </p:spPr>
        <p:txBody>
          <a:bodyPr wrap="square" lIns="0" tIns="0" rIns="0" bIns="0" rtlCol="0">
            <a:spAutoFit/>
          </a:bodyPr>
          <a:lstStyle/>
          <a:p>
            <a:pPr algn="r" defTabSz="914400" rtl="0" eaLnBrk="1" latinLnBrk="0" hangingPunct="1">
              <a:lnSpc>
                <a:spcPct val="90000"/>
              </a:lnSpc>
              <a:spcBef>
                <a:spcPct val="0"/>
              </a:spcBef>
              <a:spcAft>
                <a:spcPts val="600"/>
              </a:spcAft>
              <a:buNone/>
            </a:pPr>
            <a:r>
              <a:rPr lang="en-US" sz="5000" b="0" kern="1200" cap="none" baseline="0" dirty="0">
                <a:solidFill>
                  <a:schemeClr val="accent2"/>
                </a:solidFill>
                <a:latin typeface="+mj-lt"/>
                <a:ea typeface="+mj-ea"/>
                <a:cs typeface="+mj-cs"/>
              </a:rPr>
              <a:t>Thank You</a:t>
            </a:r>
          </a:p>
        </p:txBody>
      </p:sp>
      <p:sp>
        <p:nvSpPr>
          <p:cNvPr id="2" name="TextBox 1">
            <a:extLst>
              <a:ext uri="{FF2B5EF4-FFF2-40B4-BE49-F238E27FC236}">
                <a16:creationId xmlns:a16="http://schemas.microsoft.com/office/drawing/2014/main" id="{9DB548BE-0CE3-CE23-414D-C93C2FDD312A}"/>
              </a:ext>
            </a:extLst>
          </p:cNvPr>
          <p:cNvSpPr txBox="1"/>
          <p:nvPr/>
        </p:nvSpPr>
        <p:spPr>
          <a:xfrm>
            <a:off x="1645084" y="6461498"/>
            <a:ext cx="3052118" cy="127086"/>
          </a:xfrm>
          <a:prstGeom prst="rect">
            <a:avLst/>
          </a:prstGeom>
          <a:noFill/>
        </p:spPr>
        <p:txBody>
          <a:bodyPr wrap="none" lIns="0" tIns="0" rIns="0" bIns="0" rtlCol="0">
            <a:spAutoFit/>
          </a:bodyPr>
          <a:lstStyle/>
          <a:p>
            <a:pPr algn="l">
              <a:lnSpc>
                <a:spcPct val="130000"/>
              </a:lnSpc>
            </a:pPr>
            <a:r>
              <a:rPr lang="en-US" sz="700" spc="0" baseline="0" dirty="0">
                <a:ln/>
                <a:solidFill>
                  <a:srgbClr val="000000"/>
                </a:solidFill>
                <a:latin typeface="Metropolis-Regular"/>
                <a:sym typeface="Metropolis-Regular"/>
                <a:rtl val="0"/>
              </a:rPr>
              <a:t>Broadcom Proprietary and Confidential. Copyright © 2024 Broadcom.  </a:t>
            </a:r>
          </a:p>
        </p:txBody>
      </p:sp>
      <p:sp>
        <p:nvSpPr>
          <p:cNvPr id="3" name="TextBox 2">
            <a:extLst>
              <a:ext uri="{FF2B5EF4-FFF2-40B4-BE49-F238E27FC236}">
                <a16:creationId xmlns:a16="http://schemas.microsoft.com/office/drawing/2014/main" id="{BD199895-20CD-709C-3907-26845A30404E}"/>
              </a:ext>
            </a:extLst>
          </p:cNvPr>
          <p:cNvSpPr txBox="1"/>
          <p:nvPr/>
        </p:nvSpPr>
        <p:spPr>
          <a:xfrm>
            <a:off x="1645084" y="6569434"/>
            <a:ext cx="3855223" cy="127086"/>
          </a:xfrm>
          <a:prstGeom prst="rect">
            <a:avLst/>
          </a:prstGeom>
          <a:noFill/>
        </p:spPr>
        <p:txBody>
          <a:bodyPr wrap="none" lIns="0" tIns="0" rIns="0" bIns="0" rtlCol="0">
            <a:spAutoFit/>
          </a:bodyPr>
          <a:lstStyle/>
          <a:p>
            <a:pPr algn="l">
              <a:lnSpc>
                <a:spcPct val="130000"/>
              </a:lnSpc>
            </a:pPr>
            <a:r>
              <a:rPr lang="en-US" sz="700" spc="0" baseline="0" dirty="0">
                <a:ln/>
                <a:solidFill>
                  <a:srgbClr val="000000"/>
                </a:solidFill>
                <a:latin typeface="Metropolis-Regular"/>
                <a:sym typeface="Metropolis-Regular"/>
                <a:rtl val="0"/>
              </a:rPr>
              <a:t>All Rights Reserved. The term “Broadcom” refers to Broadcom Inc. and/or its subsidiaries.</a:t>
            </a:r>
          </a:p>
        </p:txBody>
      </p:sp>
      <p:grpSp>
        <p:nvGrpSpPr>
          <p:cNvPr id="4" name="Graphic 8">
            <a:extLst>
              <a:ext uri="{FF2B5EF4-FFF2-40B4-BE49-F238E27FC236}">
                <a16:creationId xmlns:a16="http://schemas.microsoft.com/office/drawing/2014/main" id="{8112DCCF-A410-8E64-BF5C-1AED8279B1FF}"/>
              </a:ext>
            </a:extLst>
          </p:cNvPr>
          <p:cNvGrpSpPr/>
          <p:nvPr/>
        </p:nvGrpSpPr>
        <p:grpSpPr>
          <a:xfrm>
            <a:off x="265625" y="6323271"/>
            <a:ext cx="1249223" cy="369648"/>
            <a:chOff x="265625" y="6323271"/>
            <a:chExt cx="1249223" cy="369648"/>
          </a:xfrm>
          <a:solidFill>
            <a:srgbClr val="000000"/>
          </a:solidFill>
        </p:grpSpPr>
        <p:grpSp>
          <p:nvGrpSpPr>
            <p:cNvPr id="5" name="Graphic 8">
              <a:extLst>
                <a:ext uri="{FF2B5EF4-FFF2-40B4-BE49-F238E27FC236}">
                  <a16:creationId xmlns:a16="http://schemas.microsoft.com/office/drawing/2014/main" id="{A780A5E4-1B39-5A5D-52AB-EFC20E62EA25}"/>
                </a:ext>
              </a:extLst>
            </p:cNvPr>
            <p:cNvGrpSpPr/>
            <p:nvPr/>
          </p:nvGrpSpPr>
          <p:grpSpPr>
            <a:xfrm>
              <a:off x="745455" y="6594444"/>
              <a:ext cx="722662" cy="98475"/>
              <a:chOff x="745455" y="6594444"/>
              <a:chExt cx="722662" cy="98475"/>
            </a:xfrm>
            <a:solidFill>
              <a:srgbClr val="000000"/>
            </a:solidFill>
          </p:grpSpPr>
          <p:sp>
            <p:nvSpPr>
              <p:cNvPr id="20" name="Freeform 19">
                <a:extLst>
                  <a:ext uri="{FF2B5EF4-FFF2-40B4-BE49-F238E27FC236}">
                    <a16:creationId xmlns:a16="http://schemas.microsoft.com/office/drawing/2014/main" id="{E0903C10-9C43-4029-1989-8796170B6B23}"/>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21" name="Freeform 20">
                <a:extLst>
                  <a:ext uri="{FF2B5EF4-FFF2-40B4-BE49-F238E27FC236}">
                    <a16:creationId xmlns:a16="http://schemas.microsoft.com/office/drawing/2014/main" id="{9527ED7E-456D-AB30-D2D0-4C61F6B8397F}"/>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22" name="Freeform 21">
                <a:extLst>
                  <a:ext uri="{FF2B5EF4-FFF2-40B4-BE49-F238E27FC236}">
                    <a16:creationId xmlns:a16="http://schemas.microsoft.com/office/drawing/2014/main" id="{0499A972-1ADB-ED5A-C815-DB3F2191D945}"/>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23" name="Freeform 22">
                <a:extLst>
                  <a:ext uri="{FF2B5EF4-FFF2-40B4-BE49-F238E27FC236}">
                    <a16:creationId xmlns:a16="http://schemas.microsoft.com/office/drawing/2014/main" id="{D803CC09-D71F-9E10-DA97-C55AD0BCE241}"/>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24" name="Freeform 23">
                <a:extLst>
                  <a:ext uri="{FF2B5EF4-FFF2-40B4-BE49-F238E27FC236}">
                    <a16:creationId xmlns:a16="http://schemas.microsoft.com/office/drawing/2014/main" id="{13B2A944-7BD4-DD11-180F-B80BF28EB678}"/>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25" name="Freeform 24">
                <a:extLst>
                  <a:ext uri="{FF2B5EF4-FFF2-40B4-BE49-F238E27FC236}">
                    <a16:creationId xmlns:a16="http://schemas.microsoft.com/office/drawing/2014/main" id="{CC8B82B9-ED10-F9AC-D3B8-E0275C3CBDE8}"/>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26" name="Freeform 25">
                <a:extLst>
                  <a:ext uri="{FF2B5EF4-FFF2-40B4-BE49-F238E27FC236}">
                    <a16:creationId xmlns:a16="http://schemas.microsoft.com/office/drawing/2014/main" id="{4627E22E-2D4D-FEA9-006A-7DD242E25182}"/>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27" name="Freeform 26">
                <a:extLst>
                  <a:ext uri="{FF2B5EF4-FFF2-40B4-BE49-F238E27FC236}">
                    <a16:creationId xmlns:a16="http://schemas.microsoft.com/office/drawing/2014/main" id="{4169526B-DAA6-4992-5CF6-225DE8545F4E}"/>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28" name="Freeform 27">
                <a:extLst>
                  <a:ext uri="{FF2B5EF4-FFF2-40B4-BE49-F238E27FC236}">
                    <a16:creationId xmlns:a16="http://schemas.microsoft.com/office/drawing/2014/main" id="{4555D210-195A-A18A-E0CE-77874E51EB4A}"/>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29" name="Freeform 28">
                <a:extLst>
                  <a:ext uri="{FF2B5EF4-FFF2-40B4-BE49-F238E27FC236}">
                    <a16:creationId xmlns:a16="http://schemas.microsoft.com/office/drawing/2014/main" id="{83DDD2B8-EB7C-AACE-B23F-6FA8B1A57F12}"/>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6" name="Graphic 8">
              <a:extLst>
                <a:ext uri="{FF2B5EF4-FFF2-40B4-BE49-F238E27FC236}">
                  <a16:creationId xmlns:a16="http://schemas.microsoft.com/office/drawing/2014/main" id="{33CF0C83-9B67-4AA2-133D-C3006C860F5E}"/>
                </a:ext>
              </a:extLst>
            </p:cNvPr>
            <p:cNvGrpSpPr/>
            <p:nvPr/>
          </p:nvGrpSpPr>
          <p:grpSpPr>
            <a:xfrm>
              <a:off x="265625" y="6323271"/>
              <a:ext cx="1249223" cy="190348"/>
              <a:chOff x="265625" y="6323271"/>
              <a:chExt cx="1249223" cy="190348"/>
            </a:xfrm>
            <a:solidFill>
              <a:srgbClr val="000000"/>
            </a:solidFill>
          </p:grpSpPr>
          <p:sp>
            <p:nvSpPr>
              <p:cNvPr id="11" name="Freeform 10">
                <a:extLst>
                  <a:ext uri="{FF2B5EF4-FFF2-40B4-BE49-F238E27FC236}">
                    <a16:creationId xmlns:a16="http://schemas.microsoft.com/office/drawing/2014/main" id="{0811D246-0428-1254-CBB5-CB40B6BB8558}"/>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12" name="Freeform 11">
                <a:extLst>
                  <a:ext uri="{FF2B5EF4-FFF2-40B4-BE49-F238E27FC236}">
                    <a16:creationId xmlns:a16="http://schemas.microsoft.com/office/drawing/2014/main" id="{B0FE8401-7316-2698-D80B-7C0E88A32559}"/>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15" name="Freeform 14">
                <a:extLst>
                  <a:ext uri="{FF2B5EF4-FFF2-40B4-BE49-F238E27FC236}">
                    <a16:creationId xmlns:a16="http://schemas.microsoft.com/office/drawing/2014/main" id="{2241BCF0-F50B-2C01-4E3D-8987EE3AEBC6}"/>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16" name="Freeform 15">
                <a:extLst>
                  <a:ext uri="{FF2B5EF4-FFF2-40B4-BE49-F238E27FC236}">
                    <a16:creationId xmlns:a16="http://schemas.microsoft.com/office/drawing/2014/main" id="{E45D38ED-BA90-5035-9D1B-207CDE6D1DDE}"/>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17" name="Freeform 16">
                <a:extLst>
                  <a:ext uri="{FF2B5EF4-FFF2-40B4-BE49-F238E27FC236}">
                    <a16:creationId xmlns:a16="http://schemas.microsoft.com/office/drawing/2014/main" id="{495663DE-6FC0-F26D-5DE1-C203DA0E3D8E}"/>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18" name="Freeform 17">
                <a:extLst>
                  <a:ext uri="{FF2B5EF4-FFF2-40B4-BE49-F238E27FC236}">
                    <a16:creationId xmlns:a16="http://schemas.microsoft.com/office/drawing/2014/main" id="{EEE0604B-AD28-DEF4-B2C5-6D7AB5FD3A55}"/>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19" name="Freeform 18">
                <a:extLst>
                  <a:ext uri="{FF2B5EF4-FFF2-40B4-BE49-F238E27FC236}">
                    <a16:creationId xmlns:a16="http://schemas.microsoft.com/office/drawing/2014/main" id="{676B44DF-1000-68A6-6AF7-E8182D7C4F2D}"/>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
        <p:nvSpPr>
          <p:cNvPr id="13" name="Freeform: Shape 12">
            <a:extLst>
              <a:ext uri="{FF2B5EF4-FFF2-40B4-BE49-F238E27FC236}">
                <a16:creationId xmlns:a16="http://schemas.microsoft.com/office/drawing/2014/main" id="{C039270F-3B2C-5A52-9E64-757A7B136566}"/>
              </a:ext>
            </a:extLst>
          </p:cNvPr>
          <p:cNvSpPr/>
          <p:nvPr/>
        </p:nvSpPr>
        <p:spPr>
          <a:xfrm>
            <a:off x="0" y="0"/>
            <a:ext cx="8366346" cy="5149879"/>
          </a:xfrm>
          <a:custGeom>
            <a:avLst/>
            <a:gdLst>
              <a:gd name="connsiteX0" fmla="*/ 8300010 w 8406233"/>
              <a:gd name="connsiteY0" fmla="*/ 0 h 5164293"/>
              <a:gd name="connsiteX1" fmla="*/ 8406233 w 8406233"/>
              <a:gd name="connsiteY1" fmla="*/ 0 h 5164293"/>
              <a:gd name="connsiteX2" fmla="*/ 3739706 w 8406233"/>
              <a:gd name="connsiteY2" fmla="*/ 4681182 h 5164293"/>
              <a:gd name="connsiteX3" fmla="*/ 2577461 w 8406233"/>
              <a:gd name="connsiteY3" fmla="*/ 5162629 h 5164293"/>
              <a:gd name="connsiteX4" fmla="*/ 0 w 8406233"/>
              <a:gd name="connsiteY4" fmla="*/ 5164293 h 5164293"/>
              <a:gd name="connsiteX5" fmla="*/ 0 w 8406233"/>
              <a:gd name="connsiteY5" fmla="*/ 5088966 h 5164293"/>
              <a:gd name="connsiteX6" fmla="*/ 2577461 w 8406233"/>
              <a:gd name="connsiteY6" fmla="*/ 5087291 h 5164293"/>
              <a:gd name="connsiteX7" fmla="*/ 3686388 w 8406233"/>
              <a:gd name="connsiteY7" fmla="*/ 4627988 h 51642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406233" h="5164293">
                <a:moveTo>
                  <a:pt x="8300010" y="0"/>
                </a:moveTo>
                <a:lnTo>
                  <a:pt x="8406233" y="0"/>
                </a:lnTo>
                <a:lnTo>
                  <a:pt x="3739706" y="4681182"/>
                </a:lnTo>
                <a:cubicBezTo>
                  <a:pt x="3429197" y="4991691"/>
                  <a:pt x="3016440" y="5162629"/>
                  <a:pt x="2577461" y="5162629"/>
                </a:cubicBezTo>
                <a:lnTo>
                  <a:pt x="0" y="5164293"/>
                </a:lnTo>
                <a:lnTo>
                  <a:pt x="0" y="5088966"/>
                </a:lnTo>
                <a:lnTo>
                  <a:pt x="2577461" y="5087291"/>
                </a:lnTo>
                <a:cubicBezTo>
                  <a:pt x="2993418" y="5087291"/>
                  <a:pt x="3392312" y="4922061"/>
                  <a:pt x="3686388" y="4627988"/>
                </a:cubicBezTo>
                <a:close/>
              </a:path>
            </a:pathLst>
          </a:custGeom>
          <a:gradFill>
            <a:gsLst>
              <a:gs pos="31000">
                <a:srgbClr val="0095C4"/>
              </a:gs>
              <a:gs pos="94000">
                <a:schemeClr val="accent5"/>
              </a:gs>
            </a:gsLst>
            <a:lin ang="0" scaled="1"/>
          </a:gradFill>
          <a:ln w="0" cap="flat">
            <a:noFill/>
            <a:prstDash val="solid"/>
            <a:miter/>
          </a:ln>
        </p:spPr>
        <p:txBody>
          <a:bodyPr rtlCol="0" anchor="ctr"/>
          <a:lstStyle/>
          <a:p>
            <a:endParaRPr lang="en-US" dirty="0"/>
          </a:p>
        </p:txBody>
      </p:sp>
      <p:sp>
        <p:nvSpPr>
          <p:cNvPr id="31" name="Freeform: Shape 7">
            <a:extLst>
              <a:ext uri="{FF2B5EF4-FFF2-40B4-BE49-F238E27FC236}">
                <a16:creationId xmlns:a16="http://schemas.microsoft.com/office/drawing/2014/main" id="{6317424D-DA75-A15F-0C19-096E89461340}"/>
              </a:ext>
            </a:extLst>
          </p:cNvPr>
          <p:cNvSpPr/>
          <p:nvPr userDrawn="1"/>
        </p:nvSpPr>
        <p:spPr>
          <a:xfrm>
            <a:off x="0" y="0"/>
            <a:ext cx="12188827" cy="6858000"/>
          </a:xfrm>
          <a:custGeom>
            <a:avLst/>
            <a:gdLst>
              <a:gd name="connsiteX0" fmla="*/ 8298300 w 12219884"/>
              <a:gd name="connsiteY0" fmla="*/ 0 h 6858000"/>
              <a:gd name="connsiteX1" fmla="*/ 12219884 w 12219884"/>
              <a:gd name="connsiteY1" fmla="*/ 0 h 6858000"/>
              <a:gd name="connsiteX2" fmla="*/ 12219884 w 12219884"/>
              <a:gd name="connsiteY2" fmla="*/ 6858000 h 6858000"/>
              <a:gd name="connsiteX3" fmla="*/ 0 w 12219884"/>
              <a:gd name="connsiteY3" fmla="*/ 6858000 h 6858000"/>
              <a:gd name="connsiteX4" fmla="*/ 0 w 12219884"/>
              <a:gd name="connsiteY4" fmla="*/ 5087251 h 6858000"/>
              <a:gd name="connsiteX5" fmla="*/ 2577461 w 12219884"/>
              <a:gd name="connsiteY5" fmla="*/ 5085576 h 6858000"/>
              <a:gd name="connsiteX6" fmla="*/ 3686387 w 12219884"/>
              <a:gd name="connsiteY6" fmla="*/ 462627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219884" h="6858000">
                <a:moveTo>
                  <a:pt x="8298300" y="0"/>
                </a:moveTo>
                <a:lnTo>
                  <a:pt x="12219884" y="0"/>
                </a:lnTo>
                <a:lnTo>
                  <a:pt x="12219884" y="6858000"/>
                </a:lnTo>
                <a:lnTo>
                  <a:pt x="0" y="6858000"/>
                </a:lnTo>
                <a:lnTo>
                  <a:pt x="0" y="5087251"/>
                </a:lnTo>
                <a:lnTo>
                  <a:pt x="2577461" y="5085576"/>
                </a:lnTo>
                <a:cubicBezTo>
                  <a:pt x="2993418" y="5085576"/>
                  <a:pt x="3392312" y="4920346"/>
                  <a:pt x="3686387" y="4626273"/>
                </a:cubicBezTo>
                <a:close/>
              </a:path>
            </a:pathLst>
          </a:custGeom>
          <a:solidFill>
            <a:schemeClr val="bg1"/>
          </a:solidFill>
          <a:ln w="0" cap="flat">
            <a:noFill/>
            <a:prstDash val="solid"/>
            <a:miter/>
          </a:ln>
          <a:effectLst/>
        </p:spPr>
        <p:txBody>
          <a:bodyPr rtlCol="0" anchor="ctr"/>
          <a:lstStyle/>
          <a:p>
            <a:endParaRPr lang="en-US" dirty="0"/>
          </a:p>
        </p:txBody>
      </p:sp>
      <p:sp>
        <p:nvSpPr>
          <p:cNvPr id="32" name="TextBox 31">
            <a:extLst>
              <a:ext uri="{FF2B5EF4-FFF2-40B4-BE49-F238E27FC236}">
                <a16:creationId xmlns:a16="http://schemas.microsoft.com/office/drawing/2014/main" id="{53EB9DBD-7EC8-8749-8D2B-52C66972D46E}"/>
              </a:ext>
            </a:extLst>
          </p:cNvPr>
          <p:cNvSpPr txBox="1"/>
          <p:nvPr userDrawn="1"/>
        </p:nvSpPr>
        <p:spPr>
          <a:xfrm>
            <a:off x="7122912" y="4133697"/>
            <a:ext cx="3585557" cy="692497"/>
          </a:xfrm>
          <a:prstGeom prst="rect">
            <a:avLst/>
          </a:prstGeom>
        </p:spPr>
        <p:txBody>
          <a:bodyPr wrap="square" lIns="0" tIns="0" rIns="0" bIns="0" rtlCol="0">
            <a:spAutoFit/>
          </a:bodyPr>
          <a:lstStyle/>
          <a:p>
            <a:pPr algn="r" defTabSz="914400" rtl="0" eaLnBrk="1" latinLnBrk="0" hangingPunct="1">
              <a:lnSpc>
                <a:spcPct val="90000"/>
              </a:lnSpc>
              <a:spcBef>
                <a:spcPct val="0"/>
              </a:spcBef>
              <a:spcAft>
                <a:spcPts val="600"/>
              </a:spcAft>
              <a:buNone/>
            </a:pPr>
            <a:r>
              <a:rPr lang="en-US" sz="5000" b="0" kern="1200" cap="none" baseline="0" dirty="0">
                <a:solidFill>
                  <a:schemeClr val="accent2"/>
                </a:solidFill>
                <a:latin typeface="+mj-lt"/>
                <a:ea typeface="+mj-ea"/>
                <a:cs typeface="+mj-cs"/>
              </a:rPr>
              <a:t>Thank You</a:t>
            </a:r>
          </a:p>
        </p:txBody>
      </p:sp>
      <p:grpSp>
        <p:nvGrpSpPr>
          <p:cNvPr id="35" name="Graphic 8">
            <a:extLst>
              <a:ext uri="{FF2B5EF4-FFF2-40B4-BE49-F238E27FC236}">
                <a16:creationId xmlns:a16="http://schemas.microsoft.com/office/drawing/2014/main" id="{8112DCCF-A410-8E64-BF5C-1AED8279B1FF}"/>
              </a:ext>
            </a:extLst>
          </p:cNvPr>
          <p:cNvGrpSpPr/>
          <p:nvPr userDrawn="1"/>
        </p:nvGrpSpPr>
        <p:grpSpPr>
          <a:xfrm>
            <a:off x="265625" y="6323271"/>
            <a:ext cx="1249223" cy="369648"/>
            <a:chOff x="265625" y="6323271"/>
            <a:chExt cx="1249223" cy="369648"/>
          </a:xfrm>
          <a:solidFill>
            <a:srgbClr val="000000"/>
          </a:solidFill>
        </p:grpSpPr>
        <p:grpSp>
          <p:nvGrpSpPr>
            <p:cNvPr id="36" name="Graphic 8">
              <a:extLst>
                <a:ext uri="{FF2B5EF4-FFF2-40B4-BE49-F238E27FC236}">
                  <a16:creationId xmlns:a16="http://schemas.microsoft.com/office/drawing/2014/main" id="{A780A5E4-1B39-5A5D-52AB-EFC20E62EA25}"/>
                </a:ext>
              </a:extLst>
            </p:cNvPr>
            <p:cNvGrpSpPr/>
            <p:nvPr/>
          </p:nvGrpSpPr>
          <p:grpSpPr>
            <a:xfrm>
              <a:off x="745455" y="6594444"/>
              <a:ext cx="722662" cy="98475"/>
              <a:chOff x="745455" y="6594444"/>
              <a:chExt cx="722662" cy="98475"/>
            </a:xfrm>
            <a:solidFill>
              <a:srgbClr val="000000"/>
            </a:solidFill>
          </p:grpSpPr>
          <p:sp>
            <p:nvSpPr>
              <p:cNvPr id="45" name="Freeform 44">
                <a:extLst>
                  <a:ext uri="{FF2B5EF4-FFF2-40B4-BE49-F238E27FC236}">
                    <a16:creationId xmlns:a16="http://schemas.microsoft.com/office/drawing/2014/main" id="{E0903C10-9C43-4029-1989-8796170B6B23}"/>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46" name="Freeform 45">
                <a:extLst>
                  <a:ext uri="{FF2B5EF4-FFF2-40B4-BE49-F238E27FC236}">
                    <a16:creationId xmlns:a16="http://schemas.microsoft.com/office/drawing/2014/main" id="{9527ED7E-456D-AB30-D2D0-4C61F6B8397F}"/>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47" name="Freeform 46">
                <a:extLst>
                  <a:ext uri="{FF2B5EF4-FFF2-40B4-BE49-F238E27FC236}">
                    <a16:creationId xmlns:a16="http://schemas.microsoft.com/office/drawing/2014/main" id="{0499A972-1ADB-ED5A-C815-DB3F2191D945}"/>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48" name="Freeform 47">
                <a:extLst>
                  <a:ext uri="{FF2B5EF4-FFF2-40B4-BE49-F238E27FC236}">
                    <a16:creationId xmlns:a16="http://schemas.microsoft.com/office/drawing/2014/main" id="{D803CC09-D71F-9E10-DA97-C55AD0BCE241}"/>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49" name="Freeform 48">
                <a:extLst>
                  <a:ext uri="{FF2B5EF4-FFF2-40B4-BE49-F238E27FC236}">
                    <a16:creationId xmlns:a16="http://schemas.microsoft.com/office/drawing/2014/main" id="{13B2A944-7BD4-DD11-180F-B80BF28EB678}"/>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50" name="Freeform 49">
                <a:extLst>
                  <a:ext uri="{FF2B5EF4-FFF2-40B4-BE49-F238E27FC236}">
                    <a16:creationId xmlns:a16="http://schemas.microsoft.com/office/drawing/2014/main" id="{CC8B82B9-ED10-F9AC-D3B8-E0275C3CBDE8}"/>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51" name="Freeform 50">
                <a:extLst>
                  <a:ext uri="{FF2B5EF4-FFF2-40B4-BE49-F238E27FC236}">
                    <a16:creationId xmlns:a16="http://schemas.microsoft.com/office/drawing/2014/main" id="{4627E22E-2D4D-FEA9-006A-7DD242E25182}"/>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52" name="Freeform 51">
                <a:extLst>
                  <a:ext uri="{FF2B5EF4-FFF2-40B4-BE49-F238E27FC236}">
                    <a16:creationId xmlns:a16="http://schemas.microsoft.com/office/drawing/2014/main" id="{4169526B-DAA6-4992-5CF6-225DE8545F4E}"/>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53" name="Freeform 52">
                <a:extLst>
                  <a:ext uri="{FF2B5EF4-FFF2-40B4-BE49-F238E27FC236}">
                    <a16:creationId xmlns:a16="http://schemas.microsoft.com/office/drawing/2014/main" id="{4555D210-195A-A18A-E0CE-77874E51EB4A}"/>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54" name="Freeform 53">
                <a:extLst>
                  <a:ext uri="{FF2B5EF4-FFF2-40B4-BE49-F238E27FC236}">
                    <a16:creationId xmlns:a16="http://schemas.microsoft.com/office/drawing/2014/main" id="{83DDD2B8-EB7C-AACE-B23F-6FA8B1A57F12}"/>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37" name="Graphic 8">
              <a:extLst>
                <a:ext uri="{FF2B5EF4-FFF2-40B4-BE49-F238E27FC236}">
                  <a16:creationId xmlns:a16="http://schemas.microsoft.com/office/drawing/2014/main" id="{33CF0C83-9B67-4AA2-133D-C3006C860F5E}"/>
                </a:ext>
              </a:extLst>
            </p:cNvPr>
            <p:cNvGrpSpPr/>
            <p:nvPr/>
          </p:nvGrpSpPr>
          <p:grpSpPr>
            <a:xfrm>
              <a:off x="265625" y="6323271"/>
              <a:ext cx="1249223" cy="190348"/>
              <a:chOff x="265625" y="6323271"/>
              <a:chExt cx="1249223" cy="190348"/>
            </a:xfrm>
            <a:solidFill>
              <a:srgbClr val="000000"/>
            </a:solidFill>
          </p:grpSpPr>
          <p:sp>
            <p:nvSpPr>
              <p:cNvPr id="38" name="Freeform 37">
                <a:extLst>
                  <a:ext uri="{FF2B5EF4-FFF2-40B4-BE49-F238E27FC236}">
                    <a16:creationId xmlns:a16="http://schemas.microsoft.com/office/drawing/2014/main" id="{0811D246-0428-1254-CBB5-CB40B6BB8558}"/>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39" name="Freeform 38">
                <a:extLst>
                  <a:ext uri="{FF2B5EF4-FFF2-40B4-BE49-F238E27FC236}">
                    <a16:creationId xmlns:a16="http://schemas.microsoft.com/office/drawing/2014/main" id="{B0FE8401-7316-2698-D80B-7C0E88A32559}"/>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40" name="Freeform 39">
                <a:extLst>
                  <a:ext uri="{FF2B5EF4-FFF2-40B4-BE49-F238E27FC236}">
                    <a16:creationId xmlns:a16="http://schemas.microsoft.com/office/drawing/2014/main" id="{2241BCF0-F50B-2C01-4E3D-8987EE3AEBC6}"/>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41" name="Freeform 40">
                <a:extLst>
                  <a:ext uri="{FF2B5EF4-FFF2-40B4-BE49-F238E27FC236}">
                    <a16:creationId xmlns:a16="http://schemas.microsoft.com/office/drawing/2014/main" id="{E45D38ED-BA90-5035-9D1B-207CDE6D1DDE}"/>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42" name="Freeform 41">
                <a:extLst>
                  <a:ext uri="{FF2B5EF4-FFF2-40B4-BE49-F238E27FC236}">
                    <a16:creationId xmlns:a16="http://schemas.microsoft.com/office/drawing/2014/main" id="{495663DE-6FC0-F26D-5DE1-C203DA0E3D8E}"/>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43" name="Freeform 42">
                <a:extLst>
                  <a:ext uri="{FF2B5EF4-FFF2-40B4-BE49-F238E27FC236}">
                    <a16:creationId xmlns:a16="http://schemas.microsoft.com/office/drawing/2014/main" id="{EEE0604B-AD28-DEF4-B2C5-6D7AB5FD3A55}"/>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44" name="Freeform 43">
                <a:extLst>
                  <a:ext uri="{FF2B5EF4-FFF2-40B4-BE49-F238E27FC236}">
                    <a16:creationId xmlns:a16="http://schemas.microsoft.com/office/drawing/2014/main" id="{676B44DF-1000-68A6-6AF7-E8182D7C4F2D}"/>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
        <p:nvSpPr>
          <p:cNvPr id="55" name="Freeform: Shape 12">
            <a:extLst>
              <a:ext uri="{FF2B5EF4-FFF2-40B4-BE49-F238E27FC236}">
                <a16:creationId xmlns:a16="http://schemas.microsoft.com/office/drawing/2014/main" id="{C039270F-3B2C-5A52-9E64-757A7B136566}"/>
              </a:ext>
            </a:extLst>
          </p:cNvPr>
          <p:cNvSpPr/>
          <p:nvPr userDrawn="1"/>
        </p:nvSpPr>
        <p:spPr>
          <a:xfrm>
            <a:off x="0" y="0"/>
            <a:ext cx="8366346" cy="5149879"/>
          </a:xfrm>
          <a:custGeom>
            <a:avLst/>
            <a:gdLst>
              <a:gd name="connsiteX0" fmla="*/ 8300010 w 8406233"/>
              <a:gd name="connsiteY0" fmla="*/ 0 h 5164293"/>
              <a:gd name="connsiteX1" fmla="*/ 8406233 w 8406233"/>
              <a:gd name="connsiteY1" fmla="*/ 0 h 5164293"/>
              <a:gd name="connsiteX2" fmla="*/ 3739706 w 8406233"/>
              <a:gd name="connsiteY2" fmla="*/ 4681182 h 5164293"/>
              <a:gd name="connsiteX3" fmla="*/ 2577461 w 8406233"/>
              <a:gd name="connsiteY3" fmla="*/ 5162629 h 5164293"/>
              <a:gd name="connsiteX4" fmla="*/ 0 w 8406233"/>
              <a:gd name="connsiteY4" fmla="*/ 5164293 h 5164293"/>
              <a:gd name="connsiteX5" fmla="*/ 0 w 8406233"/>
              <a:gd name="connsiteY5" fmla="*/ 5088966 h 5164293"/>
              <a:gd name="connsiteX6" fmla="*/ 2577461 w 8406233"/>
              <a:gd name="connsiteY6" fmla="*/ 5087291 h 5164293"/>
              <a:gd name="connsiteX7" fmla="*/ 3686388 w 8406233"/>
              <a:gd name="connsiteY7" fmla="*/ 4627988 h 51642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406233" h="5164293">
                <a:moveTo>
                  <a:pt x="8300010" y="0"/>
                </a:moveTo>
                <a:lnTo>
                  <a:pt x="8406233" y="0"/>
                </a:lnTo>
                <a:lnTo>
                  <a:pt x="3739706" y="4681182"/>
                </a:lnTo>
                <a:cubicBezTo>
                  <a:pt x="3429197" y="4991691"/>
                  <a:pt x="3016440" y="5162629"/>
                  <a:pt x="2577461" y="5162629"/>
                </a:cubicBezTo>
                <a:lnTo>
                  <a:pt x="0" y="5164293"/>
                </a:lnTo>
                <a:lnTo>
                  <a:pt x="0" y="5088966"/>
                </a:lnTo>
                <a:lnTo>
                  <a:pt x="2577461" y="5087291"/>
                </a:lnTo>
                <a:cubicBezTo>
                  <a:pt x="2993418" y="5087291"/>
                  <a:pt x="3392312" y="4922061"/>
                  <a:pt x="3686388" y="4627988"/>
                </a:cubicBezTo>
                <a:close/>
              </a:path>
            </a:pathLst>
          </a:custGeom>
          <a:gradFill>
            <a:gsLst>
              <a:gs pos="31000">
                <a:srgbClr val="0095C4"/>
              </a:gs>
              <a:gs pos="94000">
                <a:schemeClr val="accent5"/>
              </a:gs>
            </a:gsLst>
            <a:lin ang="0" scaled="1"/>
          </a:gradFill>
          <a:ln w="0" cap="flat">
            <a:noFill/>
            <a:prstDash val="solid"/>
            <a:miter/>
          </a:ln>
        </p:spPr>
        <p:txBody>
          <a:bodyPr rtlCol="0" anchor="ctr"/>
          <a:lstStyle/>
          <a:p>
            <a:endParaRPr lang="en-US" dirty="0"/>
          </a:p>
        </p:txBody>
      </p:sp>
      <p:sp>
        <p:nvSpPr>
          <p:cNvPr id="9" name="TextBox 8">
            <a:extLst>
              <a:ext uri="{FF2B5EF4-FFF2-40B4-BE49-F238E27FC236}">
                <a16:creationId xmlns:a16="http://schemas.microsoft.com/office/drawing/2014/main" id="{6B6C42D0-DC6D-DA1A-9109-B30DDBCA1FD2}"/>
              </a:ext>
            </a:extLst>
          </p:cNvPr>
          <p:cNvSpPr txBox="1"/>
          <p:nvPr userDrawn="1"/>
        </p:nvSpPr>
        <p:spPr>
          <a:xfrm>
            <a:off x="1645084" y="6461498"/>
            <a:ext cx="3574697" cy="215444"/>
          </a:xfrm>
          <a:prstGeom prst="rect">
            <a:avLst/>
          </a:prstGeom>
          <a:noFill/>
        </p:spPr>
        <p:txBody>
          <a:bodyPr wrap="none" lIns="0" tIns="0" rIns="0" bIns="0" rtlCol="0">
            <a:spAutoFit/>
          </a:bodyPr>
          <a:lstStyle/>
          <a:p>
            <a:pPr algn="l">
              <a:lnSpc>
                <a:spcPct val="100000"/>
              </a:lnSpc>
            </a:pPr>
            <a:r>
              <a:rPr lang="en-US" sz="700" spc="0" baseline="0" dirty="0">
                <a:ln/>
                <a:solidFill>
                  <a:srgbClr val="000000"/>
                </a:solidFill>
                <a:latin typeface="+mn-lt"/>
                <a:sym typeface="Metropolis-Regular"/>
                <a:rtl val="0"/>
              </a:rPr>
              <a:t>Broadcom Proprietary and Confidential. Copyright © 2026 Broadcom.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700" spc="0" baseline="0" dirty="0">
                <a:ln/>
                <a:solidFill>
                  <a:srgbClr val="000000"/>
                </a:solidFill>
                <a:latin typeface="+mn-lt"/>
                <a:sym typeface="Metropolis-Regular"/>
                <a:rtl val="0"/>
              </a:rPr>
              <a:t>All Rights Reserved. The term “Broadcom” refers to Broadcom Inc. and/or its subsidiaries.</a:t>
            </a:r>
          </a:p>
        </p:txBody>
      </p:sp>
    </p:spTree>
    <p:extLst>
      <p:ext uri="{BB962C8B-B14F-4D97-AF65-F5344CB8AC3E}">
        <p14:creationId xmlns:p14="http://schemas.microsoft.com/office/powerpoint/2010/main" val="16206148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4.xml><?xml version="1.0" encoding="utf-8"?>
<p:sldLayout xmlns:a="http://schemas.openxmlformats.org/drawingml/2006/main" xmlns:r="http://schemas.openxmlformats.org/officeDocument/2006/relationships" xmlns:p="http://schemas.openxmlformats.org/presentationml/2006/main">
  <p:cSld name="1_Agenda">
    <p:spTree>
      <p:nvGrpSpPr>
        <p:cNvPr id="1" name=""/>
        <p:cNvGrpSpPr/>
        <p:nvPr/>
      </p:nvGrpSpPr>
      <p:grpSpPr>
        <a:xfrm>
          <a:off x="0" y="0"/>
          <a:ext cx="0" cy="0"/>
          <a:chOff x="0" y="0"/>
          <a:chExt cx="0" cy="0"/>
        </a:xfrm>
      </p:grpSpPr>
      <p:sp>
        <p:nvSpPr>
          <p:cNvPr id="16" name="Text Placeholder 757">
            <a:extLst>
              <a:ext uri="{FF2B5EF4-FFF2-40B4-BE49-F238E27FC236}">
                <a16:creationId xmlns:a16="http://schemas.microsoft.com/office/drawing/2014/main" id="{B29EB907-51A5-4D60-B03A-85DECB7627F9}"/>
              </a:ext>
            </a:extLst>
          </p:cNvPr>
          <p:cNvSpPr>
            <a:spLocks noGrp="1"/>
          </p:cNvSpPr>
          <p:nvPr>
            <p:ph type="body" sz="quarter" idx="23"/>
          </p:nvPr>
        </p:nvSpPr>
        <p:spPr>
          <a:xfrm>
            <a:off x="2894013" y="1359907"/>
            <a:ext cx="7315200" cy="4322783"/>
          </a:xfrm>
        </p:spPr>
        <p:txBody>
          <a:bodyPr anchor="t"/>
          <a:lstStyle>
            <a:lvl1pPr marL="0" indent="0">
              <a:spcBef>
                <a:spcPts val="1800"/>
              </a:spcBef>
              <a:buClr>
                <a:schemeClr val="accent2"/>
              </a:buClr>
              <a:buFont typeface="Open Sans" panose="020B0606030504020204" pitchFamily="34" charset="0"/>
              <a:buChar char="​"/>
              <a:defRPr>
                <a:solidFill>
                  <a:schemeClr val="accent4"/>
                </a:solidFill>
              </a:defRPr>
            </a:lvl1pPr>
            <a:lvl2pPr marL="0" indent="0">
              <a:spcBef>
                <a:spcPts val="600"/>
              </a:spcBef>
              <a:buFont typeface="Open Sans" panose="020B0606030504020204" pitchFamily="34" charset="0"/>
              <a:buChar char="​"/>
              <a:defRPr/>
            </a:lvl2pPr>
            <a:lvl3pPr marL="342900" indent="0">
              <a:buFont typeface="Open Sans" panose="020B0606030504020204" pitchFamily="34" charset="0"/>
              <a:buNone/>
              <a:defRPr sz="1800"/>
            </a:lvl3pPr>
            <a:lvl4pPr marL="342900" indent="0">
              <a:buFont typeface="Open Sans" panose="020B0606030504020204" pitchFamily="34" charset="0"/>
              <a:buChar char="​"/>
              <a:tabLst/>
              <a:defRPr sz="1800">
                <a:solidFill>
                  <a:schemeClr val="tx2"/>
                </a:solidFill>
              </a:defRPr>
            </a:lvl4pPr>
            <a:lvl5pPr marL="342900" indent="0">
              <a:buFont typeface="Open Sans" panose="020B0606030504020204" pitchFamily="34" charset="0"/>
              <a:buChar char="​"/>
              <a:tabLst/>
              <a:defRPr sz="1800">
                <a:solidFill>
                  <a:schemeClr val="tx2"/>
                </a:solidFill>
              </a:defRPr>
            </a:lvl5pPr>
            <a:lvl6pPr marL="342900" indent="0">
              <a:buFont typeface="Open Sans" panose="020B0606030504020204" pitchFamily="34" charset="0"/>
              <a:buChar char="​"/>
              <a:defRPr sz="1800">
                <a:solidFill>
                  <a:schemeClr val="tx2"/>
                </a:solidFill>
              </a:defRPr>
            </a:lvl6pPr>
            <a:lvl7pPr marL="342900" indent="0">
              <a:buFont typeface="Open Sans" panose="020B0606030504020204" pitchFamily="34" charset="0"/>
              <a:buChar char="​"/>
              <a:defRPr sz="1800">
                <a:solidFill>
                  <a:schemeClr val="tx2"/>
                </a:solidFill>
              </a:defRPr>
            </a:lvl7pPr>
            <a:lvl8pPr marL="342900" indent="0">
              <a:buFont typeface="Open Sans" panose="020B0606030504020204" pitchFamily="34" charset="0"/>
              <a:buChar char="​"/>
              <a:defRPr sz="1800">
                <a:solidFill>
                  <a:schemeClr val="tx2"/>
                </a:solidFill>
              </a:defRPr>
            </a:lvl8pPr>
            <a:lvl9pPr marL="342900" indent="0">
              <a:buFont typeface="Open Sans" panose="020B0606030504020204" pitchFamily="34" charset="0"/>
              <a:buChar char="​"/>
              <a:defRPr sz="1800">
                <a:solidFill>
                  <a:schemeClr val="tx2"/>
                </a:solidFill>
              </a:defRPr>
            </a:lvl9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3719627269"/>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matchingName="Title and Subtitle">
  <p:cSld name="1_Title and Subtitle">
    <p:spTree>
      <p:nvGrpSpPr>
        <p:cNvPr id="1" name="Shape 103"/>
        <p:cNvGrpSpPr/>
        <p:nvPr/>
      </p:nvGrpSpPr>
      <p:grpSpPr>
        <a:xfrm>
          <a:off x="0" y="0"/>
          <a:ext cx="0" cy="0"/>
          <a:chOff x="0" y="0"/>
          <a:chExt cx="0" cy="0"/>
        </a:xfrm>
      </p:grpSpPr>
      <p:sp>
        <p:nvSpPr>
          <p:cNvPr id="104" name="Google Shape;104;p63"/>
          <p:cNvSpPr txBox="1">
            <a:spLocks noGrp="1"/>
          </p:cNvSpPr>
          <p:nvPr>
            <p:ph type="title"/>
          </p:nvPr>
        </p:nvSpPr>
        <p:spPr>
          <a:xfrm>
            <a:off x="579809" y="412751"/>
            <a:ext cx="11001004" cy="381000"/>
          </a:xfrm>
          <a:prstGeom prst="rect">
            <a:avLst/>
          </a:prstGeom>
          <a:noFill/>
          <a:ln>
            <a:noFill/>
          </a:ln>
        </p:spPr>
        <p:txBody>
          <a:bodyPr spcFirstLastPara="1" wrap="square" lIns="0" tIns="0" rIns="0" bIns="0" anchor="b" anchorCtr="0">
            <a:noAutofit/>
          </a:bodyPr>
          <a:lstStyle>
            <a:lvl1pPr lvl="0" algn="l">
              <a:lnSpc>
                <a:spcPct val="90000"/>
              </a:lnSpc>
              <a:spcBef>
                <a:spcPts val="0"/>
              </a:spcBef>
              <a:spcAft>
                <a:spcPts val="0"/>
              </a:spcAft>
              <a:buClr>
                <a:schemeClr val="accent2"/>
              </a:buClr>
              <a:buSzPts val="2800"/>
              <a:buFont typeface="Arial"/>
              <a:buNone/>
              <a:defRPr>
                <a:solidFill>
                  <a:schemeClr val="accent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dirty="0"/>
          </a:p>
        </p:txBody>
      </p:sp>
      <p:sp>
        <p:nvSpPr>
          <p:cNvPr id="105" name="Google Shape;105;p63"/>
          <p:cNvSpPr txBox="1">
            <a:spLocks noGrp="1"/>
          </p:cNvSpPr>
          <p:nvPr>
            <p:ph type="subTitle" idx="1"/>
          </p:nvPr>
        </p:nvSpPr>
        <p:spPr>
          <a:xfrm>
            <a:off x="592866" y="811830"/>
            <a:ext cx="10962687" cy="247743"/>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1800"/>
              <a:buNone/>
              <a:defRPr sz="2000" b="0" i="0">
                <a:solidFill>
                  <a:schemeClr val="dk1"/>
                </a:solidFill>
                <a:latin typeface="Arial" panose="020B0604020202020204" pitchFamily="34" charset="0"/>
                <a:ea typeface="Arial" panose="020B0604020202020204" pitchFamily="34" charset="0"/>
                <a:cs typeface="Arial"/>
                <a:sym typeface="Arial"/>
              </a:defRPr>
            </a:lvl1pPr>
            <a:lvl2pPr lvl="1" algn="ctr">
              <a:lnSpc>
                <a:spcPct val="100000"/>
              </a:lnSpc>
              <a:spcBef>
                <a:spcPts val="1200"/>
              </a:spcBef>
              <a:spcAft>
                <a:spcPts val="0"/>
              </a:spcAft>
              <a:buSzPts val="1800"/>
              <a:buNone/>
              <a:defRPr sz="2000"/>
            </a:lvl2pPr>
            <a:lvl3pPr lvl="2" algn="ctr">
              <a:lnSpc>
                <a:spcPct val="100000"/>
              </a:lnSpc>
              <a:spcBef>
                <a:spcPts val="1200"/>
              </a:spcBef>
              <a:spcAft>
                <a:spcPts val="0"/>
              </a:spcAft>
              <a:buSzPts val="1620"/>
              <a:buNone/>
              <a:defRPr sz="1800"/>
            </a:lvl3pPr>
            <a:lvl4pPr lvl="3" algn="ctr">
              <a:lnSpc>
                <a:spcPct val="100000"/>
              </a:lnSpc>
              <a:spcBef>
                <a:spcPts val="1200"/>
              </a:spcBef>
              <a:spcAft>
                <a:spcPts val="0"/>
              </a:spcAft>
              <a:buSzPts val="1440"/>
              <a:buNone/>
              <a:defRPr sz="1600"/>
            </a:lvl4pPr>
            <a:lvl5pPr lvl="4" algn="ctr">
              <a:lnSpc>
                <a:spcPct val="100000"/>
              </a:lnSpc>
              <a:spcBef>
                <a:spcPts val="1200"/>
              </a:spcBef>
              <a:spcAft>
                <a:spcPts val="0"/>
              </a:spcAft>
              <a:buSzPts val="1440"/>
              <a:buNone/>
              <a:defRPr sz="1600"/>
            </a:lvl5pPr>
            <a:lvl6pPr lvl="5" algn="ctr">
              <a:lnSpc>
                <a:spcPct val="100000"/>
              </a:lnSpc>
              <a:spcBef>
                <a:spcPts val="1200"/>
              </a:spcBef>
              <a:spcAft>
                <a:spcPts val="0"/>
              </a:spcAft>
              <a:buSzPts val="1440"/>
              <a:buNone/>
              <a:defRPr sz="1600"/>
            </a:lvl6pPr>
            <a:lvl7pPr lvl="6" algn="ctr">
              <a:lnSpc>
                <a:spcPct val="100000"/>
              </a:lnSpc>
              <a:spcBef>
                <a:spcPts val="1200"/>
              </a:spcBef>
              <a:spcAft>
                <a:spcPts val="0"/>
              </a:spcAft>
              <a:buSzPts val="1440"/>
              <a:buNone/>
              <a:defRPr sz="1600"/>
            </a:lvl7pPr>
            <a:lvl8pPr lvl="7" algn="ctr">
              <a:lnSpc>
                <a:spcPct val="100000"/>
              </a:lnSpc>
              <a:spcBef>
                <a:spcPts val="1200"/>
              </a:spcBef>
              <a:spcAft>
                <a:spcPts val="0"/>
              </a:spcAft>
              <a:buSzPts val="1440"/>
              <a:buNone/>
              <a:defRPr sz="1600"/>
            </a:lvl8pPr>
            <a:lvl9pPr lvl="8" algn="ctr">
              <a:lnSpc>
                <a:spcPct val="100000"/>
              </a:lnSpc>
              <a:spcBef>
                <a:spcPts val="1200"/>
              </a:spcBef>
              <a:spcAft>
                <a:spcPts val="1200"/>
              </a:spcAft>
              <a:buSzPts val="1440"/>
              <a:buNone/>
              <a:defRPr sz="1600"/>
            </a:lvl9pPr>
          </a:lstStyle>
          <a:p>
            <a:endParaRPr dirty="0"/>
          </a:p>
        </p:txBody>
      </p:sp>
    </p:spTree>
    <p:extLst>
      <p:ext uri="{BB962C8B-B14F-4D97-AF65-F5344CB8AC3E}">
        <p14:creationId xmlns:p14="http://schemas.microsoft.com/office/powerpoint/2010/main" val="8302910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cSld name="Section Header">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9108" y="938794"/>
            <a:ext cx="6427626" cy="1229360"/>
          </a:xfrm>
        </p:spPr>
        <p:txBody>
          <a:bodyPr wrap="square" anchor="b"/>
          <a:lstStyle>
            <a:lvl1pPr algn="l">
              <a:defRPr sz="3600" b="0" cap="none" baseline="0">
                <a:solidFill>
                  <a:schemeClr val="accent2"/>
                </a:solidFill>
              </a:defRPr>
            </a:lvl1pPr>
          </a:lstStyle>
          <a:p>
            <a:r>
              <a:rPr lang="en-US" dirty="0"/>
              <a:t>Click to Add Text</a:t>
            </a:r>
          </a:p>
        </p:txBody>
      </p:sp>
      <p:sp>
        <p:nvSpPr>
          <p:cNvPr id="128" name="Subtitle 2">
            <a:extLst>
              <a:ext uri="{FF2B5EF4-FFF2-40B4-BE49-F238E27FC236}">
                <a16:creationId xmlns:a16="http://schemas.microsoft.com/office/drawing/2014/main" id="{6EBAFA4D-7B92-4E38-8320-94F3BCA2E41C}"/>
              </a:ext>
            </a:extLst>
          </p:cNvPr>
          <p:cNvSpPr>
            <a:spLocks noGrp="1"/>
          </p:cNvSpPr>
          <p:nvPr>
            <p:ph type="subTitle" idx="10" hasCustomPrompt="1"/>
          </p:nvPr>
        </p:nvSpPr>
        <p:spPr>
          <a:xfrm>
            <a:off x="602966" y="2270788"/>
            <a:ext cx="6408402" cy="700882"/>
          </a:xfrm>
        </p:spPr>
        <p:txBody>
          <a:bodyPr/>
          <a:lstStyle>
            <a:lvl1pPr marL="0" indent="0" algn="l">
              <a:buNone/>
              <a:defRPr sz="2400">
                <a:solidFill>
                  <a:schemeClr val="accent4"/>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text</a:t>
            </a:r>
          </a:p>
        </p:txBody>
      </p:sp>
    </p:spTree>
    <p:extLst>
      <p:ext uri="{BB962C8B-B14F-4D97-AF65-F5344CB8AC3E}">
        <p14:creationId xmlns:p14="http://schemas.microsoft.com/office/powerpoint/2010/main" val="4195730339"/>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cSld name="Thank You / Closin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35691160"/>
      </p:ext>
    </p:extLst>
  </p:cSld>
  <p:clrMapOvr>
    <a:masterClrMapping/>
  </p:clrMapOvr>
  <p:hf hdr="0" dt="0"/>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theme" Target="../theme/theme1.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ltGray">
      <p:bgPr>
        <a:solidFill>
          <a:schemeClr val="bg1"/>
        </a:solidFill>
        <a:effectLst/>
      </p:bgPr>
    </p:bg>
    <p:spTree>
      <p:nvGrpSpPr>
        <p:cNvPr id="1" name=""/>
        <p:cNvGrpSpPr/>
        <p:nvPr/>
      </p:nvGrpSpPr>
      <p:grpSpPr>
        <a:xfrm>
          <a:off x="0" y="0"/>
          <a:ext cx="0" cy="0"/>
          <a:chOff x="0" y="0"/>
          <a:chExt cx="0" cy="0"/>
        </a:xfrm>
      </p:grpSpPr>
      <p:sp>
        <p:nvSpPr>
          <p:cNvPr id="2" name="Click to edit title"/>
          <p:cNvSpPr>
            <a:spLocks noGrp="1"/>
          </p:cNvSpPr>
          <p:nvPr>
            <p:ph type="title"/>
          </p:nvPr>
        </p:nvSpPr>
        <p:spPr>
          <a:xfrm>
            <a:off x="579809" y="412751"/>
            <a:ext cx="11001004" cy="381000"/>
          </a:xfrm>
          <a:prstGeom prst="rect">
            <a:avLst/>
          </a:prstGeom>
        </p:spPr>
        <p:txBody>
          <a:bodyPr vert="horz" wrap="none" lIns="0" tIns="0" rIns="0" bIns="0" rtlCol="0" anchor="b">
            <a:noAutofit/>
          </a:bodyPr>
          <a:lstStyle/>
          <a:p>
            <a:r>
              <a:rPr lang="en-US" dirty="0"/>
              <a:t>Click to edit Master default content style</a:t>
            </a:r>
          </a:p>
        </p:txBody>
      </p:sp>
      <p:sp>
        <p:nvSpPr>
          <p:cNvPr id="3" name="Click to edit content box"/>
          <p:cNvSpPr>
            <a:spLocks noGrp="1"/>
          </p:cNvSpPr>
          <p:nvPr>
            <p:ph type="body" idx="1"/>
          </p:nvPr>
        </p:nvSpPr>
        <p:spPr>
          <a:xfrm>
            <a:off x="609441" y="1600203"/>
            <a:ext cx="10969943" cy="4580461"/>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grpSp>
        <p:nvGrpSpPr>
          <p:cNvPr id="48" name="Graphic 8">
            <a:extLst>
              <a:ext uri="{FF2B5EF4-FFF2-40B4-BE49-F238E27FC236}">
                <a16:creationId xmlns:a16="http://schemas.microsoft.com/office/drawing/2014/main" id="{D82EF380-0C1A-9923-E1BB-4A4A82A50052}"/>
              </a:ext>
            </a:extLst>
          </p:cNvPr>
          <p:cNvGrpSpPr/>
          <p:nvPr/>
        </p:nvGrpSpPr>
        <p:grpSpPr>
          <a:xfrm>
            <a:off x="265625" y="6323271"/>
            <a:ext cx="1249223" cy="369648"/>
            <a:chOff x="265625" y="6323271"/>
            <a:chExt cx="1249223" cy="369648"/>
          </a:xfrm>
          <a:solidFill>
            <a:srgbClr val="000000"/>
          </a:solidFill>
        </p:grpSpPr>
        <p:grpSp>
          <p:nvGrpSpPr>
            <p:cNvPr id="49" name="Graphic 8">
              <a:extLst>
                <a:ext uri="{FF2B5EF4-FFF2-40B4-BE49-F238E27FC236}">
                  <a16:creationId xmlns:a16="http://schemas.microsoft.com/office/drawing/2014/main" id="{54FAF84D-171B-0C10-ED68-71DF0155B5A3}"/>
                </a:ext>
              </a:extLst>
            </p:cNvPr>
            <p:cNvGrpSpPr/>
            <p:nvPr/>
          </p:nvGrpSpPr>
          <p:grpSpPr>
            <a:xfrm>
              <a:off x="745455" y="6594444"/>
              <a:ext cx="722662" cy="98475"/>
              <a:chOff x="745455" y="6594444"/>
              <a:chExt cx="722662" cy="98475"/>
            </a:xfrm>
            <a:solidFill>
              <a:srgbClr val="000000"/>
            </a:solidFill>
          </p:grpSpPr>
          <p:sp>
            <p:nvSpPr>
              <p:cNvPr id="50" name="Freeform 49">
                <a:extLst>
                  <a:ext uri="{FF2B5EF4-FFF2-40B4-BE49-F238E27FC236}">
                    <a16:creationId xmlns:a16="http://schemas.microsoft.com/office/drawing/2014/main" id="{3FA24438-4158-EA0B-DE4E-8015E1E32AD3}"/>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51" name="Freeform 50">
                <a:extLst>
                  <a:ext uri="{FF2B5EF4-FFF2-40B4-BE49-F238E27FC236}">
                    <a16:creationId xmlns:a16="http://schemas.microsoft.com/office/drawing/2014/main" id="{26BB840E-D68F-76E7-7DA9-BF6B79D252BE}"/>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52" name="Freeform 51">
                <a:extLst>
                  <a:ext uri="{FF2B5EF4-FFF2-40B4-BE49-F238E27FC236}">
                    <a16:creationId xmlns:a16="http://schemas.microsoft.com/office/drawing/2014/main" id="{59510B1D-6A5F-3EF5-3680-B51E20570E6A}"/>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53" name="Freeform 52">
                <a:extLst>
                  <a:ext uri="{FF2B5EF4-FFF2-40B4-BE49-F238E27FC236}">
                    <a16:creationId xmlns:a16="http://schemas.microsoft.com/office/drawing/2014/main" id="{E2502CCC-DB03-C01E-2299-92CA9168461F}"/>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54" name="Freeform 53">
                <a:extLst>
                  <a:ext uri="{FF2B5EF4-FFF2-40B4-BE49-F238E27FC236}">
                    <a16:creationId xmlns:a16="http://schemas.microsoft.com/office/drawing/2014/main" id="{76A128EB-98F4-7BC5-3A7C-1938363F3CAF}"/>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55" name="Freeform 54">
                <a:extLst>
                  <a:ext uri="{FF2B5EF4-FFF2-40B4-BE49-F238E27FC236}">
                    <a16:creationId xmlns:a16="http://schemas.microsoft.com/office/drawing/2014/main" id="{2677180F-AD7B-87CD-0633-18DC1BE313BF}"/>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56" name="Freeform 55">
                <a:extLst>
                  <a:ext uri="{FF2B5EF4-FFF2-40B4-BE49-F238E27FC236}">
                    <a16:creationId xmlns:a16="http://schemas.microsoft.com/office/drawing/2014/main" id="{11FB90A8-4445-04B0-1766-E758C4EED92E}"/>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57" name="Freeform 56">
                <a:extLst>
                  <a:ext uri="{FF2B5EF4-FFF2-40B4-BE49-F238E27FC236}">
                    <a16:creationId xmlns:a16="http://schemas.microsoft.com/office/drawing/2014/main" id="{DE758F9E-2750-6183-E9D2-FF433D17AAD5}"/>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58" name="Freeform 57">
                <a:extLst>
                  <a:ext uri="{FF2B5EF4-FFF2-40B4-BE49-F238E27FC236}">
                    <a16:creationId xmlns:a16="http://schemas.microsoft.com/office/drawing/2014/main" id="{24B84BC6-1055-8C5E-535B-75A833A87996}"/>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59" name="Freeform 58">
                <a:extLst>
                  <a:ext uri="{FF2B5EF4-FFF2-40B4-BE49-F238E27FC236}">
                    <a16:creationId xmlns:a16="http://schemas.microsoft.com/office/drawing/2014/main" id="{CFE27250-866A-DEF8-25F4-955344428C45}"/>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60" name="Graphic 8">
              <a:extLst>
                <a:ext uri="{FF2B5EF4-FFF2-40B4-BE49-F238E27FC236}">
                  <a16:creationId xmlns:a16="http://schemas.microsoft.com/office/drawing/2014/main" id="{105759BC-89FC-99DA-EED4-D1E8B30B32A4}"/>
                </a:ext>
              </a:extLst>
            </p:cNvPr>
            <p:cNvGrpSpPr/>
            <p:nvPr/>
          </p:nvGrpSpPr>
          <p:grpSpPr>
            <a:xfrm>
              <a:off x="265625" y="6323271"/>
              <a:ext cx="1249223" cy="190348"/>
              <a:chOff x="265625" y="6323271"/>
              <a:chExt cx="1249223" cy="190348"/>
            </a:xfrm>
            <a:solidFill>
              <a:srgbClr val="000000"/>
            </a:solidFill>
          </p:grpSpPr>
          <p:sp>
            <p:nvSpPr>
              <p:cNvPr id="61" name="Freeform 60">
                <a:extLst>
                  <a:ext uri="{FF2B5EF4-FFF2-40B4-BE49-F238E27FC236}">
                    <a16:creationId xmlns:a16="http://schemas.microsoft.com/office/drawing/2014/main" id="{512BB0ED-CA6C-C9CB-ACAD-1C325B732747}"/>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62" name="Freeform 61">
                <a:extLst>
                  <a:ext uri="{FF2B5EF4-FFF2-40B4-BE49-F238E27FC236}">
                    <a16:creationId xmlns:a16="http://schemas.microsoft.com/office/drawing/2014/main" id="{C8889F5C-7017-F0AD-A292-0E3EA56F8524}"/>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63" name="Freeform 62">
                <a:extLst>
                  <a:ext uri="{FF2B5EF4-FFF2-40B4-BE49-F238E27FC236}">
                    <a16:creationId xmlns:a16="http://schemas.microsoft.com/office/drawing/2014/main" id="{47F206F2-6C2D-0598-8600-BCAF57BB1FEF}"/>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64" name="Freeform 63">
                <a:extLst>
                  <a:ext uri="{FF2B5EF4-FFF2-40B4-BE49-F238E27FC236}">
                    <a16:creationId xmlns:a16="http://schemas.microsoft.com/office/drawing/2014/main" id="{A9925AE1-2698-ECBF-CB8C-C2FA61B19484}"/>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65" name="Freeform 64">
                <a:extLst>
                  <a:ext uri="{FF2B5EF4-FFF2-40B4-BE49-F238E27FC236}">
                    <a16:creationId xmlns:a16="http://schemas.microsoft.com/office/drawing/2014/main" id="{218BC9EB-B196-3184-73E5-DDF213272F29}"/>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66" name="Freeform 65">
                <a:extLst>
                  <a:ext uri="{FF2B5EF4-FFF2-40B4-BE49-F238E27FC236}">
                    <a16:creationId xmlns:a16="http://schemas.microsoft.com/office/drawing/2014/main" id="{B3E0CCF2-026F-7198-71FE-EEC15EFDC578}"/>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67" name="Freeform 66">
                <a:extLst>
                  <a:ext uri="{FF2B5EF4-FFF2-40B4-BE49-F238E27FC236}">
                    <a16:creationId xmlns:a16="http://schemas.microsoft.com/office/drawing/2014/main" id="{EF4B9FAC-CA66-86DF-4447-1C97FD11917C}"/>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
        <p:nvSpPr>
          <p:cNvPr id="9" name="Graphic 7">
            <a:extLst>
              <a:ext uri="{FF2B5EF4-FFF2-40B4-BE49-F238E27FC236}">
                <a16:creationId xmlns:a16="http://schemas.microsoft.com/office/drawing/2014/main" id="{4347DF9D-10B3-D013-C54B-0CEA1344F18E}"/>
              </a:ext>
            </a:extLst>
          </p:cNvPr>
          <p:cNvSpPr/>
          <p:nvPr/>
        </p:nvSpPr>
        <p:spPr>
          <a:xfrm>
            <a:off x="0" y="0"/>
            <a:ext cx="12188825" cy="74871"/>
          </a:xfrm>
          <a:custGeom>
            <a:avLst/>
            <a:gdLst>
              <a:gd name="connsiteX0" fmla="*/ 0 w 12185715"/>
              <a:gd name="connsiteY0" fmla="*/ 0 h 74871"/>
              <a:gd name="connsiteX1" fmla="*/ 12185716 w 12185715"/>
              <a:gd name="connsiteY1" fmla="*/ 0 h 74871"/>
              <a:gd name="connsiteX2" fmla="*/ 12185716 w 12185715"/>
              <a:gd name="connsiteY2" fmla="*/ 74871 h 74871"/>
              <a:gd name="connsiteX3" fmla="*/ 0 w 12185715"/>
              <a:gd name="connsiteY3" fmla="*/ 74871 h 74871"/>
            </a:gdLst>
            <a:ahLst/>
            <a:cxnLst>
              <a:cxn ang="0">
                <a:pos x="connsiteX0" y="connsiteY0"/>
              </a:cxn>
              <a:cxn ang="0">
                <a:pos x="connsiteX1" y="connsiteY1"/>
              </a:cxn>
              <a:cxn ang="0">
                <a:pos x="connsiteX2" y="connsiteY2"/>
              </a:cxn>
              <a:cxn ang="0">
                <a:pos x="connsiteX3" y="connsiteY3"/>
              </a:cxn>
            </a:cxnLst>
            <a:rect l="l" t="t" r="r" b="b"/>
            <a:pathLst>
              <a:path w="12185715" h="74871">
                <a:moveTo>
                  <a:pt x="0" y="0"/>
                </a:moveTo>
                <a:lnTo>
                  <a:pt x="12185716" y="0"/>
                </a:lnTo>
                <a:lnTo>
                  <a:pt x="12185716" y="74871"/>
                </a:lnTo>
                <a:lnTo>
                  <a:pt x="0" y="74871"/>
                </a:lnTo>
                <a:close/>
              </a:path>
            </a:pathLst>
          </a:custGeom>
          <a:gradFill>
            <a:gsLst>
              <a:gs pos="0">
                <a:schemeClr val="accent4"/>
              </a:gs>
              <a:gs pos="25000">
                <a:schemeClr val="accent1"/>
              </a:gs>
              <a:gs pos="50000">
                <a:schemeClr val="accent3"/>
              </a:gs>
              <a:gs pos="75000">
                <a:schemeClr val="accent2"/>
              </a:gs>
              <a:gs pos="100000">
                <a:schemeClr val="accent5"/>
              </a:gs>
            </a:gsLst>
            <a:lin ang="0" scaled="1"/>
          </a:gradFill>
          <a:ln w="0" cap="flat">
            <a:noFill/>
            <a:prstDash val="solid"/>
            <a:miter/>
          </a:ln>
        </p:spPr>
        <p:txBody>
          <a:bodyPr rtlCol="0" anchor="ctr"/>
          <a:lstStyle/>
          <a:p>
            <a:endParaRPr lang="en-US" dirty="0"/>
          </a:p>
        </p:txBody>
      </p:sp>
      <p:sp>
        <p:nvSpPr>
          <p:cNvPr id="6" name="TextBox 5">
            <a:extLst>
              <a:ext uri="{FF2B5EF4-FFF2-40B4-BE49-F238E27FC236}">
                <a16:creationId xmlns:a16="http://schemas.microsoft.com/office/drawing/2014/main" id="{67497138-A018-1FCE-9C69-099B94E017A6}"/>
              </a:ext>
            </a:extLst>
          </p:cNvPr>
          <p:cNvSpPr txBox="1"/>
          <p:nvPr userDrawn="1"/>
        </p:nvSpPr>
        <p:spPr>
          <a:xfrm>
            <a:off x="1645084" y="6461498"/>
            <a:ext cx="3574697" cy="215444"/>
          </a:xfrm>
          <a:prstGeom prst="rect">
            <a:avLst/>
          </a:prstGeom>
          <a:noFill/>
        </p:spPr>
        <p:txBody>
          <a:bodyPr wrap="none" lIns="0" tIns="0" rIns="0" bIns="0" rtlCol="0">
            <a:spAutoFit/>
          </a:bodyPr>
          <a:lstStyle/>
          <a:p>
            <a:pPr algn="l">
              <a:lnSpc>
                <a:spcPct val="100000"/>
              </a:lnSpc>
            </a:pPr>
            <a:r>
              <a:rPr lang="en-US" sz="700" spc="0" baseline="0" dirty="0">
                <a:ln/>
                <a:solidFill>
                  <a:srgbClr val="000000"/>
                </a:solidFill>
                <a:latin typeface="+mn-lt"/>
                <a:sym typeface="Metropolis-Regular"/>
                <a:rtl val="0"/>
              </a:rPr>
              <a:t>Broadcom Proprietary and Confidential. Copyright © 2026 Broadcom.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700" spc="0" baseline="0" dirty="0">
                <a:ln/>
                <a:solidFill>
                  <a:srgbClr val="000000"/>
                </a:solidFill>
                <a:latin typeface="+mn-lt"/>
                <a:sym typeface="Metropolis-Regular"/>
                <a:rtl val="0"/>
              </a:rPr>
              <a:t>All Rights Reserved. The term “Broadcom” refers to Broadcom Inc. and/or its subsidiaries.</a:t>
            </a:r>
          </a:p>
        </p:txBody>
      </p:sp>
    </p:spTree>
    <p:extLst>
      <p:ext uri="{BB962C8B-B14F-4D97-AF65-F5344CB8AC3E}">
        <p14:creationId xmlns:p14="http://schemas.microsoft.com/office/powerpoint/2010/main" val="644336921"/>
      </p:ext>
    </p:extLst>
  </p:cSld>
  <p:clrMap bg1="lt1" tx1="dk1" bg2="lt2" tx2="dk2" accent1="accent1" accent2="accent2" accent3="accent3" accent4="accent4" accent5="accent5" accent6="accent6" hlink="hlink" folHlink="folHlink"/>
  <p:sldLayoutIdLst>
    <p:sldLayoutId id="4292533187" r:id="rId1"/>
    <p:sldLayoutId id="4292533188" r:id="rId2"/>
    <p:sldLayoutId id="4292533189" r:id="rId3"/>
    <p:sldLayoutId id="4292533190" r:id="rId4"/>
    <p:sldLayoutId id="4292533191" r:id="rId5"/>
    <p:sldLayoutId id="4292533192" r:id="rId6"/>
    <p:sldLayoutId id="4292533193" r:id="rId7"/>
    <p:sldLayoutId id="4292533194" r:id="rId8"/>
    <p:sldLayoutId id="4292533195" r:id="rId9"/>
    <p:sldLayoutId id="4292533196" r:id="rId10"/>
    <p:sldLayoutId id="4292533197" r:id="rId11"/>
    <p:sldLayoutId id="4292533198" r:id="rId12"/>
    <p:sldLayoutId id="4292533199" r:id="rId13"/>
    <p:sldLayoutId id="4292533200" r:id="rId14"/>
    <p:sldLayoutId id="4292533201" r:id="rId15"/>
    <p:sldLayoutId id="4292533202" r:id="rId16"/>
    <p:sldLayoutId id="4292533203" r:id="rId17"/>
    <p:sldLayoutId id="4292533204" r:id="rId18"/>
    <p:sldLayoutId id="4292533205" r:id="rId19"/>
    <p:sldLayoutId id="4292533206" r:id="rId20"/>
    <p:sldLayoutId id="4292533207" r:id="rId21"/>
    <p:sldLayoutId id="4292533208" r:id="rId22"/>
    <p:sldLayoutId id="4292533209" r:id="rId23"/>
    <p:sldLayoutId id="4292533210" r:id="rId24"/>
    <p:sldLayoutId id="4292533211" r:id="rId25"/>
    <p:sldLayoutId id="4292533212" r:id="rId26"/>
    <p:sldLayoutId id="4292533213" r:id="rId27"/>
    <p:sldLayoutId id="4292533214" r:id="rId28"/>
    <p:sldLayoutId id="4292533215" r:id="rId29"/>
    <p:sldLayoutId id="4292533216" r:id="rId30"/>
    <p:sldLayoutId id="4292533217" r:id="rId31"/>
    <p:sldLayoutId id="4292533218" r:id="rId32"/>
    <p:sldLayoutId id="4292533219" r:id="rId33"/>
    <p:sldLayoutId id="4292533220" r:id="rId34"/>
    <p:sldLayoutId id="4292533221" r:id="rId35"/>
    <p:sldLayoutId id="4292533222" r:id="rId36"/>
    <p:sldLayoutId id="4292533223" r:id="rId37"/>
    <p:sldLayoutId id="4292533224" r:id="rId38"/>
    <p:sldLayoutId id="4292533225" r:id="rId39"/>
    <p:sldLayoutId id="4292533226" r:id="rId40"/>
    <p:sldLayoutId id="4292533227" r:id="rId41"/>
    <p:sldLayoutId id="4292533228" r:id="rId42"/>
    <p:sldLayoutId id="4292533229" r:id="rId43"/>
    <p:sldLayoutId id="4292533230" r:id="rId44"/>
    <p:sldLayoutId id="4292533232" r:id="rId45"/>
    <p:sldLayoutId id="4292533233" r:id="rId46"/>
    <p:sldLayoutId id="4292533234" r:id="rId47"/>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txStyles>
    <p:titleStyle>
      <a:lvl1pPr algn="l" defTabSz="914400" rtl="0" eaLnBrk="1" latinLnBrk="0" hangingPunct="1">
        <a:lnSpc>
          <a:spcPct val="90000"/>
        </a:lnSpc>
        <a:spcBef>
          <a:spcPct val="0"/>
        </a:spcBef>
        <a:buNone/>
        <a:defRPr sz="2800" b="0" kern="1200">
          <a:solidFill>
            <a:schemeClr val="tx1"/>
          </a:solidFill>
          <a:latin typeface="+mj-lt"/>
          <a:ea typeface="+mj-ea"/>
          <a:cs typeface="+mj-cs"/>
        </a:defRPr>
      </a:lvl1pPr>
    </p:titleStyle>
    <p:bodyStyle>
      <a:lvl1pPr marL="0" indent="0" algn="l" defTabSz="914400" rtl="0" eaLnBrk="1" latinLnBrk="0" hangingPunct="1">
        <a:lnSpc>
          <a:spcPct val="100000"/>
        </a:lnSpc>
        <a:spcBef>
          <a:spcPts val="0"/>
        </a:spcBef>
        <a:spcAft>
          <a:spcPts val="1200"/>
        </a:spcAft>
        <a:buClr>
          <a:schemeClr val="tx1">
            <a:lumMod val="60000"/>
            <a:lumOff val="40000"/>
          </a:schemeClr>
        </a:buClr>
        <a:buSzPct val="90000"/>
        <a:buFont typeface="Arial" panose="020B0604020202020204" pitchFamily="34" charset="0"/>
        <a:buChar char="​"/>
        <a:defRPr sz="2000" kern="1200">
          <a:solidFill>
            <a:schemeClr val="tx1"/>
          </a:solidFill>
          <a:latin typeface="+mn-lt"/>
          <a:ea typeface="+mn-ea"/>
          <a:cs typeface="+mn-cs"/>
        </a:defRPr>
      </a:lvl1pPr>
      <a:lvl2pPr marL="457200" indent="-184150" algn="l" defTabSz="914400" rtl="0" eaLnBrk="1" latinLnBrk="0" hangingPunct="1">
        <a:lnSpc>
          <a:spcPct val="100000"/>
        </a:lnSpc>
        <a:spcBef>
          <a:spcPts val="0"/>
        </a:spcBef>
        <a:spcAft>
          <a:spcPts val="1200"/>
        </a:spcAft>
        <a:buClr>
          <a:schemeClr val="bg2">
            <a:lumMod val="25000"/>
          </a:schemeClr>
        </a:buClr>
        <a:buSzPct val="90000"/>
        <a:buFont typeface="Arial" panose="020B0604020202020204" pitchFamily="34" charset="0"/>
        <a:buChar char="•"/>
        <a:defRPr sz="1800" kern="1200">
          <a:solidFill>
            <a:schemeClr val="tx1"/>
          </a:solidFill>
          <a:latin typeface="+mn-lt"/>
          <a:ea typeface="+mn-ea"/>
          <a:cs typeface="+mn-cs"/>
        </a:defRPr>
      </a:lvl2pPr>
      <a:lvl3pPr marL="744538" indent="-169863" algn="l" defTabSz="914400" rtl="0" eaLnBrk="1" latinLnBrk="0" hangingPunct="1">
        <a:lnSpc>
          <a:spcPct val="100000"/>
        </a:lnSpc>
        <a:spcBef>
          <a:spcPts val="0"/>
        </a:spcBef>
        <a:spcAft>
          <a:spcPts val="1200"/>
        </a:spcAft>
        <a:buClr>
          <a:schemeClr val="bg2">
            <a:lumMod val="25000"/>
          </a:schemeClr>
        </a:buClr>
        <a:buSzPct val="90000"/>
        <a:buFont typeface="Camphor Std" panose="020B0504030404020204" pitchFamily="34" charset="0"/>
        <a:buChar char="–"/>
        <a:defRPr sz="1600" kern="1200">
          <a:solidFill>
            <a:schemeClr val="tx1"/>
          </a:solidFill>
          <a:latin typeface="+mn-lt"/>
          <a:ea typeface="+mn-ea"/>
          <a:cs typeface="+mn-cs"/>
        </a:defRPr>
      </a:lvl3pPr>
      <a:lvl4pPr marL="969963" indent="-166688" algn="l" defTabSz="914400" rtl="0" eaLnBrk="1" latinLnBrk="0" hangingPunct="1">
        <a:lnSpc>
          <a:spcPct val="100000"/>
        </a:lnSpc>
        <a:spcBef>
          <a:spcPts val="0"/>
        </a:spcBef>
        <a:spcAft>
          <a:spcPts val="1200"/>
        </a:spcAft>
        <a:buClr>
          <a:schemeClr val="bg2">
            <a:lumMod val="25000"/>
          </a:schemeClr>
        </a:buClr>
        <a:buSzPct val="90000"/>
        <a:buFont typeface="Arial" panose="020B0604020202020204" pitchFamily="34" charset="0"/>
        <a:buChar char="•"/>
        <a:defRPr sz="1400" kern="1200">
          <a:solidFill>
            <a:schemeClr val="tx1"/>
          </a:solidFill>
          <a:latin typeface="+mn-lt"/>
          <a:ea typeface="+mn-ea"/>
          <a:cs typeface="+mn-cs"/>
        </a:defRPr>
      </a:lvl4pPr>
      <a:lvl5pPr marL="1143000" indent="-138113" algn="l" defTabSz="914400" rtl="0" eaLnBrk="1" latinLnBrk="0" hangingPunct="1">
        <a:lnSpc>
          <a:spcPct val="100000"/>
        </a:lnSpc>
        <a:spcBef>
          <a:spcPts val="0"/>
        </a:spcBef>
        <a:spcAft>
          <a:spcPts val="1200"/>
        </a:spcAft>
        <a:buClr>
          <a:schemeClr val="bg2">
            <a:lumMod val="25000"/>
          </a:schemeClr>
        </a:buClr>
        <a:buSzPct val="90000"/>
        <a:buFont typeface="Camphor Std" panose="020B0504030404020204" pitchFamily="34" charset="0"/>
        <a:buChar char="–"/>
        <a:tabLst/>
        <a:defRPr sz="1400" kern="1200">
          <a:solidFill>
            <a:schemeClr val="tx1"/>
          </a:solidFill>
          <a:latin typeface="+mn-lt"/>
          <a:ea typeface="+mn-ea"/>
          <a:cs typeface="+mn-cs"/>
        </a:defRPr>
      </a:lvl5pPr>
      <a:lvl6pPr marL="1258888" indent="-111125" algn="l" defTabSz="914400" rtl="0" eaLnBrk="1" latinLnBrk="0" hangingPunct="1">
        <a:lnSpc>
          <a:spcPct val="100000"/>
        </a:lnSpc>
        <a:spcBef>
          <a:spcPts val="0"/>
        </a:spcBef>
        <a:spcAft>
          <a:spcPts val="1200"/>
        </a:spcAft>
        <a:buClr>
          <a:schemeClr val="bg2">
            <a:lumMod val="25000"/>
          </a:schemeClr>
        </a:buClr>
        <a:buSzPct val="90000"/>
        <a:buFont typeface="Arial" panose="020B0604020202020204" pitchFamily="34" charset="0"/>
        <a:buChar char="•"/>
        <a:tabLst/>
        <a:defRPr sz="1400" kern="1200">
          <a:solidFill>
            <a:schemeClr val="tx1"/>
          </a:solidFill>
          <a:latin typeface="+mn-lt"/>
          <a:ea typeface="+mn-ea"/>
          <a:cs typeface="+mn-cs"/>
        </a:defRPr>
      </a:lvl6pPr>
      <a:lvl7pPr marL="1379538" indent="-120650" algn="l" defTabSz="914400" rtl="0" eaLnBrk="1" latinLnBrk="0" hangingPunct="1">
        <a:lnSpc>
          <a:spcPct val="100000"/>
        </a:lnSpc>
        <a:spcBef>
          <a:spcPts val="0"/>
        </a:spcBef>
        <a:spcAft>
          <a:spcPts val="1200"/>
        </a:spcAft>
        <a:buClr>
          <a:schemeClr val="bg2">
            <a:lumMod val="25000"/>
          </a:schemeClr>
        </a:buClr>
        <a:buSzPct val="90000"/>
        <a:buFont typeface="System Font Regular"/>
        <a:buChar char="-"/>
        <a:tabLst/>
        <a:defRPr sz="1400" kern="1200">
          <a:solidFill>
            <a:schemeClr val="tx1"/>
          </a:solidFill>
          <a:latin typeface="+mn-lt"/>
          <a:ea typeface="+mn-ea"/>
          <a:cs typeface="+mn-cs"/>
        </a:defRPr>
      </a:lvl7pPr>
      <a:lvl8pPr marL="1550988" indent="-120650" algn="l" defTabSz="914400" rtl="0" eaLnBrk="1" latinLnBrk="0" hangingPunct="1">
        <a:lnSpc>
          <a:spcPct val="100000"/>
        </a:lnSpc>
        <a:spcBef>
          <a:spcPts val="0"/>
        </a:spcBef>
        <a:spcAft>
          <a:spcPts val="1200"/>
        </a:spcAft>
        <a:buClr>
          <a:schemeClr val="bg2">
            <a:lumMod val="25000"/>
          </a:schemeClr>
        </a:buClr>
        <a:buSzPct val="90000"/>
        <a:buFont typeface="Arial" panose="020B0604020202020204" pitchFamily="34" charset="0"/>
        <a:buChar char="•"/>
        <a:tabLst/>
        <a:defRPr sz="1400" kern="1200">
          <a:solidFill>
            <a:schemeClr val="tx1"/>
          </a:solidFill>
          <a:latin typeface="+mn-lt"/>
          <a:ea typeface="+mn-ea"/>
          <a:cs typeface="+mn-cs"/>
        </a:defRPr>
      </a:lvl8pPr>
      <a:lvl9pPr marL="1722438" indent="-120650" algn="l" defTabSz="914400" rtl="0" eaLnBrk="1" latinLnBrk="0" hangingPunct="1">
        <a:lnSpc>
          <a:spcPct val="100000"/>
        </a:lnSpc>
        <a:spcBef>
          <a:spcPts val="0"/>
        </a:spcBef>
        <a:spcAft>
          <a:spcPts val="1200"/>
        </a:spcAft>
        <a:buClr>
          <a:schemeClr val="bg2">
            <a:lumMod val="25000"/>
          </a:schemeClr>
        </a:buClr>
        <a:buSzPct val="90000"/>
        <a:buFont typeface="System Font Regular"/>
        <a:buChar char="-"/>
        <a:tabLst/>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39">
          <p15:clr>
            <a:srgbClr val="F26B43"/>
          </p15:clr>
        </p15:guide>
        <p15:guide id="3" orient="horz" pos="1872">
          <p15:clr>
            <a:srgbClr val="F26B43"/>
          </p15:clr>
        </p15:guide>
        <p15:guide id="4" orient="horz" pos="1584">
          <p15:clr>
            <a:srgbClr val="F26B43"/>
          </p15:clr>
        </p15:guide>
        <p15:guide id="5" orient="horz" pos="1296">
          <p15:clr>
            <a:srgbClr val="F26B43"/>
          </p15:clr>
        </p15:guide>
        <p15:guide id="6" orient="horz" pos="1008">
          <p15:clr>
            <a:srgbClr val="F26B43"/>
          </p15:clr>
        </p15:guide>
        <p15:guide id="7" orient="horz" pos="720">
          <p15:clr>
            <a:srgbClr val="F26B43"/>
          </p15:clr>
        </p15:guide>
        <p15:guide id="8" orient="horz" pos="576">
          <p15:clr>
            <a:srgbClr val="F26B43"/>
          </p15:clr>
        </p15:guide>
        <p15:guide id="9" orient="horz" pos="288">
          <p15:clr>
            <a:srgbClr val="F26B43"/>
          </p15:clr>
        </p15:guide>
        <p15:guide id="10" orient="horz">
          <p15:clr>
            <a:srgbClr val="F26B43"/>
          </p15:clr>
        </p15:guide>
        <p15:guide id="11" orient="horz" pos="2448">
          <p15:clr>
            <a:srgbClr val="F26B43"/>
          </p15:clr>
        </p15:guide>
        <p15:guide id="12" orient="horz" pos="2736">
          <p15:clr>
            <a:srgbClr val="F26B43"/>
          </p15:clr>
        </p15:guide>
        <p15:guide id="13" orient="horz" pos="3024">
          <p15:clr>
            <a:srgbClr val="F26B43"/>
          </p15:clr>
        </p15:guide>
        <p15:guide id="14" orient="horz" pos="3312">
          <p15:clr>
            <a:srgbClr val="F26B43"/>
          </p15:clr>
        </p15:guide>
        <p15:guide id="15" orient="horz" pos="3600">
          <p15:clr>
            <a:srgbClr val="F26B43"/>
          </p15:clr>
        </p15:guide>
        <p15:guide id="16" orient="horz" pos="3888">
          <p15:clr>
            <a:srgbClr val="F26B43"/>
          </p15:clr>
        </p15:guide>
        <p15:guide id="17" orient="horz" pos="4032">
          <p15:clr>
            <a:srgbClr val="F26B43"/>
          </p15:clr>
        </p15:guide>
        <p15:guide id="18" pos="3551">
          <p15:clr>
            <a:srgbClr val="F26B43"/>
          </p15:clr>
        </p15:guide>
        <p15:guide id="19" pos="3263">
          <p15:clr>
            <a:srgbClr val="F26B43"/>
          </p15:clr>
        </p15:guide>
        <p15:guide id="20" pos="2975">
          <p15:clr>
            <a:srgbClr val="F26B43"/>
          </p15:clr>
        </p15:guide>
        <p15:guide id="21" pos="2687">
          <p15:clr>
            <a:srgbClr val="F26B43"/>
          </p15:clr>
        </p15:guide>
        <p15:guide id="22" pos="2399">
          <p15:clr>
            <a:srgbClr val="F26B43"/>
          </p15:clr>
        </p15:guide>
        <p15:guide id="23" pos="2111">
          <p15:clr>
            <a:srgbClr val="F26B43"/>
          </p15:clr>
        </p15:guide>
        <p15:guide id="24" pos="1823">
          <p15:clr>
            <a:srgbClr val="F26B43"/>
          </p15:clr>
        </p15:guide>
        <p15:guide id="25" pos="1535">
          <p15:clr>
            <a:srgbClr val="F26B43"/>
          </p15:clr>
        </p15:guide>
        <p15:guide id="26" pos="1247">
          <p15:clr>
            <a:srgbClr val="F26B43"/>
          </p15:clr>
        </p15:guide>
        <p15:guide id="27" pos="959">
          <p15:clr>
            <a:srgbClr val="F26B43"/>
          </p15:clr>
        </p15:guide>
        <p15:guide id="28" pos="671">
          <p15:clr>
            <a:srgbClr val="F26B43"/>
          </p15:clr>
        </p15:guide>
        <p15:guide id="29" pos="383">
          <p15:clr>
            <a:srgbClr val="F26B43"/>
          </p15:clr>
        </p15:guide>
        <p15:guide id="30" pos="4127">
          <p15:clr>
            <a:srgbClr val="F26B43"/>
          </p15:clr>
        </p15:guide>
        <p15:guide id="31" pos="4415">
          <p15:clr>
            <a:srgbClr val="F26B43"/>
          </p15:clr>
        </p15:guide>
        <p15:guide id="32" pos="4703">
          <p15:clr>
            <a:srgbClr val="F26B43"/>
          </p15:clr>
        </p15:guide>
        <p15:guide id="33" pos="4991">
          <p15:clr>
            <a:srgbClr val="F26B43"/>
          </p15:clr>
        </p15:guide>
        <p15:guide id="34" pos="5279">
          <p15:clr>
            <a:srgbClr val="F26B43"/>
          </p15:clr>
        </p15:guide>
        <p15:guide id="35" pos="5567">
          <p15:clr>
            <a:srgbClr val="F26B43"/>
          </p15:clr>
        </p15:guide>
        <p15:guide id="36" pos="5855">
          <p15:clr>
            <a:srgbClr val="F26B43"/>
          </p15:clr>
        </p15:guide>
        <p15:guide id="37" pos="6143">
          <p15:clr>
            <a:srgbClr val="F26B43"/>
          </p15:clr>
        </p15:guide>
        <p15:guide id="38" pos="6431">
          <p15:clr>
            <a:srgbClr val="F26B43"/>
          </p15:clr>
        </p15:guide>
        <p15:guide id="39" pos="6719">
          <p15:clr>
            <a:srgbClr val="F26B43"/>
          </p15:clr>
        </p15:guide>
        <p15:guide id="40" pos="7007">
          <p15:clr>
            <a:srgbClr val="F26B43"/>
          </p15:clr>
        </p15:guide>
        <p15:guide id="41" pos="7295">
          <p15:clr>
            <a:srgbClr val="F26B43"/>
          </p15:clr>
        </p15:guide>
        <p15:guide id="42" pos="7678">
          <p15:clr>
            <a:srgbClr val="F26B43"/>
          </p15:clr>
        </p15:guide>
        <p15:guide id="43" orient="horz" pos="4320">
          <p15:clr>
            <a:srgbClr val="F26B43"/>
          </p15:clr>
        </p15:guide>
        <p15:guide id="44">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sales-resources.broadcom.com/group/vcf/vcf-operations" TargetMode="External"/><Relationship Id="rId2" Type="http://schemas.openxmlformats.org/officeDocument/2006/relationships/hyperlink" Target="https://vmw-confluence.broadcom.net/spaces/VCFGTM/pages/1763939830/Aria+Operations+for+Networks" TargetMode="External"/><Relationship Id="rId1" Type="http://schemas.openxmlformats.org/officeDocument/2006/relationships/slideLayout" Target="../slideLayouts/slideLayout15.xml"/><Relationship Id="rId5" Type="http://schemas.openxmlformats.org/officeDocument/2006/relationships/hyperlink" Target="https://labs.hol.vmware.com/HOL/catalog" TargetMode="External"/><Relationship Id="rId4" Type="http://schemas.openxmlformats.org/officeDocument/2006/relationships/hyperlink" Target="https://techdocs.broadcom.com/us/en/vmware-cis/aria/aria-operations-for-networks/6-14.html" TargetMode="External"/></Relationships>
</file>

<file path=ppt/slides/_rels/slide3.xml.rels><?xml version="1.0" encoding="UTF-8" standalone="yes"?>
<Relationships xmlns="http://schemas.openxmlformats.org/package/2006/relationships"><Relationship Id="rId3" Type="http://schemas.openxmlformats.org/officeDocument/2006/relationships/hyperlink" Target="https://techdocs.broadcom.com/us/en/vmware-cis/vcf/vcf-9-0-and-later/9-0.html" TargetMode="External"/><Relationship Id="rId2" Type="http://schemas.openxmlformats.org/officeDocument/2006/relationships/hyperlink" Target="https://sales-resources.broadcom.com/group/vcf/vcf-operations" TargetMode="External"/><Relationship Id="rId1" Type="http://schemas.openxmlformats.org/officeDocument/2006/relationships/slideLayout" Target="../slideLayouts/slideLayout15.xml"/><Relationship Id="rId4" Type="http://schemas.openxmlformats.org/officeDocument/2006/relationships/hyperlink" Target="https://labs.hol.vmware.com/HOL/catalog" TargetMode="Externa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45.xml"/></Relationships>
</file>

<file path=ppt/slides/_rels/slide8.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6.png"/><Relationship Id="rId7" Type="http://schemas.openxmlformats.org/officeDocument/2006/relationships/image" Target="../media/image10.png"/><Relationship Id="rId12" Type="http://schemas.openxmlformats.org/officeDocument/2006/relationships/image" Target="../media/image15.png"/><Relationship Id="rId2" Type="http://schemas.openxmlformats.org/officeDocument/2006/relationships/notesSlide" Target="../notesSlides/notesSlide5.xml"/><Relationship Id="rId1" Type="http://schemas.openxmlformats.org/officeDocument/2006/relationships/slideLayout" Target="../slideLayouts/slideLayout45.xml"/><Relationship Id="rId6" Type="http://schemas.openxmlformats.org/officeDocument/2006/relationships/image" Target="../media/image9.png"/><Relationship Id="rId11" Type="http://schemas.openxmlformats.org/officeDocument/2006/relationships/image" Target="../media/image14.png"/><Relationship Id="rId5" Type="http://schemas.openxmlformats.org/officeDocument/2006/relationships/image" Target="../media/image8.png"/><Relationship Id="rId10" Type="http://schemas.openxmlformats.org/officeDocument/2006/relationships/image" Target="../media/image13.png"/><Relationship Id="rId4" Type="http://schemas.openxmlformats.org/officeDocument/2006/relationships/image" Target="../media/image7.png"/><Relationship Id="rId9" Type="http://schemas.openxmlformats.org/officeDocument/2006/relationships/image" Target="../media/image1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18.xml.rels><?xml version="1.0" encoding="UTF-8" standalone="yes"?>
<Relationships xmlns="http://schemas.openxmlformats.org/package/2006/relationships"><Relationship Id="rId3" Type="http://schemas.openxmlformats.org/officeDocument/2006/relationships/hyperlink" Target="https://techdocs.broadcom.com/us/en/vmware-cis/aria/aria-operations-for-networks/6-14.html" TargetMode="External"/><Relationship Id="rId2" Type="http://schemas.openxmlformats.org/officeDocument/2006/relationships/hyperlink" Target="https://techdocs.broadcom.com/" TargetMode="External"/><Relationship Id="rId1" Type="http://schemas.openxmlformats.org/officeDocument/2006/relationships/slideLayout" Target="../slideLayouts/slideLayout16.xml"/><Relationship Id="rId4" Type="http://schemas.openxmlformats.org/officeDocument/2006/relationships/image" Target="../media/image16.png"/></Relationships>
</file>

<file path=ppt/slides/_rels/slide1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hyperlink" Target="https://compatibilityguide.broadcom.com/" TargetMode="External"/><Relationship Id="rId1" Type="http://schemas.openxmlformats.org/officeDocument/2006/relationships/slideLayout" Target="../slideLayouts/slideLayout16.xml"/></Relationships>
</file>

<file path=ppt/slides/_rels/slide2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hyperlink" Target="https://vcf.broadcom.com/vsc/" TargetMode="External"/><Relationship Id="rId1" Type="http://schemas.openxmlformats.org/officeDocument/2006/relationships/slideLayout" Target="../slideLayouts/slideLayout1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VMware by Broadcom Solution</a:t>
            </a:r>
          </a:p>
        </p:txBody>
      </p:sp>
      <p:sp>
        <p:nvSpPr>
          <p:cNvPr id="3" name="Subtitle 2"/>
          <p:cNvSpPr>
            <a:spLocks noGrp="1"/>
          </p:cNvSpPr>
          <p:nvPr>
            <p:ph type="subTitle" idx="10"/>
          </p:nvPr>
        </p:nvSpPr>
        <p:spPr/>
        <p:txBody>
          <a:bodyPr/>
          <a:lstStyle/>
          <a:p>
            <a:r>
              <a:rPr lang="en-US" dirty="0"/>
              <a:t>VMware Cloud Foundation Operations for networks</a:t>
            </a:r>
            <a:br>
              <a:rPr lang="en-US" dirty="0"/>
            </a:br>
            <a:r>
              <a:rPr lang="en-US" dirty="0"/>
              <a:t>Knowledge Transfer Workshop</a:t>
            </a:r>
          </a:p>
        </p:txBody>
      </p:sp>
      <p:sp>
        <p:nvSpPr>
          <p:cNvPr id="4" name="Text Placeholder 3">
            <a:extLst>
              <a:ext uri="{FF2B5EF4-FFF2-40B4-BE49-F238E27FC236}">
                <a16:creationId xmlns:a16="http://schemas.microsoft.com/office/drawing/2014/main" id="{0162FE2A-B24C-0D93-FE91-0EFE87D9ED61}"/>
              </a:ext>
            </a:extLst>
          </p:cNvPr>
          <p:cNvSpPr>
            <a:spLocks noGrp="1"/>
          </p:cNvSpPr>
          <p:nvPr>
            <p:ph type="body" sz="quarter" idx="11"/>
          </p:nvPr>
        </p:nvSpPr>
        <p:spPr/>
        <p:txBody>
          <a:bodyPr/>
          <a:lstStyle/>
          <a:p>
            <a:endParaRPr lang="en-US" dirty="0"/>
          </a:p>
        </p:txBody>
      </p:sp>
      <p:sp>
        <p:nvSpPr>
          <p:cNvPr id="5" name="Text Placeholder 4">
            <a:extLst>
              <a:ext uri="{FF2B5EF4-FFF2-40B4-BE49-F238E27FC236}">
                <a16:creationId xmlns:a16="http://schemas.microsoft.com/office/drawing/2014/main" id="{FF80F0AD-8303-41E9-3CA1-4A1AB5FBBECB}"/>
              </a:ext>
            </a:extLst>
          </p:cNvPr>
          <p:cNvSpPr>
            <a:spLocks noGrp="1"/>
          </p:cNvSpPr>
          <p:nvPr>
            <p:ph type="body" sz="quarter" idx="12"/>
          </p:nvPr>
        </p:nvSpPr>
        <p:spPr/>
        <p:txBody>
          <a:bodyPr/>
          <a:lstStyle/>
          <a:p>
            <a:endParaRPr lang="en-US" dirty="0"/>
          </a:p>
        </p:txBody>
      </p:sp>
      <p:sp>
        <p:nvSpPr>
          <p:cNvPr id="7" name="Text Placeholder 6">
            <a:extLst>
              <a:ext uri="{FF2B5EF4-FFF2-40B4-BE49-F238E27FC236}">
                <a16:creationId xmlns:a16="http://schemas.microsoft.com/office/drawing/2014/main" id="{DE2A1B83-015F-F80D-01DA-EA7F74503227}"/>
              </a:ext>
            </a:extLst>
          </p:cNvPr>
          <p:cNvSpPr>
            <a:spLocks noGrp="1"/>
          </p:cNvSpPr>
          <p:nvPr>
            <p:ph type="body" sz="quarter" idx="14"/>
          </p:nvPr>
        </p:nvSpPr>
        <p:spPr/>
        <p:txBody>
          <a:bodyPr/>
          <a:lstStyle/>
          <a:p>
            <a:endParaRPr lang="en-US" dirty="0"/>
          </a:p>
        </p:txBody>
      </p:sp>
      <p:sp>
        <p:nvSpPr>
          <p:cNvPr id="6" name="Text Placeholder 3"/>
          <p:cNvSpPr txBox="1">
            <a:spLocks/>
          </p:cNvSpPr>
          <p:nvPr/>
        </p:nvSpPr>
        <p:spPr>
          <a:xfrm>
            <a:off x="592880" y="1777856"/>
            <a:ext cx="5561151" cy="289793"/>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buClr>
                <a:schemeClr val="tx1">
                  <a:lumMod val="60000"/>
                  <a:lumOff val="40000"/>
                </a:schemeClr>
              </a:buClr>
              <a:buSzPct val="90000"/>
              <a:buFont typeface="Arial" panose="020B0604020202020204" pitchFamily="34" charset="0"/>
              <a:buNone/>
              <a:defRPr sz="1600" kern="1200">
                <a:solidFill>
                  <a:schemeClr val="bg1"/>
                </a:solidFill>
                <a:latin typeface="+mn-lt"/>
                <a:ea typeface="+mn-ea"/>
                <a:cs typeface="+mn-cs"/>
              </a:defRPr>
            </a:lvl1pPr>
            <a:lvl2pPr marL="0" indent="0" algn="l" defTabSz="914400" rtl="0" eaLnBrk="1" latinLnBrk="0" hangingPunct="1">
              <a:lnSpc>
                <a:spcPct val="90000"/>
              </a:lnSpc>
              <a:spcBef>
                <a:spcPts val="600"/>
              </a:spcBef>
              <a:buClr>
                <a:schemeClr val="tx1">
                  <a:lumMod val="60000"/>
                  <a:lumOff val="40000"/>
                </a:schemeClr>
              </a:buClr>
              <a:buSzPct val="90000"/>
              <a:buFont typeface="Arial" panose="020B0604020202020204" pitchFamily="34" charset="0"/>
              <a:buNone/>
              <a:defRPr sz="1600" kern="1200">
                <a:solidFill>
                  <a:schemeClr val="bg1"/>
                </a:solidFill>
                <a:latin typeface="+mn-lt"/>
                <a:ea typeface="+mn-ea"/>
                <a:cs typeface="+mn-cs"/>
              </a:defRPr>
            </a:lvl2pPr>
            <a:lvl3pPr marL="0" indent="0" algn="l" defTabSz="914400" rtl="0" eaLnBrk="1" latinLnBrk="0" hangingPunct="1">
              <a:lnSpc>
                <a:spcPct val="90000"/>
              </a:lnSpc>
              <a:spcBef>
                <a:spcPts val="600"/>
              </a:spcBef>
              <a:buClr>
                <a:schemeClr val="tx1">
                  <a:lumMod val="60000"/>
                  <a:lumOff val="40000"/>
                </a:schemeClr>
              </a:buClr>
              <a:buSzPct val="90000"/>
              <a:buFont typeface="Arial" panose="020B0604020202020204" pitchFamily="34" charset="0"/>
              <a:buNone/>
              <a:defRPr sz="1600" kern="1200">
                <a:solidFill>
                  <a:schemeClr val="bg1"/>
                </a:solidFill>
                <a:latin typeface="+mn-lt"/>
                <a:ea typeface="+mn-ea"/>
                <a:cs typeface="+mn-cs"/>
              </a:defRPr>
            </a:lvl3pPr>
            <a:lvl4pPr marL="0" indent="0" algn="l" defTabSz="914400" rtl="0" eaLnBrk="1" latinLnBrk="0" hangingPunct="1">
              <a:lnSpc>
                <a:spcPct val="90000"/>
              </a:lnSpc>
              <a:spcBef>
                <a:spcPts val="600"/>
              </a:spcBef>
              <a:buClr>
                <a:schemeClr val="tx1">
                  <a:lumMod val="60000"/>
                  <a:lumOff val="40000"/>
                </a:schemeClr>
              </a:buClr>
              <a:buSzPct val="90000"/>
              <a:buFont typeface="Arial" panose="020B0604020202020204" pitchFamily="34" charset="0"/>
              <a:buNone/>
              <a:defRPr sz="1600" kern="1200">
                <a:solidFill>
                  <a:schemeClr val="bg1"/>
                </a:solidFill>
                <a:latin typeface="+mn-lt"/>
                <a:ea typeface="+mn-ea"/>
                <a:cs typeface="+mn-cs"/>
              </a:defRPr>
            </a:lvl4pPr>
            <a:lvl5pPr marL="0" indent="0" algn="l" defTabSz="914400" rtl="0" eaLnBrk="1" latinLnBrk="0" hangingPunct="1">
              <a:lnSpc>
                <a:spcPct val="90000"/>
              </a:lnSpc>
              <a:spcBef>
                <a:spcPts val="600"/>
              </a:spcBef>
              <a:buClr>
                <a:schemeClr val="tx1">
                  <a:lumMod val="60000"/>
                  <a:lumOff val="40000"/>
                </a:schemeClr>
              </a:buClr>
              <a:buSzPct val="90000"/>
              <a:buFont typeface="Arial" panose="020B0604020202020204" pitchFamily="34" charset="0"/>
              <a:buNone/>
              <a:defRPr sz="1600" kern="1200">
                <a:solidFill>
                  <a:schemeClr val="bg1"/>
                </a:solidFill>
                <a:latin typeface="+mn-lt"/>
                <a:ea typeface="+mn-ea"/>
                <a:cs typeface="+mn-cs"/>
              </a:defRPr>
            </a:lvl5pPr>
            <a:lvl6pPr marL="0" indent="0" algn="l" defTabSz="914400" rtl="0" eaLnBrk="1" latinLnBrk="0" hangingPunct="1">
              <a:lnSpc>
                <a:spcPct val="90000"/>
              </a:lnSpc>
              <a:spcBef>
                <a:spcPts val="600"/>
              </a:spcBef>
              <a:buClr>
                <a:schemeClr val="tx1">
                  <a:lumMod val="60000"/>
                  <a:lumOff val="40000"/>
                </a:schemeClr>
              </a:buClr>
              <a:buSzPct val="90000"/>
              <a:buFont typeface="Calibri" panose="020F0502020204030204" pitchFamily="34" charset="0"/>
              <a:buNone/>
              <a:defRPr sz="1600" kern="1200">
                <a:solidFill>
                  <a:schemeClr val="bg1"/>
                </a:solidFill>
                <a:latin typeface="+mn-lt"/>
                <a:ea typeface="+mn-ea"/>
                <a:cs typeface="+mn-cs"/>
              </a:defRPr>
            </a:lvl6pPr>
            <a:lvl7pPr marL="0" indent="0" algn="l" defTabSz="914400" rtl="0" eaLnBrk="1" latinLnBrk="0" hangingPunct="1">
              <a:lnSpc>
                <a:spcPct val="90000"/>
              </a:lnSpc>
              <a:spcBef>
                <a:spcPts val="600"/>
              </a:spcBef>
              <a:buClr>
                <a:schemeClr val="tx1">
                  <a:lumMod val="60000"/>
                  <a:lumOff val="40000"/>
                </a:schemeClr>
              </a:buClr>
              <a:buSzPct val="90000"/>
              <a:buFont typeface="Arial" panose="020B0604020202020204" pitchFamily="34" charset="0"/>
              <a:buNone/>
              <a:defRPr sz="1600" kern="1200">
                <a:solidFill>
                  <a:schemeClr val="bg1"/>
                </a:solidFill>
                <a:latin typeface="+mn-lt"/>
                <a:ea typeface="+mn-ea"/>
                <a:cs typeface="+mn-cs"/>
              </a:defRPr>
            </a:lvl7pPr>
            <a:lvl8pPr marL="0" indent="0" algn="l" defTabSz="914400" rtl="0" eaLnBrk="1" latinLnBrk="0" hangingPunct="1">
              <a:lnSpc>
                <a:spcPct val="90000"/>
              </a:lnSpc>
              <a:spcBef>
                <a:spcPts val="600"/>
              </a:spcBef>
              <a:buClr>
                <a:schemeClr val="tx1">
                  <a:lumMod val="60000"/>
                  <a:lumOff val="40000"/>
                </a:schemeClr>
              </a:buClr>
              <a:buSzPct val="90000"/>
              <a:buFont typeface="Calibri" panose="020F0502020204030204" pitchFamily="34" charset="0"/>
              <a:buNone/>
              <a:defRPr sz="1600" kern="1200">
                <a:solidFill>
                  <a:schemeClr val="bg1"/>
                </a:solidFill>
                <a:latin typeface="+mn-lt"/>
                <a:ea typeface="+mn-ea"/>
                <a:cs typeface="+mn-cs"/>
              </a:defRPr>
            </a:lvl8pPr>
            <a:lvl9pPr marL="2103120" indent="-182880" algn="l" defTabSz="914400" rtl="0" eaLnBrk="1" latinLnBrk="0" hangingPunct="1">
              <a:lnSpc>
                <a:spcPct val="90000"/>
              </a:lnSpc>
              <a:spcBef>
                <a:spcPts val="600"/>
              </a:spcBef>
              <a:buClr>
                <a:schemeClr val="tx1">
                  <a:lumMod val="60000"/>
                  <a:lumOff val="40000"/>
                </a:schemeClr>
              </a:buClr>
              <a:buSzPct val="90000"/>
              <a:buFont typeface="Arial" panose="020B0604020202020204" pitchFamily="34" charset="0"/>
              <a:buChar char="•"/>
              <a:defRPr sz="1400" kern="1200">
                <a:solidFill>
                  <a:schemeClr val="tx1"/>
                </a:solidFill>
                <a:latin typeface="+mn-lt"/>
                <a:ea typeface="+mn-ea"/>
                <a:cs typeface="+mn-cs"/>
              </a:defRPr>
            </a:lvl9pPr>
          </a:lstStyle>
          <a:p>
            <a:endParaRPr lang="en-US" sz="1999" dirty="0">
              <a:solidFill>
                <a:schemeClr val="tx2"/>
              </a:solidFill>
            </a:endParaRPr>
          </a:p>
        </p:txBody>
      </p:sp>
    </p:spTree>
    <p:extLst>
      <p:ext uri="{BB962C8B-B14F-4D97-AF65-F5344CB8AC3E}">
        <p14:creationId xmlns:p14="http://schemas.microsoft.com/office/powerpoint/2010/main" val="3122713954"/>
      </p:ext>
    </p:extLst>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2CBCD9E-06BC-D147-9D12-4DDBF9302022}"/>
              </a:ext>
            </a:extLst>
          </p:cNvPr>
          <p:cNvSpPr>
            <a:spLocks noGrp="1"/>
          </p:cNvSpPr>
          <p:nvPr>
            <p:ph type="title"/>
          </p:nvPr>
        </p:nvSpPr>
        <p:spPr/>
        <p:txBody>
          <a:bodyPr/>
          <a:lstStyle/>
          <a:p>
            <a:r>
              <a:rPr lang="en-US" dirty="0"/>
              <a:t>Useful Links for PSO Consultant (VCF 5.x)</a:t>
            </a:r>
          </a:p>
        </p:txBody>
      </p:sp>
      <p:sp>
        <p:nvSpPr>
          <p:cNvPr id="4" name="Subtitle 3">
            <a:extLst>
              <a:ext uri="{FF2B5EF4-FFF2-40B4-BE49-F238E27FC236}">
                <a16:creationId xmlns:a16="http://schemas.microsoft.com/office/drawing/2014/main" id="{D950C88D-F4F7-6143-8011-93F8274A79BD}"/>
              </a:ext>
            </a:extLst>
          </p:cNvPr>
          <p:cNvSpPr>
            <a:spLocks noGrp="1"/>
          </p:cNvSpPr>
          <p:nvPr>
            <p:ph type="subTitle" idx="10"/>
          </p:nvPr>
        </p:nvSpPr>
        <p:spPr/>
        <p:txBody>
          <a:bodyPr/>
          <a:lstStyle/>
          <a:p>
            <a:r>
              <a:rPr lang="en-US" dirty="0"/>
              <a:t>Delete or Hide this slide when presenting to the Customer</a:t>
            </a:r>
          </a:p>
        </p:txBody>
      </p:sp>
      <p:sp>
        <p:nvSpPr>
          <p:cNvPr id="9" name="TextBox 8">
            <a:extLst>
              <a:ext uri="{FF2B5EF4-FFF2-40B4-BE49-F238E27FC236}">
                <a16:creationId xmlns:a16="http://schemas.microsoft.com/office/drawing/2014/main" id="{03E21D0B-E9D8-2149-BEEA-434D1E81E376}"/>
              </a:ext>
            </a:extLst>
          </p:cNvPr>
          <p:cNvSpPr txBox="1"/>
          <p:nvPr/>
        </p:nvSpPr>
        <p:spPr>
          <a:xfrm>
            <a:off x="6916422" y="1804477"/>
            <a:ext cx="4902688" cy="1785104"/>
          </a:xfrm>
          <a:prstGeom prst="rect">
            <a:avLst/>
          </a:prstGeom>
          <a:solidFill>
            <a:srgbClr val="FFFF00"/>
          </a:solidFill>
        </p:spPr>
        <p:txBody>
          <a:bodyPr wrap="square" lIns="0" tIns="0" rIns="0" bIns="0" rtlCol="0" anchor="t">
            <a:spAutoFit/>
          </a:bodyPr>
          <a:lstStyle/>
          <a:p>
            <a:pPr algn="l">
              <a:spcAft>
                <a:spcPts val="600"/>
              </a:spcAft>
            </a:pPr>
            <a:r>
              <a:rPr lang="en-US" sz="1200" b="1" u="sng" dirty="0">
                <a:solidFill>
                  <a:schemeClr val="bg2">
                    <a:lumMod val="10000"/>
                  </a:schemeClr>
                </a:solidFill>
              </a:rPr>
              <a:t>NOTE TO PSO Consultant/Architect:</a:t>
            </a:r>
          </a:p>
          <a:p>
            <a:pPr>
              <a:spcAft>
                <a:spcPts val="600"/>
              </a:spcAft>
            </a:pPr>
            <a:r>
              <a:rPr lang="en-US" sz="1200" dirty="0">
                <a:solidFill>
                  <a:schemeClr val="bg2">
                    <a:lumMod val="10000"/>
                  </a:schemeClr>
                </a:solidFill>
              </a:rPr>
              <a:t>There is no prescribed knowledge transfer deck for this microservice. Please leverage the materials available for the VMware technical marketing team using the links to the left.</a:t>
            </a:r>
            <a:endParaRPr lang="en-US" dirty="0">
              <a:solidFill>
                <a:schemeClr val="bg2">
                  <a:lumMod val="10000"/>
                </a:schemeClr>
              </a:solidFill>
            </a:endParaRPr>
          </a:p>
          <a:p>
            <a:pPr algn="l">
              <a:spcAft>
                <a:spcPts val="600"/>
              </a:spcAft>
            </a:pPr>
            <a:endParaRPr lang="en-US" sz="1200" dirty="0">
              <a:solidFill>
                <a:schemeClr val="bg2">
                  <a:lumMod val="10000"/>
                </a:schemeClr>
              </a:solidFill>
            </a:endParaRPr>
          </a:p>
          <a:p>
            <a:pPr algn="l">
              <a:spcAft>
                <a:spcPts val="600"/>
              </a:spcAft>
            </a:pPr>
            <a:r>
              <a:rPr lang="en-US" sz="1200" dirty="0">
                <a:solidFill>
                  <a:schemeClr val="bg2">
                    <a:lumMod val="10000"/>
                  </a:schemeClr>
                </a:solidFill>
              </a:rPr>
              <a:t>Recommended workshop topics appear after this slide, if available. These should be adapted for the Customer as needed.</a:t>
            </a:r>
          </a:p>
          <a:p>
            <a:pPr algn="l">
              <a:spcAft>
                <a:spcPts val="600"/>
              </a:spcAft>
            </a:pPr>
            <a:endParaRPr lang="en-US" sz="1200" dirty="0"/>
          </a:p>
        </p:txBody>
      </p:sp>
      <p:sp>
        <p:nvSpPr>
          <p:cNvPr id="5" name="Rectangle 4">
            <a:extLst>
              <a:ext uri="{FF2B5EF4-FFF2-40B4-BE49-F238E27FC236}">
                <a16:creationId xmlns:a16="http://schemas.microsoft.com/office/drawing/2014/main" id="{5AAB8E26-E792-4A33-B237-DD453B0239F1}"/>
              </a:ext>
            </a:extLst>
          </p:cNvPr>
          <p:cNvSpPr/>
          <p:nvPr/>
        </p:nvSpPr>
        <p:spPr>
          <a:xfrm>
            <a:off x="568603" y="1457543"/>
            <a:ext cx="6092825" cy="1938992"/>
          </a:xfrm>
          <a:prstGeom prst="rect">
            <a:avLst/>
          </a:prstGeom>
        </p:spPr>
        <p:txBody>
          <a:bodyPr>
            <a:spAutoFit/>
          </a:bodyPr>
          <a:lstStyle/>
          <a:p>
            <a:pPr marL="171450" indent="-171450">
              <a:spcAft>
                <a:spcPts val="600"/>
              </a:spcAft>
              <a:buFont typeface="Arial" panose="020B0604020202020204" pitchFamily="34" charset="0"/>
              <a:buChar char="•"/>
            </a:pPr>
            <a:r>
              <a:rPr lang="en-US" sz="1000" dirty="0"/>
              <a:t>Aria (top-level)</a:t>
            </a:r>
          </a:p>
          <a:p>
            <a:pPr marL="628650" lvl="1" indent="-171450">
              <a:spcAft>
                <a:spcPts val="600"/>
              </a:spcAft>
              <a:buFont typeface="Arial" panose="020B0604020202020204" pitchFamily="34" charset="0"/>
              <a:buChar char="•"/>
            </a:pPr>
            <a:r>
              <a:rPr lang="en-US" sz="1000" dirty="0">
                <a:hlinkClick r:id="rId2"/>
              </a:rPr>
              <a:t>https://vmw-confluence.broadcom.net/spaces/VCFGTM/pages/1763939830/Aria+Operations+for+Networks</a:t>
            </a:r>
            <a:endParaRPr lang="en-US" sz="1000" dirty="0"/>
          </a:p>
          <a:p>
            <a:pPr marL="628650" lvl="1" indent="-171450">
              <a:spcAft>
                <a:spcPts val="600"/>
              </a:spcAft>
              <a:buFont typeface="Arial" panose="020B0604020202020204" pitchFamily="34" charset="0"/>
              <a:buChar char="•"/>
            </a:pPr>
            <a:r>
              <a:rPr lang="en-US" sz="1000" dirty="0">
                <a:hlinkClick r:id="rId3"/>
              </a:rPr>
              <a:t>https://sales-resources.broadcom.com/group/vcf/vcf-operations</a:t>
            </a:r>
            <a:r>
              <a:rPr lang="en-US" sz="1000" dirty="0"/>
              <a:t> </a:t>
            </a:r>
          </a:p>
          <a:p>
            <a:pPr marL="171450" indent="-171450">
              <a:spcAft>
                <a:spcPts val="600"/>
              </a:spcAft>
              <a:buFont typeface="Arial" panose="020B0604020202020204" pitchFamily="34" charset="0"/>
              <a:buChar char="•"/>
            </a:pPr>
            <a:r>
              <a:rPr lang="en-US" sz="1000" dirty="0"/>
              <a:t>VMware Cloud Foundations Operations for Network Technical Documentation</a:t>
            </a:r>
          </a:p>
          <a:p>
            <a:pPr marL="1085850" lvl="2" indent="-171450">
              <a:spcAft>
                <a:spcPts val="600"/>
              </a:spcAft>
              <a:buFont typeface="Arial" panose="020B0604020202020204" pitchFamily="34" charset="0"/>
              <a:buChar char="•"/>
            </a:pPr>
            <a:r>
              <a:rPr lang="en-US" sz="1000" dirty="0">
                <a:hlinkClick r:id="rId4"/>
              </a:rPr>
              <a:t>https://techdocs.broadcom.com/us/en/vmware-cis/aria/aria-operations-for-networks/6-14.html</a:t>
            </a:r>
            <a:endParaRPr lang="en-US" sz="1000" dirty="0"/>
          </a:p>
          <a:p>
            <a:pPr marL="171450" indent="-171450">
              <a:spcAft>
                <a:spcPts val="600"/>
              </a:spcAft>
              <a:buFont typeface="Arial" panose="020B0604020202020204" pitchFamily="34" charset="0"/>
              <a:buChar char="•"/>
            </a:pPr>
            <a:r>
              <a:rPr lang="en-US" sz="1000" dirty="0"/>
              <a:t>Hands on Labs</a:t>
            </a:r>
          </a:p>
          <a:p>
            <a:pPr marL="628650" lvl="1" indent="-171450">
              <a:spcAft>
                <a:spcPts val="600"/>
              </a:spcAft>
              <a:buFont typeface="Arial" panose="020B0604020202020204" pitchFamily="34" charset="0"/>
              <a:buChar char="•"/>
            </a:pPr>
            <a:r>
              <a:rPr lang="en-US" sz="1000" dirty="0">
                <a:hlinkClick r:id="rId5"/>
              </a:rPr>
              <a:t>https://labs.hol.vmware.com/HOL/catalog</a:t>
            </a:r>
            <a:endParaRPr lang="en-US" sz="1000" dirty="0"/>
          </a:p>
        </p:txBody>
      </p:sp>
    </p:spTree>
    <p:extLst>
      <p:ext uri="{BB962C8B-B14F-4D97-AF65-F5344CB8AC3E}">
        <p14:creationId xmlns:p14="http://schemas.microsoft.com/office/powerpoint/2010/main" val="3370391867"/>
      </p:ext>
    </p:extLst>
  </p:cSld>
  <p:clrMapOvr>
    <a:masterClrMapping/>
  </p:clrMapOvr>
  <p:transition spd="med">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2E2D04-3BD9-4516-B424-A04EA492DD94}"/>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D97BA1F0-0A4F-82B6-D892-D22DF8BEFA94}"/>
              </a:ext>
            </a:extLst>
          </p:cNvPr>
          <p:cNvSpPr>
            <a:spLocks noGrp="1"/>
          </p:cNvSpPr>
          <p:nvPr>
            <p:ph type="title"/>
          </p:nvPr>
        </p:nvSpPr>
        <p:spPr/>
        <p:txBody>
          <a:bodyPr/>
          <a:lstStyle/>
          <a:p>
            <a:r>
              <a:rPr lang="en-US" dirty="0"/>
              <a:t>Useful Links for PSO Consultant (VCF 9.x)</a:t>
            </a:r>
          </a:p>
        </p:txBody>
      </p:sp>
      <p:sp>
        <p:nvSpPr>
          <p:cNvPr id="4" name="Subtitle 3">
            <a:extLst>
              <a:ext uri="{FF2B5EF4-FFF2-40B4-BE49-F238E27FC236}">
                <a16:creationId xmlns:a16="http://schemas.microsoft.com/office/drawing/2014/main" id="{29AB59FD-2409-23F8-ADEF-78E952C92EA5}"/>
              </a:ext>
            </a:extLst>
          </p:cNvPr>
          <p:cNvSpPr>
            <a:spLocks noGrp="1"/>
          </p:cNvSpPr>
          <p:nvPr>
            <p:ph type="subTitle" idx="10"/>
          </p:nvPr>
        </p:nvSpPr>
        <p:spPr/>
        <p:txBody>
          <a:bodyPr/>
          <a:lstStyle/>
          <a:p>
            <a:r>
              <a:rPr lang="en-US" dirty="0"/>
              <a:t>Delete or Hide this slide when presenting to the Customer</a:t>
            </a:r>
          </a:p>
        </p:txBody>
      </p:sp>
      <p:sp>
        <p:nvSpPr>
          <p:cNvPr id="9" name="TextBox 8">
            <a:extLst>
              <a:ext uri="{FF2B5EF4-FFF2-40B4-BE49-F238E27FC236}">
                <a16:creationId xmlns:a16="http://schemas.microsoft.com/office/drawing/2014/main" id="{E4AD3C56-6225-8A72-D498-ED78AF343D18}"/>
              </a:ext>
            </a:extLst>
          </p:cNvPr>
          <p:cNvSpPr txBox="1"/>
          <p:nvPr/>
        </p:nvSpPr>
        <p:spPr>
          <a:xfrm>
            <a:off x="6916422" y="1804477"/>
            <a:ext cx="4902688" cy="1785104"/>
          </a:xfrm>
          <a:prstGeom prst="rect">
            <a:avLst/>
          </a:prstGeom>
          <a:solidFill>
            <a:srgbClr val="FFFF00"/>
          </a:solidFill>
        </p:spPr>
        <p:txBody>
          <a:bodyPr wrap="square" lIns="0" tIns="0" rIns="0" bIns="0" rtlCol="0" anchor="t">
            <a:spAutoFit/>
          </a:bodyPr>
          <a:lstStyle/>
          <a:p>
            <a:pPr algn="l">
              <a:spcAft>
                <a:spcPts val="600"/>
              </a:spcAft>
            </a:pPr>
            <a:r>
              <a:rPr lang="en-US" sz="1200" b="1" u="sng" dirty="0">
                <a:solidFill>
                  <a:schemeClr val="bg2">
                    <a:lumMod val="10000"/>
                  </a:schemeClr>
                </a:solidFill>
              </a:rPr>
              <a:t>NOTE TO PSO Consultant/Architect:</a:t>
            </a:r>
          </a:p>
          <a:p>
            <a:pPr>
              <a:spcAft>
                <a:spcPts val="600"/>
              </a:spcAft>
            </a:pPr>
            <a:r>
              <a:rPr lang="en-US" sz="1200" dirty="0">
                <a:solidFill>
                  <a:schemeClr val="bg2">
                    <a:lumMod val="10000"/>
                  </a:schemeClr>
                </a:solidFill>
              </a:rPr>
              <a:t>There is no prescribed knowledge transfer deck for this microservice. Please leverage the materials available for the VMware technical marketing team using the links to the left.</a:t>
            </a:r>
            <a:endParaRPr lang="en-US" dirty="0">
              <a:solidFill>
                <a:schemeClr val="bg2">
                  <a:lumMod val="10000"/>
                </a:schemeClr>
              </a:solidFill>
            </a:endParaRPr>
          </a:p>
          <a:p>
            <a:pPr algn="l">
              <a:spcAft>
                <a:spcPts val="600"/>
              </a:spcAft>
            </a:pPr>
            <a:endParaRPr lang="en-US" sz="1200" dirty="0">
              <a:solidFill>
                <a:schemeClr val="bg2">
                  <a:lumMod val="10000"/>
                </a:schemeClr>
              </a:solidFill>
            </a:endParaRPr>
          </a:p>
          <a:p>
            <a:pPr algn="l">
              <a:spcAft>
                <a:spcPts val="600"/>
              </a:spcAft>
            </a:pPr>
            <a:r>
              <a:rPr lang="en-US" sz="1200" dirty="0">
                <a:solidFill>
                  <a:schemeClr val="bg2">
                    <a:lumMod val="10000"/>
                  </a:schemeClr>
                </a:solidFill>
              </a:rPr>
              <a:t>Recommended workshop topics appear after this slide, if available. These should be adapted for the Customer as needed.</a:t>
            </a:r>
          </a:p>
          <a:p>
            <a:pPr algn="l">
              <a:spcAft>
                <a:spcPts val="600"/>
              </a:spcAft>
            </a:pPr>
            <a:endParaRPr lang="en-US" sz="1200" dirty="0"/>
          </a:p>
        </p:txBody>
      </p:sp>
      <p:sp>
        <p:nvSpPr>
          <p:cNvPr id="5" name="Rectangle 4">
            <a:extLst>
              <a:ext uri="{FF2B5EF4-FFF2-40B4-BE49-F238E27FC236}">
                <a16:creationId xmlns:a16="http://schemas.microsoft.com/office/drawing/2014/main" id="{8931ABB4-E024-9107-F71C-A6F89FD16A9F}"/>
              </a:ext>
            </a:extLst>
          </p:cNvPr>
          <p:cNvSpPr/>
          <p:nvPr/>
        </p:nvSpPr>
        <p:spPr>
          <a:xfrm>
            <a:off x="568603" y="1457543"/>
            <a:ext cx="6092825" cy="1400383"/>
          </a:xfrm>
          <a:prstGeom prst="rect">
            <a:avLst/>
          </a:prstGeom>
        </p:spPr>
        <p:txBody>
          <a:bodyPr>
            <a:spAutoFit/>
          </a:bodyPr>
          <a:lstStyle/>
          <a:p>
            <a:pPr marL="171450" indent="-171450">
              <a:spcAft>
                <a:spcPts val="600"/>
              </a:spcAft>
              <a:buFont typeface="Arial" panose="020B0604020202020204" pitchFamily="34" charset="0"/>
              <a:buChar char="•"/>
            </a:pPr>
            <a:r>
              <a:rPr lang="en-US" sz="1000" dirty="0"/>
              <a:t>VCF Operations Resources (Sales, Technical, and Demos)</a:t>
            </a:r>
          </a:p>
          <a:p>
            <a:pPr marL="628650" lvl="1" indent="-171450">
              <a:spcAft>
                <a:spcPts val="600"/>
              </a:spcAft>
              <a:buFont typeface="Arial" panose="020B0604020202020204" pitchFamily="34" charset="0"/>
              <a:buChar char="•"/>
            </a:pPr>
            <a:r>
              <a:rPr lang="en-US" sz="1000" dirty="0">
                <a:hlinkClick r:id="rId2"/>
              </a:rPr>
              <a:t>https://sales-resources.broadcom.com/group/vcf/vcf-operations</a:t>
            </a:r>
            <a:r>
              <a:rPr lang="en-US" sz="1000" dirty="0"/>
              <a:t>  </a:t>
            </a:r>
          </a:p>
          <a:p>
            <a:pPr marL="171450" indent="-171450">
              <a:spcAft>
                <a:spcPts val="600"/>
              </a:spcAft>
              <a:buFont typeface="Arial" panose="020B0604020202020204" pitchFamily="34" charset="0"/>
              <a:buChar char="•"/>
            </a:pPr>
            <a:r>
              <a:rPr lang="en-US" sz="1000" dirty="0"/>
              <a:t>VMware Cloud Foundations Operations Technical Documentation</a:t>
            </a:r>
          </a:p>
          <a:p>
            <a:pPr marL="628650" lvl="1" indent="-171450">
              <a:spcAft>
                <a:spcPts val="600"/>
              </a:spcAft>
              <a:buFont typeface="Arial" panose="020B0604020202020204" pitchFamily="34" charset="0"/>
              <a:buChar char="•"/>
            </a:pPr>
            <a:r>
              <a:rPr lang="en-US" sz="1000" dirty="0">
                <a:hlinkClick r:id="rId3"/>
              </a:rPr>
              <a:t>https://techdocs.broadcom.com/us/en/vmware-cis/vcf/vcf-9-0-and-later/9-0.html</a:t>
            </a:r>
            <a:r>
              <a:rPr lang="en-US" sz="1000" dirty="0"/>
              <a:t>  </a:t>
            </a:r>
          </a:p>
          <a:p>
            <a:pPr marL="171450" indent="-171450">
              <a:spcAft>
                <a:spcPts val="600"/>
              </a:spcAft>
              <a:buFont typeface="Arial" panose="020B0604020202020204" pitchFamily="34" charset="0"/>
              <a:buChar char="•"/>
            </a:pPr>
            <a:r>
              <a:rPr lang="en-US" sz="1000" dirty="0"/>
              <a:t>Hands on Labs</a:t>
            </a:r>
          </a:p>
          <a:p>
            <a:pPr marL="628650" lvl="1" indent="-171450">
              <a:spcAft>
                <a:spcPts val="600"/>
              </a:spcAft>
              <a:buFont typeface="Arial" panose="020B0604020202020204" pitchFamily="34" charset="0"/>
              <a:buChar char="•"/>
            </a:pPr>
            <a:r>
              <a:rPr lang="en-US" sz="1000" dirty="0">
                <a:hlinkClick r:id="rId4"/>
              </a:rPr>
              <a:t>https://labs.hol.vmware.com/HOL/catalog</a:t>
            </a:r>
            <a:endParaRPr lang="en-US" sz="1000" dirty="0"/>
          </a:p>
        </p:txBody>
      </p:sp>
    </p:spTree>
    <p:extLst>
      <p:ext uri="{BB962C8B-B14F-4D97-AF65-F5344CB8AC3E}">
        <p14:creationId xmlns:p14="http://schemas.microsoft.com/office/powerpoint/2010/main" val="1638060946"/>
      </p:ext>
    </p:extLst>
  </p:cSld>
  <p:clrMapOvr>
    <a:masterClrMapping/>
  </p:clrMapOvr>
  <p:transition spd="med">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pstools_autogen_agenda_placeholder"/>
          <p:cNvSpPr>
            <a:spLocks noGrp="1"/>
          </p:cNvSpPr>
          <p:nvPr>
            <p:ph type="body" sz="quarter" idx="23"/>
          </p:nvPr>
        </p:nvSpPr>
        <p:spPr/>
        <p:txBody>
          <a:bodyPr/>
          <a:lstStyle/>
          <a:p>
            <a:r>
              <a:rPr lang="en-US" dirty="0"/>
              <a:t>Introductions and Workshop Objectives</a:t>
            </a:r>
          </a:p>
          <a:p>
            <a:pPr lvl="0"/>
            <a:r>
              <a:rPr lang="en-US" dirty="0"/>
              <a:t>Conceptual Design</a:t>
            </a:r>
          </a:p>
          <a:p>
            <a:pPr lvl="0"/>
            <a:r>
              <a:rPr lang="en-US" dirty="0"/>
              <a:t>Solution Scope</a:t>
            </a:r>
          </a:p>
          <a:p>
            <a:r>
              <a:rPr lang="en-US" dirty="0"/>
              <a:t>Logical Design</a:t>
            </a:r>
            <a:endParaRPr lang="en-GB" dirty="0"/>
          </a:p>
          <a:p>
            <a:r>
              <a:rPr lang="en-GB" dirty="0"/>
              <a:t>VMware Cloud </a:t>
            </a:r>
            <a:r>
              <a:rPr lang="en-GB" dirty="0" err="1"/>
              <a:t>Founation</a:t>
            </a:r>
            <a:r>
              <a:rPr lang="en-GB" dirty="0"/>
              <a:t> Design Session</a:t>
            </a:r>
            <a:endParaRPr lang="en-US" dirty="0"/>
          </a:p>
        </p:txBody>
      </p:sp>
      <p:sp>
        <p:nvSpPr>
          <p:cNvPr id="2" name="Slide Number Placeholder 1"/>
          <p:cNvSpPr>
            <a:spLocks noGrp="1"/>
          </p:cNvSpPr>
          <p:nvPr>
            <p:ph type="sldNum" sz="quarter" idx="4294967295"/>
          </p:nvPr>
        </p:nvSpPr>
        <p:spPr>
          <a:xfrm>
            <a:off x="9447213" y="7351713"/>
            <a:ext cx="2741612" cy="365125"/>
          </a:xfrm>
          <a:prstGeom prst="rect">
            <a:avLst/>
          </a:prstGeom>
        </p:spPr>
        <p:txBody>
          <a:bodyPr/>
          <a:lstStyle/>
          <a:p>
            <a:fld id="{6EA6D8CF-3CDE-4807-BCD2-C9F2B831AAA5}" type="slidenum">
              <a:rPr lang="en-US" smtClean="0"/>
              <a:t>4</a:t>
            </a:fld>
            <a:endParaRPr lang="en-US" dirty="0"/>
          </a:p>
        </p:txBody>
      </p:sp>
    </p:spTree>
    <p:extLst>
      <p:ext uri="{BB962C8B-B14F-4D97-AF65-F5344CB8AC3E}">
        <p14:creationId xmlns:p14="http://schemas.microsoft.com/office/powerpoint/2010/main" val="1794860601"/>
      </p:ext>
    </p:extLst>
  </p:cSld>
  <p:clrMapOvr>
    <a:masterClrMapping/>
  </p:clrMapOvr>
  <p:transition spd="med">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Rectangle 4"/>
          <p:cNvSpPr>
            <a:spLocks noGrp="1" noChangeArrowheads="1"/>
          </p:cNvSpPr>
          <p:nvPr>
            <p:ph type="title"/>
          </p:nvPr>
        </p:nvSpPr>
        <p:spPr/>
        <p:txBody>
          <a:bodyPr/>
          <a:lstStyle/>
          <a:p>
            <a:r>
              <a:rPr lang="en-US" dirty="0"/>
              <a:t>Introductions and Workshop Objectives</a:t>
            </a:r>
          </a:p>
        </p:txBody>
      </p:sp>
      <p:sp>
        <p:nvSpPr>
          <p:cNvPr id="2" name="Subtitle 1">
            <a:extLst>
              <a:ext uri="{FF2B5EF4-FFF2-40B4-BE49-F238E27FC236}">
                <a16:creationId xmlns:a16="http://schemas.microsoft.com/office/drawing/2014/main" id="{730ED579-31FA-E278-16DA-F904BB529122}"/>
              </a:ext>
            </a:extLst>
          </p:cNvPr>
          <p:cNvSpPr>
            <a:spLocks noGrp="1"/>
          </p:cNvSpPr>
          <p:nvPr>
            <p:ph type="subTitle" idx="10"/>
          </p:nvPr>
        </p:nvSpPr>
        <p:spPr/>
        <p:txBody>
          <a:bodyPr/>
          <a:lstStyle/>
          <a:p>
            <a:endParaRPr lang="en-US" dirty="0"/>
          </a:p>
        </p:txBody>
      </p:sp>
      <p:sp>
        <p:nvSpPr>
          <p:cNvPr id="7" name="Text Placeholder 6"/>
          <p:cNvSpPr>
            <a:spLocks noGrp="1"/>
          </p:cNvSpPr>
          <p:nvPr>
            <p:ph sz="quarter" idx="14"/>
          </p:nvPr>
        </p:nvSpPr>
        <p:spPr/>
        <p:txBody>
          <a:bodyPr/>
          <a:lstStyle/>
          <a:p>
            <a:r>
              <a:rPr lang="en-US" dirty="0"/>
              <a:t>Participant introductions</a:t>
            </a:r>
          </a:p>
          <a:p>
            <a:pPr lvl="1"/>
            <a:r>
              <a:rPr lang="en-GB" dirty="0"/>
              <a:t>What experience do you have?</a:t>
            </a:r>
          </a:p>
          <a:p>
            <a:pPr lvl="1"/>
            <a:r>
              <a:rPr lang="en-GB" dirty="0"/>
              <a:t>Why are you attending this workshop?</a:t>
            </a:r>
          </a:p>
          <a:p>
            <a:pPr lvl="1"/>
            <a:r>
              <a:rPr lang="en-GB" dirty="0"/>
              <a:t>What do you expect to achieve?</a:t>
            </a:r>
            <a:endParaRPr lang="en-US" dirty="0"/>
          </a:p>
          <a:p>
            <a:r>
              <a:rPr lang="en-CA" dirty="0"/>
              <a:t>Expectations of the workshop</a:t>
            </a:r>
          </a:p>
          <a:p>
            <a:pPr lvl="1"/>
            <a:r>
              <a:rPr lang="en-GB" dirty="0"/>
              <a:t>Outcomes expected of workshop</a:t>
            </a:r>
          </a:p>
        </p:txBody>
      </p:sp>
      <p:sp>
        <p:nvSpPr>
          <p:cNvPr id="4" name="Slide Number Placeholder 3"/>
          <p:cNvSpPr>
            <a:spLocks noGrp="1"/>
          </p:cNvSpPr>
          <p:nvPr>
            <p:ph type="sldNum" sz="quarter" idx="4294967295"/>
          </p:nvPr>
        </p:nvSpPr>
        <p:spPr>
          <a:xfrm>
            <a:off x="9447213" y="7351713"/>
            <a:ext cx="2741612" cy="365125"/>
          </a:xfrm>
          <a:prstGeom prst="rect">
            <a:avLst/>
          </a:prstGeom>
        </p:spPr>
        <p:txBody>
          <a:bodyPr/>
          <a:lstStyle/>
          <a:p>
            <a:fld id="{6EA6D8CF-3CDE-4807-BCD2-C9F2B831AAA5}" type="slidenum">
              <a:rPr lang="en-US" smtClean="0"/>
              <a:pPr/>
              <a:t>5</a:t>
            </a:fld>
            <a:endParaRPr lang="en-US" dirty="0"/>
          </a:p>
        </p:txBody>
      </p:sp>
      <p:sp>
        <p:nvSpPr>
          <p:cNvPr id="5" name="TextBox 4">
            <a:extLst>
              <a:ext uri="{FF2B5EF4-FFF2-40B4-BE49-F238E27FC236}">
                <a16:creationId xmlns:a16="http://schemas.microsoft.com/office/drawing/2014/main" id="{EAD849EB-00F2-C34C-B617-3E692ABE4349}"/>
              </a:ext>
            </a:extLst>
          </p:cNvPr>
          <p:cNvSpPr txBox="1"/>
          <p:nvPr/>
        </p:nvSpPr>
        <p:spPr>
          <a:xfrm>
            <a:off x="6073796" y="1931746"/>
            <a:ext cx="3681823" cy="553998"/>
          </a:xfrm>
          <a:prstGeom prst="rect">
            <a:avLst/>
          </a:prstGeom>
          <a:solidFill>
            <a:srgbClr val="FFFF00"/>
          </a:solidFill>
        </p:spPr>
        <p:txBody>
          <a:bodyPr wrap="square" lIns="0" tIns="0" rIns="0" bIns="0" rtlCol="0">
            <a:spAutoFit/>
          </a:bodyPr>
          <a:lstStyle/>
          <a:p>
            <a:pPr algn="l">
              <a:spcAft>
                <a:spcPts val="600"/>
              </a:spcAft>
            </a:pPr>
            <a:r>
              <a:rPr lang="en-US" sz="1200" b="1" dirty="0"/>
              <a:t>PS Consultant: </a:t>
            </a:r>
            <a:r>
              <a:rPr lang="en-US" sz="1200" dirty="0"/>
              <a:t>Please fill out these bullet points to provide scope and expectations of this workshop.</a:t>
            </a:r>
          </a:p>
        </p:txBody>
      </p:sp>
    </p:spTree>
    <p:extLst>
      <p:ext uri="{BB962C8B-B14F-4D97-AF65-F5344CB8AC3E}">
        <p14:creationId xmlns:p14="http://schemas.microsoft.com/office/powerpoint/2010/main" val="2999958195"/>
      </p:ext>
    </p:extLst>
  </p:cSld>
  <p:clrMapOvr>
    <a:masterClrMapping/>
  </p:clrMapOvr>
  <p:transition spd="med">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8765770-940B-47C9-A3BB-DDBB3972FEDA}"/>
              </a:ext>
            </a:extLst>
          </p:cNvPr>
          <p:cNvSpPr>
            <a:spLocks noGrp="1"/>
          </p:cNvSpPr>
          <p:nvPr>
            <p:ph type="title"/>
          </p:nvPr>
        </p:nvSpPr>
        <p:spPr/>
        <p:txBody>
          <a:bodyPr/>
          <a:lstStyle/>
          <a:p>
            <a:r>
              <a:rPr lang="en-US" dirty="0"/>
              <a:t>VMware Solution</a:t>
            </a:r>
          </a:p>
        </p:txBody>
      </p:sp>
      <p:sp>
        <p:nvSpPr>
          <p:cNvPr id="6" name="Subtitle 5">
            <a:extLst>
              <a:ext uri="{FF2B5EF4-FFF2-40B4-BE49-F238E27FC236}">
                <a16:creationId xmlns:a16="http://schemas.microsoft.com/office/drawing/2014/main" id="{3127C3A1-6C8A-4698-9845-B559DB0BB1BD}"/>
              </a:ext>
            </a:extLst>
          </p:cNvPr>
          <p:cNvSpPr>
            <a:spLocks noGrp="1"/>
          </p:cNvSpPr>
          <p:nvPr>
            <p:ph type="subTitle" idx="10"/>
          </p:nvPr>
        </p:nvSpPr>
        <p:spPr/>
        <p:txBody>
          <a:bodyPr/>
          <a:lstStyle/>
          <a:p>
            <a:r>
              <a:rPr lang="en-US" dirty="0"/>
              <a:t>Logical Diagram</a:t>
            </a:r>
          </a:p>
        </p:txBody>
      </p:sp>
      <p:sp>
        <p:nvSpPr>
          <p:cNvPr id="8" name="Rectangle 7">
            <a:extLst>
              <a:ext uri="{FF2B5EF4-FFF2-40B4-BE49-F238E27FC236}">
                <a16:creationId xmlns:a16="http://schemas.microsoft.com/office/drawing/2014/main" id="{A571F356-FF9A-4103-8018-00082547BAF8}"/>
              </a:ext>
            </a:extLst>
          </p:cNvPr>
          <p:cNvSpPr/>
          <p:nvPr/>
        </p:nvSpPr>
        <p:spPr>
          <a:xfrm>
            <a:off x="804462" y="1756084"/>
            <a:ext cx="3364116" cy="1199504"/>
          </a:xfrm>
          <a:prstGeom prst="rect">
            <a:avLst/>
          </a:prstGeom>
          <a:solidFill>
            <a:srgbClr val="FFFF00"/>
          </a:solidFill>
        </p:spPr>
        <p:txBody>
          <a:bodyPr wrap="square">
            <a:spAutoFit/>
          </a:bodyPr>
          <a:lstStyle/>
          <a:p>
            <a:r>
              <a:rPr lang="en-US" sz="1798" dirty="0"/>
              <a:t>PSO Consultant: Insert appropriate logical diagrams based on the current solution.</a:t>
            </a:r>
          </a:p>
        </p:txBody>
      </p:sp>
    </p:spTree>
    <p:extLst>
      <p:ext uri="{BB962C8B-B14F-4D97-AF65-F5344CB8AC3E}">
        <p14:creationId xmlns:p14="http://schemas.microsoft.com/office/powerpoint/2010/main" val="342777246"/>
      </p:ext>
    </p:extLst>
  </p:cSld>
  <p:clrMapOvr>
    <a:masterClrMapping/>
  </p:clrMapOvr>
  <p:transition spd="med">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812"/>
        <p:cNvGrpSpPr/>
        <p:nvPr/>
      </p:nvGrpSpPr>
      <p:grpSpPr>
        <a:xfrm>
          <a:off x="0" y="0"/>
          <a:ext cx="0" cy="0"/>
          <a:chOff x="0" y="0"/>
          <a:chExt cx="0" cy="0"/>
        </a:xfrm>
      </p:grpSpPr>
      <p:sp>
        <p:nvSpPr>
          <p:cNvPr id="1813" name="Google Shape;1813;g3978402b0d5_2_1041"/>
          <p:cNvSpPr txBox="1">
            <a:spLocks noGrp="1"/>
          </p:cNvSpPr>
          <p:nvPr>
            <p:ph type="title"/>
          </p:nvPr>
        </p:nvSpPr>
        <p:spPr>
          <a:xfrm>
            <a:off x="581246" y="412751"/>
            <a:ext cx="10998135" cy="381000"/>
          </a:xfrm>
          <a:prstGeom prst="rect">
            <a:avLst/>
          </a:prstGeom>
          <a:noFill/>
          <a:ln>
            <a:noFill/>
          </a:ln>
        </p:spPr>
        <p:txBody>
          <a:bodyPr spcFirstLastPara="1" wrap="square" lIns="0" tIns="0" rIns="0" bIns="0" anchor="b" anchorCtr="0">
            <a:noAutofit/>
          </a:bodyPr>
          <a:lstStyle/>
          <a:p>
            <a:pPr marL="0" lvl="0" indent="0" algn="l" rtl="0">
              <a:lnSpc>
                <a:spcPct val="90000"/>
              </a:lnSpc>
              <a:spcBef>
                <a:spcPts val="0"/>
              </a:spcBef>
              <a:spcAft>
                <a:spcPts val="0"/>
              </a:spcAft>
              <a:buClr>
                <a:schemeClr val="accent2"/>
              </a:buClr>
              <a:buSzPts val="2800"/>
              <a:buFont typeface="Arial"/>
              <a:buNone/>
            </a:pPr>
            <a:r>
              <a:rPr lang="en-US"/>
              <a:t>Delivering the Modern Private Cloud</a:t>
            </a:r>
            <a:endParaRPr/>
          </a:p>
        </p:txBody>
      </p:sp>
      <p:sp>
        <p:nvSpPr>
          <p:cNvPr id="1814" name="Google Shape;1814;g3978402b0d5_2_1041"/>
          <p:cNvSpPr txBox="1"/>
          <p:nvPr/>
        </p:nvSpPr>
        <p:spPr>
          <a:xfrm>
            <a:off x="6565767" y="6453005"/>
            <a:ext cx="4108330" cy="215400"/>
          </a:xfrm>
          <a:prstGeom prst="rect">
            <a:avLst/>
          </a:prstGeom>
          <a:noFill/>
          <a:ln>
            <a:noFill/>
          </a:ln>
        </p:spPr>
        <p:txBody>
          <a:bodyPr spcFirstLastPara="1" wrap="square" lIns="0" tIns="0" rIns="0" bIns="0" anchor="b" anchorCtr="0">
            <a:spAutoFit/>
          </a:bodyPr>
          <a:lstStyle/>
          <a:p>
            <a:pPr marL="0" marR="0" lvl="0" indent="0" algn="r" rtl="0">
              <a:lnSpc>
                <a:spcPct val="100000"/>
              </a:lnSpc>
              <a:spcBef>
                <a:spcPts val="0"/>
              </a:spcBef>
              <a:spcAft>
                <a:spcPts val="0"/>
              </a:spcAft>
              <a:buClr>
                <a:srgbClr val="000000"/>
              </a:buClr>
              <a:buSzPts val="700"/>
              <a:buFont typeface="Arial"/>
              <a:buNone/>
            </a:pPr>
            <a:r>
              <a:rPr lang="en-US" sz="700" b="0" i="0" u="none" strike="noStrike" cap="none">
                <a:solidFill>
                  <a:srgbClr val="7F7F7F"/>
                </a:solidFill>
                <a:latin typeface="Arial"/>
                <a:ea typeface="Arial"/>
                <a:cs typeface="Arial"/>
                <a:sym typeface="Arial"/>
              </a:rPr>
              <a:t>The information in this presentation is for informational purposes only and may not be incorporated</a:t>
            </a:r>
            <a:endParaRPr sz="700" b="0" i="0" u="none" strike="noStrike" cap="none">
              <a:solidFill>
                <a:srgbClr val="7F7F7F"/>
              </a:solidFill>
              <a:latin typeface="Arial"/>
              <a:ea typeface="Arial"/>
              <a:cs typeface="Arial"/>
              <a:sym typeface="Arial"/>
            </a:endParaRPr>
          </a:p>
          <a:p>
            <a:pPr marL="0" marR="0" lvl="0" indent="0" algn="r" rtl="0">
              <a:lnSpc>
                <a:spcPct val="100000"/>
              </a:lnSpc>
              <a:spcBef>
                <a:spcPts val="0"/>
              </a:spcBef>
              <a:spcAft>
                <a:spcPts val="0"/>
              </a:spcAft>
              <a:buClr>
                <a:srgbClr val="000000"/>
              </a:buClr>
              <a:buSzPts val="700"/>
              <a:buFont typeface="Arial"/>
              <a:buNone/>
            </a:pPr>
            <a:r>
              <a:rPr lang="en-US" sz="700" b="0" i="0" u="none" strike="noStrike" cap="none">
                <a:solidFill>
                  <a:srgbClr val="7F7F7F"/>
                </a:solidFill>
                <a:latin typeface="Arial"/>
                <a:ea typeface="Arial"/>
                <a:cs typeface="Arial"/>
                <a:sym typeface="Arial"/>
              </a:rPr>
              <a:t>into any contract. There is no commitment or obligation to deliver any items presented herein.</a:t>
            </a:r>
            <a:endParaRPr sz="700" b="0" i="0" u="none" strike="noStrike" cap="none">
              <a:solidFill>
                <a:srgbClr val="7F7F7F"/>
              </a:solidFill>
              <a:latin typeface="Arial"/>
              <a:ea typeface="Arial"/>
              <a:cs typeface="Arial"/>
              <a:sym typeface="Arial"/>
            </a:endParaRPr>
          </a:p>
        </p:txBody>
      </p:sp>
      <p:sp>
        <p:nvSpPr>
          <p:cNvPr id="1815" name="Google Shape;1815;g3978402b0d5_2_1041"/>
          <p:cNvSpPr/>
          <p:nvPr/>
        </p:nvSpPr>
        <p:spPr>
          <a:xfrm>
            <a:off x="3638420" y="2536129"/>
            <a:ext cx="4912120" cy="0"/>
          </a:xfrm>
          <a:prstGeom prst="roundRect">
            <a:avLst>
              <a:gd name="adj" fmla="val 8857"/>
            </a:avLst>
          </a:prstGeom>
          <a:gradFill>
            <a:gsLst>
              <a:gs pos="0">
                <a:srgbClr val="021A58"/>
              </a:gs>
              <a:gs pos="99000">
                <a:srgbClr val="02246C"/>
              </a:gs>
              <a:gs pos="100000">
                <a:srgbClr val="02246C"/>
              </a:gs>
            </a:gsLst>
            <a:lin ang="2700006" scaled="0"/>
          </a:gradFill>
          <a:ln>
            <a:noFill/>
          </a:ln>
        </p:spPr>
        <p:txBody>
          <a:bodyPr spcFirstLastPara="1" wrap="square" lIns="68550" tIns="34250" rIns="68550" bIns="34250" anchor="ctr" anchorCtr="0">
            <a:noAutofit/>
          </a:bodyPr>
          <a:lstStyle/>
          <a:p>
            <a:pPr marL="0" marR="0" lvl="0" indent="0" algn="ctr" rtl="0">
              <a:lnSpc>
                <a:spcPct val="100000"/>
              </a:lnSpc>
              <a:spcBef>
                <a:spcPts val="0"/>
              </a:spcBef>
              <a:spcAft>
                <a:spcPts val="0"/>
              </a:spcAft>
              <a:buClr>
                <a:srgbClr val="000000"/>
              </a:buClr>
              <a:buSzPts val="1000"/>
              <a:buFont typeface="Arial"/>
              <a:buNone/>
            </a:pPr>
            <a:endParaRPr sz="1000" b="0" i="0" u="none" strike="noStrike" cap="none">
              <a:solidFill>
                <a:srgbClr val="FFFFFF"/>
              </a:solidFill>
              <a:latin typeface="Arial"/>
              <a:ea typeface="Arial"/>
              <a:cs typeface="Arial"/>
              <a:sym typeface="Arial"/>
            </a:endParaRPr>
          </a:p>
        </p:txBody>
      </p:sp>
      <p:grpSp>
        <p:nvGrpSpPr>
          <p:cNvPr id="1816" name="Google Shape;1816;g3978402b0d5_2_1041"/>
          <p:cNvGrpSpPr/>
          <p:nvPr/>
        </p:nvGrpSpPr>
        <p:grpSpPr>
          <a:xfrm>
            <a:off x="1652986" y="1160020"/>
            <a:ext cx="8882898" cy="4577389"/>
            <a:chOff x="1651829" y="1160019"/>
            <a:chExt cx="8885212" cy="4577389"/>
          </a:xfrm>
        </p:grpSpPr>
        <p:grpSp>
          <p:nvGrpSpPr>
            <p:cNvPr id="1817" name="Google Shape;1817;g3978402b0d5_2_1041"/>
            <p:cNvGrpSpPr/>
            <p:nvPr/>
          </p:nvGrpSpPr>
          <p:grpSpPr>
            <a:xfrm>
              <a:off x="2668555" y="2160690"/>
              <a:ext cx="6852016" cy="3576718"/>
              <a:chOff x="2668555" y="2160690"/>
              <a:chExt cx="6852016" cy="3576718"/>
            </a:xfrm>
          </p:grpSpPr>
          <p:grpSp>
            <p:nvGrpSpPr>
              <p:cNvPr id="1818" name="Google Shape;1818;g3978402b0d5_2_1041"/>
              <p:cNvGrpSpPr/>
              <p:nvPr/>
            </p:nvGrpSpPr>
            <p:grpSpPr>
              <a:xfrm>
                <a:off x="2668555" y="5179108"/>
                <a:ext cx="6852016" cy="558300"/>
                <a:chOff x="3026124" y="5022996"/>
                <a:chExt cx="6136500" cy="558300"/>
              </a:xfrm>
            </p:grpSpPr>
            <p:sp>
              <p:nvSpPr>
                <p:cNvPr id="1819" name="Google Shape;1819;g3978402b0d5_2_1041"/>
                <p:cNvSpPr/>
                <p:nvPr/>
              </p:nvSpPr>
              <p:spPr>
                <a:xfrm>
                  <a:off x="3077590" y="5058984"/>
                  <a:ext cx="6047100" cy="481800"/>
                </a:xfrm>
                <a:prstGeom prst="round2SameRect">
                  <a:avLst>
                    <a:gd name="adj1" fmla="val 47157"/>
                    <a:gd name="adj2" fmla="val 0"/>
                  </a:avLst>
                </a:prstGeom>
                <a:gradFill>
                  <a:gsLst>
                    <a:gs pos="0">
                      <a:srgbClr val="6C4B8F"/>
                    </a:gs>
                    <a:gs pos="100000">
                      <a:srgbClr val="005B84"/>
                    </a:gs>
                  </a:gsLst>
                  <a:lin ang="0" scaled="0"/>
                </a:gra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000"/>
                    <a:buFont typeface="Arial"/>
                    <a:buNone/>
                  </a:pPr>
                  <a:endParaRPr sz="1000" b="0" i="0" u="none" strike="noStrike" cap="none">
                    <a:solidFill>
                      <a:srgbClr val="FFFFFF"/>
                    </a:solidFill>
                    <a:latin typeface="Arial"/>
                    <a:ea typeface="Arial"/>
                    <a:cs typeface="Arial"/>
                    <a:sym typeface="Arial"/>
                  </a:endParaRPr>
                </a:p>
              </p:txBody>
            </p:sp>
            <p:sp>
              <p:nvSpPr>
                <p:cNvPr id="1820" name="Google Shape;1820;g3978402b0d5_2_1041"/>
                <p:cNvSpPr/>
                <p:nvPr/>
              </p:nvSpPr>
              <p:spPr>
                <a:xfrm>
                  <a:off x="3026124" y="5022996"/>
                  <a:ext cx="6136500" cy="558300"/>
                </a:xfrm>
                <a:prstGeom prst="rect">
                  <a:avLst/>
                </a:prstGeom>
                <a:gradFill>
                  <a:gsLst>
                    <a:gs pos="0">
                      <a:srgbClr val="FFFFFF">
                        <a:alpha val="76078"/>
                      </a:srgbClr>
                    </a:gs>
                    <a:gs pos="85000">
                      <a:schemeClr val="lt1"/>
                    </a:gs>
                    <a:gs pos="100000">
                      <a:schemeClr val="lt1"/>
                    </a:gs>
                  </a:gsLst>
                  <a:lin ang="5400012" scaled="0"/>
                </a:gra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000"/>
                    <a:buFont typeface="Arial"/>
                    <a:buNone/>
                  </a:pPr>
                  <a:endParaRPr sz="1000" b="0" i="0" u="none" strike="noStrike" cap="none">
                    <a:solidFill>
                      <a:srgbClr val="FFFFFF"/>
                    </a:solidFill>
                    <a:latin typeface="Arial"/>
                    <a:ea typeface="Arial"/>
                    <a:cs typeface="Arial"/>
                    <a:sym typeface="Arial"/>
                  </a:endParaRPr>
                </a:p>
              </p:txBody>
            </p:sp>
          </p:grpSp>
          <p:grpSp>
            <p:nvGrpSpPr>
              <p:cNvPr id="1821" name="Google Shape;1821;g3978402b0d5_2_1041"/>
              <p:cNvGrpSpPr/>
              <p:nvPr/>
            </p:nvGrpSpPr>
            <p:grpSpPr>
              <a:xfrm>
                <a:off x="2880846" y="2160690"/>
                <a:ext cx="6426204" cy="3017866"/>
                <a:chOff x="2887564" y="2312334"/>
                <a:chExt cx="6426204" cy="3017866"/>
              </a:xfrm>
            </p:grpSpPr>
            <p:sp>
              <p:nvSpPr>
                <p:cNvPr id="1822" name="Google Shape;1822;g3978402b0d5_2_1041"/>
                <p:cNvSpPr txBox="1"/>
                <p:nvPr/>
              </p:nvSpPr>
              <p:spPr>
                <a:xfrm>
                  <a:off x="4321882" y="2312334"/>
                  <a:ext cx="3558600" cy="153900"/>
                </a:xfrm>
                <a:prstGeom prst="rect">
                  <a:avLst/>
                </a:prstGeom>
                <a:noFill/>
                <a:ln>
                  <a:noFill/>
                </a:ln>
              </p:spPr>
              <p:txBody>
                <a:bodyPr spcFirstLastPara="1" wrap="square" lIns="0" tIns="0" rIns="0" bIns="0" anchor="b"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b="1" i="0" u="none" strike="noStrike" cap="none">
                      <a:solidFill>
                        <a:srgbClr val="0098C7"/>
                      </a:solidFill>
                      <a:latin typeface="Arial"/>
                      <a:ea typeface="Arial"/>
                      <a:cs typeface="Arial"/>
                      <a:sym typeface="Arial"/>
                    </a:rPr>
                    <a:t>VMware Cloud Foundation 9</a:t>
                  </a:r>
                  <a:endParaRPr sz="1200" b="0" i="0" u="none" strike="noStrike" cap="none">
                    <a:solidFill>
                      <a:srgbClr val="000000"/>
                    </a:solidFill>
                    <a:latin typeface="Arial"/>
                    <a:ea typeface="Arial"/>
                    <a:cs typeface="Arial"/>
                    <a:sym typeface="Arial"/>
                  </a:endParaRPr>
                </a:p>
              </p:txBody>
            </p:sp>
            <p:sp>
              <p:nvSpPr>
                <p:cNvPr id="1823" name="Google Shape;1823;g3978402b0d5_2_1041"/>
                <p:cNvSpPr/>
                <p:nvPr/>
              </p:nvSpPr>
              <p:spPr>
                <a:xfrm>
                  <a:off x="2887564" y="2380446"/>
                  <a:ext cx="6426204" cy="2949754"/>
                </a:xfrm>
                <a:custGeom>
                  <a:avLst/>
                  <a:gdLst/>
                  <a:ahLst/>
                  <a:cxnLst/>
                  <a:rect l="l" t="t" r="r" b="b"/>
                  <a:pathLst>
                    <a:path w="6928522" h="3180328" extrusionOk="0">
                      <a:moveTo>
                        <a:pt x="326874" y="0"/>
                      </a:moveTo>
                      <a:lnTo>
                        <a:pt x="2315619" y="0"/>
                      </a:lnTo>
                      <a:lnTo>
                        <a:pt x="2315619" y="26610"/>
                      </a:lnTo>
                      <a:lnTo>
                        <a:pt x="337328" y="26610"/>
                      </a:lnTo>
                      <a:cubicBezTo>
                        <a:pt x="165158" y="26610"/>
                        <a:pt x="25587" y="166181"/>
                        <a:pt x="25587" y="338351"/>
                      </a:cubicBezTo>
                      <a:lnTo>
                        <a:pt x="25587" y="2841978"/>
                      </a:lnTo>
                      <a:cubicBezTo>
                        <a:pt x="25587" y="3014148"/>
                        <a:pt x="165158" y="3153719"/>
                        <a:pt x="337328" y="3153719"/>
                      </a:cubicBezTo>
                      <a:lnTo>
                        <a:pt x="6591194" y="3153719"/>
                      </a:lnTo>
                      <a:cubicBezTo>
                        <a:pt x="6763364" y="3153719"/>
                        <a:pt x="6902935" y="3014148"/>
                        <a:pt x="6902935" y="2841978"/>
                      </a:cubicBezTo>
                      <a:lnTo>
                        <a:pt x="6902935" y="338351"/>
                      </a:lnTo>
                      <a:cubicBezTo>
                        <a:pt x="6902935" y="166181"/>
                        <a:pt x="6763364" y="26610"/>
                        <a:pt x="6591194" y="26610"/>
                      </a:cubicBezTo>
                      <a:lnTo>
                        <a:pt x="4612903" y="26610"/>
                      </a:lnTo>
                      <a:lnTo>
                        <a:pt x="4612903" y="0"/>
                      </a:lnTo>
                      <a:lnTo>
                        <a:pt x="6601648" y="0"/>
                      </a:lnTo>
                      <a:cubicBezTo>
                        <a:pt x="6782176" y="0"/>
                        <a:pt x="6928522" y="146346"/>
                        <a:pt x="6928522" y="326874"/>
                      </a:cubicBezTo>
                      <a:lnTo>
                        <a:pt x="6928522" y="2853454"/>
                      </a:lnTo>
                      <a:cubicBezTo>
                        <a:pt x="6928522" y="3033982"/>
                        <a:pt x="6782176" y="3180328"/>
                        <a:pt x="6601648" y="3180328"/>
                      </a:cubicBezTo>
                      <a:lnTo>
                        <a:pt x="326874" y="3180328"/>
                      </a:lnTo>
                      <a:cubicBezTo>
                        <a:pt x="146346" y="3180328"/>
                        <a:pt x="0" y="3033982"/>
                        <a:pt x="0" y="2853454"/>
                      </a:cubicBezTo>
                      <a:lnTo>
                        <a:pt x="0" y="326874"/>
                      </a:lnTo>
                      <a:cubicBezTo>
                        <a:pt x="0" y="146346"/>
                        <a:pt x="146346" y="0"/>
                        <a:pt x="326874" y="0"/>
                      </a:cubicBezTo>
                      <a:close/>
                    </a:path>
                  </a:pathLst>
                </a:custGeom>
                <a:gradFill>
                  <a:gsLst>
                    <a:gs pos="0">
                      <a:schemeClr val="accent3"/>
                    </a:gs>
                    <a:gs pos="23000">
                      <a:schemeClr val="accent3"/>
                    </a:gs>
                    <a:gs pos="81000">
                      <a:schemeClr val="accent5"/>
                    </a:gs>
                    <a:gs pos="100000">
                      <a:schemeClr val="accent5"/>
                    </a:gs>
                  </a:gsLst>
                  <a:lin ang="5400012" scaled="0"/>
                </a:grad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Clr>
                      <a:srgbClr val="000000"/>
                    </a:buClr>
                    <a:buSzPts val="900"/>
                    <a:buFont typeface="Arial"/>
                    <a:buNone/>
                  </a:pPr>
                  <a:endParaRPr sz="900" b="0" i="0" u="none" strike="noStrike" cap="none">
                    <a:solidFill>
                      <a:srgbClr val="FFFFFF"/>
                    </a:solidFill>
                    <a:latin typeface="Arial"/>
                    <a:ea typeface="Arial"/>
                    <a:cs typeface="Arial"/>
                    <a:sym typeface="Arial"/>
                  </a:endParaRPr>
                </a:p>
              </p:txBody>
            </p:sp>
          </p:grpSp>
          <p:grpSp>
            <p:nvGrpSpPr>
              <p:cNvPr id="1824" name="Google Shape;1824;g3978402b0d5_2_1041"/>
              <p:cNvGrpSpPr/>
              <p:nvPr/>
            </p:nvGrpSpPr>
            <p:grpSpPr>
              <a:xfrm>
                <a:off x="3070929" y="2404179"/>
                <a:ext cx="6047100" cy="2609840"/>
                <a:chOff x="3070929" y="2404179"/>
                <a:chExt cx="6047100" cy="2609840"/>
              </a:xfrm>
            </p:grpSpPr>
            <p:grpSp>
              <p:nvGrpSpPr>
                <p:cNvPr id="1825" name="Google Shape;1825;g3978402b0d5_2_1041"/>
                <p:cNvGrpSpPr/>
                <p:nvPr/>
              </p:nvGrpSpPr>
              <p:grpSpPr>
                <a:xfrm>
                  <a:off x="3070929" y="2404179"/>
                  <a:ext cx="6047100" cy="1277400"/>
                  <a:chOff x="3070929" y="2404179"/>
                  <a:chExt cx="6047100" cy="1277400"/>
                </a:xfrm>
              </p:grpSpPr>
              <p:sp>
                <p:nvSpPr>
                  <p:cNvPr id="1826" name="Google Shape;1826;g3978402b0d5_2_1041"/>
                  <p:cNvSpPr/>
                  <p:nvPr/>
                </p:nvSpPr>
                <p:spPr>
                  <a:xfrm>
                    <a:off x="3070929" y="2404179"/>
                    <a:ext cx="6047100" cy="1277400"/>
                  </a:xfrm>
                  <a:prstGeom prst="round2SameRect">
                    <a:avLst>
                      <a:gd name="adj1" fmla="val 16667"/>
                      <a:gd name="adj2" fmla="val 0"/>
                    </a:avLst>
                  </a:prstGeom>
                  <a:gradFill>
                    <a:gsLst>
                      <a:gs pos="0">
                        <a:srgbClr val="002060"/>
                      </a:gs>
                      <a:gs pos="100000">
                        <a:schemeClr val="accent3"/>
                      </a:gs>
                    </a:gsLst>
                    <a:lin ang="0" scaled="0"/>
                  </a:gra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000"/>
                      <a:buFont typeface="Arial"/>
                      <a:buNone/>
                    </a:pPr>
                    <a:endParaRPr sz="1000" b="0" i="0" u="none" strike="noStrike" cap="none">
                      <a:solidFill>
                        <a:srgbClr val="FFFFFF"/>
                      </a:solidFill>
                      <a:latin typeface="Arial"/>
                      <a:ea typeface="Arial"/>
                      <a:cs typeface="Arial"/>
                      <a:sym typeface="Arial"/>
                    </a:endParaRPr>
                  </a:p>
                </p:txBody>
              </p:sp>
              <p:sp>
                <p:nvSpPr>
                  <p:cNvPr id="1827" name="Google Shape;1827;g3978402b0d5_2_1041"/>
                  <p:cNvSpPr/>
                  <p:nvPr/>
                </p:nvSpPr>
                <p:spPr>
                  <a:xfrm>
                    <a:off x="4153060" y="2450578"/>
                    <a:ext cx="3882600" cy="326400"/>
                  </a:xfrm>
                  <a:prstGeom prst="rect">
                    <a:avLst/>
                  </a:prstGeom>
                  <a:noFill/>
                  <a:ln>
                    <a:noFill/>
                  </a:ln>
                </p:spPr>
                <p:txBody>
                  <a:bodyPr spcFirstLastPara="1" wrap="square" lIns="68525" tIns="68525" rIns="68525" bIns="68525" anchor="ctr" anchorCtr="0">
                    <a:noAutofit/>
                  </a:bodyPr>
                  <a:lstStyle/>
                  <a:p>
                    <a:pPr marL="0" marR="0" lvl="0" indent="0" algn="ctr" rtl="0">
                      <a:lnSpc>
                        <a:spcPct val="100000"/>
                      </a:lnSpc>
                      <a:spcBef>
                        <a:spcPts val="0"/>
                      </a:spcBef>
                      <a:spcAft>
                        <a:spcPts val="0"/>
                      </a:spcAft>
                      <a:buClr>
                        <a:srgbClr val="000000"/>
                      </a:buClr>
                      <a:buSzPts val="1050"/>
                      <a:buFont typeface="Arial"/>
                      <a:buNone/>
                    </a:pPr>
                    <a:r>
                      <a:rPr lang="en-US" sz="1050" b="1" i="0" u="none" strike="noStrike" cap="none">
                        <a:solidFill>
                          <a:srgbClr val="F2F2F2"/>
                        </a:solidFill>
                        <a:latin typeface="Arial"/>
                        <a:ea typeface="Arial"/>
                        <a:cs typeface="Arial"/>
                        <a:sym typeface="Arial"/>
                      </a:rPr>
                      <a:t>Modern Cloud Interface</a:t>
                    </a:r>
                    <a:endParaRPr sz="1400" b="1" i="0" u="none" strike="noStrike" cap="none">
                      <a:solidFill>
                        <a:srgbClr val="000000"/>
                      </a:solidFill>
                      <a:latin typeface="Arial"/>
                      <a:ea typeface="Arial"/>
                      <a:cs typeface="Arial"/>
                      <a:sym typeface="Arial"/>
                    </a:endParaRPr>
                  </a:p>
                </p:txBody>
              </p:sp>
              <p:grpSp>
                <p:nvGrpSpPr>
                  <p:cNvPr id="1828" name="Google Shape;1828;g3978402b0d5_2_1041"/>
                  <p:cNvGrpSpPr/>
                  <p:nvPr/>
                </p:nvGrpSpPr>
                <p:grpSpPr>
                  <a:xfrm>
                    <a:off x="3297881" y="2814331"/>
                    <a:ext cx="5593171" cy="456900"/>
                    <a:chOff x="3297881" y="2814331"/>
                    <a:chExt cx="5593171" cy="456900"/>
                  </a:xfrm>
                </p:grpSpPr>
                <p:sp>
                  <p:nvSpPr>
                    <p:cNvPr id="1829" name="Google Shape;1829;g3978402b0d5_2_1041"/>
                    <p:cNvSpPr txBox="1"/>
                    <p:nvPr/>
                  </p:nvSpPr>
                  <p:spPr>
                    <a:xfrm>
                      <a:off x="3297881" y="2814331"/>
                      <a:ext cx="1079100" cy="4569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1000"/>
                        <a:buFont typeface="Arial"/>
                        <a:buNone/>
                      </a:pPr>
                      <a:r>
                        <a:rPr lang="en-US" sz="1000" b="0" i="0" u="none" strike="noStrike" cap="none">
                          <a:solidFill>
                            <a:srgbClr val="F2F2F2"/>
                          </a:solidFill>
                          <a:latin typeface="Arial"/>
                          <a:ea typeface="Arial"/>
                          <a:cs typeface="Arial"/>
                          <a:sym typeface="Arial"/>
                        </a:rPr>
                        <a:t>Tenant </a:t>
                      </a:r>
                      <a:br>
                        <a:rPr lang="en-US" sz="1000" b="0" i="0" u="none" strike="noStrike" cap="none">
                          <a:solidFill>
                            <a:srgbClr val="F2F2F2"/>
                          </a:solidFill>
                          <a:latin typeface="Arial"/>
                          <a:ea typeface="Arial"/>
                          <a:cs typeface="Arial"/>
                          <a:sym typeface="Arial"/>
                        </a:rPr>
                      </a:br>
                      <a:r>
                        <a:rPr lang="en-US" sz="1000" b="0" i="0" u="none" strike="noStrike" cap="none">
                          <a:solidFill>
                            <a:srgbClr val="F2F2F2"/>
                          </a:solidFill>
                          <a:latin typeface="Arial"/>
                          <a:ea typeface="Arial"/>
                          <a:cs typeface="Arial"/>
                          <a:sym typeface="Arial"/>
                        </a:rPr>
                        <a:t>Management, </a:t>
                      </a:r>
                      <a:br>
                        <a:rPr lang="en-US" sz="1000" b="0" i="0" u="none" strike="noStrike" cap="none">
                          <a:solidFill>
                            <a:srgbClr val="F2F2F2"/>
                          </a:solidFill>
                          <a:latin typeface="Arial"/>
                          <a:ea typeface="Arial"/>
                          <a:cs typeface="Arial"/>
                          <a:sym typeface="Arial"/>
                        </a:rPr>
                      </a:br>
                      <a:r>
                        <a:rPr lang="en-US" sz="1000" b="0" i="0" u="none" strike="noStrike" cap="none">
                          <a:solidFill>
                            <a:srgbClr val="F2F2F2"/>
                          </a:solidFill>
                          <a:latin typeface="Arial"/>
                          <a:ea typeface="Arial"/>
                          <a:cs typeface="Arial"/>
                          <a:sym typeface="Arial"/>
                        </a:rPr>
                        <a:t>Content</a:t>
                      </a:r>
                      <a:endParaRPr sz="1400" b="0" i="0" u="none" strike="noStrike" cap="none">
                        <a:solidFill>
                          <a:srgbClr val="000000"/>
                        </a:solidFill>
                        <a:latin typeface="Arial"/>
                        <a:ea typeface="Arial"/>
                        <a:cs typeface="Arial"/>
                        <a:sym typeface="Arial"/>
                      </a:endParaRPr>
                    </a:p>
                  </p:txBody>
                </p:sp>
                <p:sp>
                  <p:nvSpPr>
                    <p:cNvPr id="1830" name="Google Shape;1830;g3978402b0d5_2_1041"/>
                    <p:cNvSpPr txBox="1"/>
                    <p:nvPr/>
                  </p:nvSpPr>
                  <p:spPr>
                    <a:xfrm>
                      <a:off x="7811952" y="2814331"/>
                      <a:ext cx="1079100" cy="4569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1000"/>
                        <a:buFont typeface="Arial"/>
                        <a:buNone/>
                      </a:pPr>
                      <a:r>
                        <a:rPr lang="en-US" sz="1000" b="0" i="0" u="none" strike="noStrike" cap="none">
                          <a:solidFill>
                            <a:srgbClr val="F2F2F2"/>
                          </a:solidFill>
                          <a:latin typeface="Arial"/>
                          <a:ea typeface="Arial"/>
                          <a:cs typeface="Arial"/>
                          <a:sym typeface="Arial"/>
                        </a:rPr>
                        <a:t>Service Catalog, </a:t>
                      </a:r>
                      <a:br>
                        <a:rPr lang="en-US" sz="1000" b="0" i="0" u="none" strike="noStrike" cap="none">
                          <a:solidFill>
                            <a:srgbClr val="F2F2F2"/>
                          </a:solidFill>
                          <a:latin typeface="Arial"/>
                          <a:ea typeface="Arial"/>
                          <a:cs typeface="Arial"/>
                          <a:sym typeface="Arial"/>
                        </a:rPr>
                      </a:br>
                      <a:r>
                        <a:rPr lang="en-US" sz="1000" b="0" i="0" u="none" strike="noStrike" cap="none">
                          <a:solidFill>
                            <a:srgbClr val="F2F2F2"/>
                          </a:solidFill>
                          <a:latin typeface="Arial"/>
                          <a:ea typeface="Arial"/>
                          <a:cs typeface="Arial"/>
                          <a:sym typeface="Arial"/>
                        </a:rPr>
                        <a:t>Orchestration, </a:t>
                      </a:r>
                      <a:br>
                        <a:rPr lang="en-US" sz="1000" b="0" i="0" u="none" strike="noStrike" cap="none">
                          <a:solidFill>
                            <a:srgbClr val="F2F2F2"/>
                          </a:solidFill>
                          <a:latin typeface="Arial"/>
                          <a:ea typeface="Arial"/>
                          <a:cs typeface="Arial"/>
                          <a:sym typeface="Arial"/>
                        </a:rPr>
                      </a:br>
                      <a:r>
                        <a:rPr lang="en-US" sz="1000" b="0" i="0" u="none" strike="noStrike" cap="none">
                          <a:solidFill>
                            <a:srgbClr val="F2F2F2"/>
                          </a:solidFill>
                          <a:latin typeface="Arial"/>
                          <a:ea typeface="Arial"/>
                          <a:cs typeface="Arial"/>
                          <a:sym typeface="Arial"/>
                        </a:rPr>
                        <a:t>Applications</a:t>
                      </a:r>
                      <a:endParaRPr sz="1400" b="0" i="0" u="none" strike="noStrike" cap="none">
                        <a:solidFill>
                          <a:srgbClr val="000000"/>
                        </a:solidFill>
                        <a:latin typeface="Arial"/>
                        <a:ea typeface="Arial"/>
                        <a:cs typeface="Arial"/>
                        <a:sym typeface="Arial"/>
                      </a:endParaRPr>
                    </a:p>
                  </p:txBody>
                </p:sp>
              </p:grpSp>
              <p:grpSp>
                <p:nvGrpSpPr>
                  <p:cNvPr id="1831" name="Google Shape;1831;g3978402b0d5_2_1041"/>
                  <p:cNvGrpSpPr/>
                  <p:nvPr/>
                </p:nvGrpSpPr>
                <p:grpSpPr>
                  <a:xfrm>
                    <a:off x="4472340" y="2844216"/>
                    <a:ext cx="3244200" cy="649893"/>
                    <a:chOff x="4472340" y="2844216"/>
                    <a:chExt cx="3244200" cy="649893"/>
                  </a:xfrm>
                </p:grpSpPr>
                <p:grpSp>
                  <p:nvGrpSpPr>
                    <p:cNvPr id="1832" name="Google Shape;1832;g3978402b0d5_2_1041"/>
                    <p:cNvGrpSpPr/>
                    <p:nvPr/>
                  </p:nvGrpSpPr>
                  <p:grpSpPr>
                    <a:xfrm>
                      <a:off x="6581340" y="2844216"/>
                      <a:ext cx="1135200" cy="649893"/>
                      <a:chOff x="6581339" y="2844216"/>
                      <a:chExt cx="1135200" cy="649893"/>
                    </a:xfrm>
                  </p:grpSpPr>
                  <p:sp>
                    <p:nvSpPr>
                      <p:cNvPr id="1833" name="Google Shape;1833;g3978402b0d5_2_1041"/>
                      <p:cNvSpPr txBox="1"/>
                      <p:nvPr/>
                    </p:nvSpPr>
                    <p:spPr>
                      <a:xfrm>
                        <a:off x="6581339" y="3355509"/>
                        <a:ext cx="1135200" cy="138600"/>
                      </a:xfrm>
                      <a:prstGeom prst="rect">
                        <a:avLst/>
                      </a:prstGeom>
                      <a:noFill/>
                      <a:ln>
                        <a:noFill/>
                      </a:ln>
                    </p:spPr>
                    <p:txBody>
                      <a:bodyPr spcFirstLastPara="1" wrap="square" lIns="0" tIns="0" rIns="0" bIns="0" anchor="t" anchorCtr="0">
                        <a:spAutoFit/>
                      </a:bodyPr>
                      <a:lstStyle/>
                      <a:p>
                        <a:pPr marL="0" marR="0" lvl="0" indent="0" algn="ctr" rtl="0">
                          <a:lnSpc>
                            <a:spcPct val="90000"/>
                          </a:lnSpc>
                          <a:spcBef>
                            <a:spcPts val="0"/>
                          </a:spcBef>
                          <a:spcAft>
                            <a:spcPts val="0"/>
                          </a:spcAft>
                          <a:buClr>
                            <a:srgbClr val="000000"/>
                          </a:buClr>
                          <a:buSzPts val="1000"/>
                          <a:buFont typeface="Arial"/>
                          <a:buNone/>
                        </a:pPr>
                        <a:r>
                          <a:rPr lang="en-US" sz="1000" b="0" i="0" u="none" strike="noStrike" cap="none">
                            <a:solidFill>
                              <a:srgbClr val="F2F2F2"/>
                            </a:solidFill>
                            <a:latin typeface="Arial"/>
                            <a:ea typeface="Arial"/>
                            <a:cs typeface="Arial"/>
                            <a:sym typeface="Arial"/>
                          </a:rPr>
                          <a:t>K8s</a:t>
                        </a:r>
                        <a:endParaRPr sz="1000" b="0" i="0" u="none" strike="noStrike" cap="none">
                          <a:solidFill>
                            <a:srgbClr val="F2F2F2"/>
                          </a:solidFill>
                          <a:latin typeface="Arial"/>
                          <a:ea typeface="Arial"/>
                          <a:cs typeface="Arial"/>
                          <a:sym typeface="Arial"/>
                        </a:endParaRPr>
                      </a:p>
                    </p:txBody>
                  </p:sp>
                  <p:sp>
                    <p:nvSpPr>
                      <p:cNvPr id="1834" name="Google Shape;1834;g3978402b0d5_2_1041"/>
                      <p:cNvSpPr/>
                      <p:nvPr/>
                    </p:nvSpPr>
                    <p:spPr>
                      <a:xfrm>
                        <a:off x="6921393" y="2844216"/>
                        <a:ext cx="455100" cy="455100"/>
                      </a:xfrm>
                      <a:prstGeom prst="ellipse">
                        <a:avLst/>
                      </a:prstGeom>
                      <a:solidFill>
                        <a:srgbClr val="041032">
                          <a:alpha val="48627"/>
                        </a:srgbClr>
                      </a:solidFill>
                      <a:ln>
                        <a:noFill/>
                      </a:ln>
                    </p:spPr>
                    <p:txBody>
                      <a:bodyPr spcFirstLastPara="1" wrap="square" lIns="43875" tIns="43875" rIns="43875" bIns="43875" anchor="ctr" anchorCtr="0">
                        <a:noAutofit/>
                      </a:bodyPr>
                      <a:lstStyle/>
                      <a:p>
                        <a:pPr marL="0" marR="0" lvl="0" indent="0" algn="ctr" rtl="0">
                          <a:lnSpc>
                            <a:spcPct val="100000"/>
                          </a:lnSpc>
                          <a:spcBef>
                            <a:spcPts val="0"/>
                          </a:spcBef>
                          <a:spcAft>
                            <a:spcPts val="0"/>
                          </a:spcAft>
                          <a:buClr>
                            <a:srgbClr val="000000"/>
                          </a:buClr>
                          <a:buSzPts val="900"/>
                          <a:buFont typeface="Arial"/>
                          <a:buNone/>
                        </a:pPr>
                        <a:endParaRPr sz="900" b="0" i="0" u="none" strike="noStrike" cap="none">
                          <a:solidFill>
                            <a:srgbClr val="041032"/>
                          </a:solidFill>
                          <a:latin typeface="Arial"/>
                          <a:ea typeface="Arial"/>
                          <a:cs typeface="Arial"/>
                          <a:sym typeface="Arial"/>
                        </a:endParaRPr>
                      </a:p>
                    </p:txBody>
                  </p:sp>
                  <p:pic>
                    <p:nvPicPr>
                      <p:cNvPr id="1835" name="Google Shape;1835;g3978402b0d5_2_1041"/>
                      <p:cNvPicPr preferRelativeResize="0"/>
                      <p:nvPr/>
                    </p:nvPicPr>
                    <p:blipFill rotWithShape="1">
                      <a:blip r:embed="rId3">
                        <a:alphaModFix/>
                      </a:blip>
                      <a:srcRect/>
                      <a:stretch/>
                    </p:blipFill>
                    <p:spPr>
                      <a:xfrm>
                        <a:off x="7012469" y="2939781"/>
                        <a:ext cx="272885" cy="263905"/>
                      </a:xfrm>
                      <a:prstGeom prst="rect">
                        <a:avLst/>
                      </a:prstGeom>
                      <a:noFill/>
                      <a:ln>
                        <a:noFill/>
                      </a:ln>
                    </p:spPr>
                  </p:pic>
                </p:grpSp>
                <p:grpSp>
                  <p:nvGrpSpPr>
                    <p:cNvPr id="1836" name="Google Shape;1836;g3978402b0d5_2_1041"/>
                    <p:cNvGrpSpPr/>
                    <p:nvPr/>
                  </p:nvGrpSpPr>
                  <p:grpSpPr>
                    <a:xfrm>
                      <a:off x="4472340" y="2844216"/>
                      <a:ext cx="1135200" cy="649892"/>
                      <a:chOff x="4472340" y="2844216"/>
                      <a:chExt cx="1135200" cy="649892"/>
                    </a:xfrm>
                  </p:grpSpPr>
                  <p:sp>
                    <p:nvSpPr>
                      <p:cNvPr id="1837" name="Google Shape;1837;g3978402b0d5_2_1041"/>
                      <p:cNvSpPr txBox="1"/>
                      <p:nvPr/>
                    </p:nvSpPr>
                    <p:spPr>
                      <a:xfrm>
                        <a:off x="4472340" y="3355508"/>
                        <a:ext cx="1135200" cy="138600"/>
                      </a:xfrm>
                      <a:prstGeom prst="rect">
                        <a:avLst/>
                      </a:prstGeom>
                      <a:noFill/>
                      <a:ln>
                        <a:noFill/>
                      </a:ln>
                    </p:spPr>
                    <p:txBody>
                      <a:bodyPr spcFirstLastPara="1" wrap="square" lIns="0" tIns="0" rIns="0" bIns="0" anchor="t" anchorCtr="0">
                        <a:spAutoFit/>
                      </a:bodyPr>
                      <a:lstStyle/>
                      <a:p>
                        <a:pPr marL="0" marR="0" lvl="0" indent="0" algn="ctr" rtl="0">
                          <a:lnSpc>
                            <a:spcPct val="90000"/>
                          </a:lnSpc>
                          <a:spcBef>
                            <a:spcPts val="0"/>
                          </a:spcBef>
                          <a:spcAft>
                            <a:spcPts val="0"/>
                          </a:spcAft>
                          <a:buClr>
                            <a:srgbClr val="000000"/>
                          </a:buClr>
                          <a:buSzPts val="1000"/>
                          <a:buFont typeface="Arial"/>
                          <a:buNone/>
                        </a:pPr>
                        <a:r>
                          <a:rPr lang="en-US" sz="1000" b="0" i="0" u="none" strike="noStrike" cap="none">
                            <a:solidFill>
                              <a:srgbClr val="F2F2F2"/>
                            </a:solidFill>
                            <a:latin typeface="Arial"/>
                            <a:ea typeface="Arial"/>
                            <a:cs typeface="Arial"/>
                            <a:sym typeface="Arial"/>
                          </a:rPr>
                          <a:t>Private AI</a:t>
                        </a:r>
                        <a:endParaRPr sz="1000" b="0" i="0" u="none" strike="noStrike" cap="none">
                          <a:solidFill>
                            <a:srgbClr val="F2F2F2"/>
                          </a:solidFill>
                          <a:latin typeface="Arial"/>
                          <a:ea typeface="Arial"/>
                          <a:cs typeface="Arial"/>
                          <a:sym typeface="Arial"/>
                        </a:endParaRPr>
                      </a:p>
                    </p:txBody>
                  </p:sp>
                  <p:sp>
                    <p:nvSpPr>
                      <p:cNvPr id="1838" name="Google Shape;1838;g3978402b0d5_2_1041"/>
                      <p:cNvSpPr/>
                      <p:nvPr/>
                    </p:nvSpPr>
                    <p:spPr>
                      <a:xfrm>
                        <a:off x="4812394" y="2844216"/>
                        <a:ext cx="455100" cy="455100"/>
                      </a:xfrm>
                      <a:prstGeom prst="ellipse">
                        <a:avLst/>
                      </a:prstGeom>
                      <a:solidFill>
                        <a:srgbClr val="041032">
                          <a:alpha val="48627"/>
                        </a:srgbClr>
                      </a:solidFill>
                      <a:ln>
                        <a:noFill/>
                      </a:ln>
                    </p:spPr>
                    <p:txBody>
                      <a:bodyPr spcFirstLastPara="1" wrap="square" lIns="43875" tIns="43875" rIns="43875" bIns="43875" anchor="ctr" anchorCtr="0">
                        <a:noAutofit/>
                      </a:bodyPr>
                      <a:lstStyle/>
                      <a:p>
                        <a:pPr marL="0" marR="0" lvl="0" indent="0" algn="ctr" rtl="0">
                          <a:lnSpc>
                            <a:spcPct val="100000"/>
                          </a:lnSpc>
                          <a:spcBef>
                            <a:spcPts val="0"/>
                          </a:spcBef>
                          <a:spcAft>
                            <a:spcPts val="0"/>
                          </a:spcAft>
                          <a:buClr>
                            <a:srgbClr val="000000"/>
                          </a:buClr>
                          <a:buSzPts val="900"/>
                          <a:buFont typeface="Arial"/>
                          <a:buNone/>
                        </a:pPr>
                        <a:endParaRPr sz="900" b="0" i="0" u="none" strike="noStrike" cap="none">
                          <a:solidFill>
                            <a:srgbClr val="041032"/>
                          </a:solidFill>
                          <a:latin typeface="Arial"/>
                          <a:ea typeface="Arial"/>
                          <a:cs typeface="Arial"/>
                          <a:sym typeface="Arial"/>
                        </a:endParaRPr>
                      </a:p>
                    </p:txBody>
                  </p:sp>
                  <p:sp>
                    <p:nvSpPr>
                      <p:cNvPr id="1839" name="Google Shape;1839;g3978402b0d5_2_1041"/>
                      <p:cNvSpPr/>
                      <p:nvPr/>
                    </p:nvSpPr>
                    <p:spPr>
                      <a:xfrm>
                        <a:off x="4894378" y="2940057"/>
                        <a:ext cx="291877" cy="264086"/>
                      </a:xfrm>
                      <a:custGeom>
                        <a:avLst/>
                        <a:gdLst/>
                        <a:ahLst/>
                        <a:cxnLst/>
                        <a:rect l="l" t="t" r="r" b="b"/>
                        <a:pathLst>
                          <a:path w="690834" h="625055" extrusionOk="0">
                            <a:moveTo>
                              <a:pt x="526283" y="456636"/>
                            </a:moveTo>
                            <a:cubicBezTo>
                              <a:pt x="515286" y="456636"/>
                              <a:pt x="506326" y="465596"/>
                              <a:pt x="506326" y="476593"/>
                            </a:cubicBezTo>
                            <a:cubicBezTo>
                              <a:pt x="506326" y="487590"/>
                              <a:pt x="515286" y="496551"/>
                              <a:pt x="526283" y="496551"/>
                            </a:cubicBezTo>
                            <a:cubicBezTo>
                              <a:pt x="537281" y="496551"/>
                              <a:pt x="546241" y="487590"/>
                              <a:pt x="546241" y="476593"/>
                            </a:cubicBezTo>
                            <a:cubicBezTo>
                              <a:pt x="546241" y="465596"/>
                              <a:pt x="537281" y="456636"/>
                              <a:pt x="526283" y="456636"/>
                            </a:cubicBezTo>
                            <a:close/>
                            <a:moveTo>
                              <a:pt x="602347" y="336736"/>
                            </a:moveTo>
                            <a:cubicBezTo>
                              <a:pt x="591350" y="336736"/>
                              <a:pt x="582390" y="345697"/>
                              <a:pt x="582390" y="356694"/>
                            </a:cubicBezTo>
                            <a:cubicBezTo>
                              <a:pt x="582390" y="367691"/>
                              <a:pt x="591350" y="376652"/>
                              <a:pt x="602347" y="376652"/>
                            </a:cubicBezTo>
                            <a:cubicBezTo>
                              <a:pt x="613344" y="376652"/>
                              <a:pt x="622305" y="367691"/>
                              <a:pt x="622305" y="356694"/>
                            </a:cubicBezTo>
                            <a:cubicBezTo>
                              <a:pt x="622305" y="345697"/>
                              <a:pt x="613344" y="336736"/>
                              <a:pt x="602347" y="336736"/>
                            </a:cubicBezTo>
                            <a:close/>
                            <a:moveTo>
                              <a:pt x="50505" y="290558"/>
                            </a:moveTo>
                            <a:cubicBezTo>
                              <a:pt x="39508" y="290558"/>
                              <a:pt x="30548" y="299519"/>
                              <a:pt x="30548" y="310516"/>
                            </a:cubicBezTo>
                            <a:cubicBezTo>
                              <a:pt x="30548" y="321513"/>
                              <a:pt x="39508" y="330474"/>
                              <a:pt x="50505" y="330474"/>
                            </a:cubicBezTo>
                            <a:cubicBezTo>
                              <a:pt x="61503" y="330474"/>
                              <a:pt x="70463" y="321513"/>
                              <a:pt x="70463" y="310516"/>
                            </a:cubicBezTo>
                            <a:cubicBezTo>
                              <a:pt x="70463" y="299519"/>
                              <a:pt x="61503" y="290558"/>
                              <a:pt x="50505" y="290558"/>
                            </a:cubicBezTo>
                            <a:close/>
                            <a:moveTo>
                              <a:pt x="640328" y="216837"/>
                            </a:moveTo>
                            <a:cubicBezTo>
                              <a:pt x="629331" y="216837"/>
                              <a:pt x="620371" y="225797"/>
                              <a:pt x="620371" y="236794"/>
                            </a:cubicBezTo>
                            <a:cubicBezTo>
                              <a:pt x="620371" y="247791"/>
                              <a:pt x="629331" y="256752"/>
                              <a:pt x="640328" y="256752"/>
                            </a:cubicBezTo>
                            <a:cubicBezTo>
                              <a:pt x="651326" y="256752"/>
                              <a:pt x="660286" y="247791"/>
                              <a:pt x="660286" y="236794"/>
                            </a:cubicBezTo>
                            <a:cubicBezTo>
                              <a:pt x="660286" y="225797"/>
                              <a:pt x="651326" y="216837"/>
                              <a:pt x="640328" y="216837"/>
                            </a:cubicBezTo>
                            <a:close/>
                            <a:moveTo>
                              <a:pt x="570628" y="96938"/>
                            </a:moveTo>
                            <a:cubicBezTo>
                              <a:pt x="559631" y="96938"/>
                              <a:pt x="550671" y="105898"/>
                              <a:pt x="550671" y="116895"/>
                            </a:cubicBezTo>
                            <a:cubicBezTo>
                              <a:pt x="550671" y="127892"/>
                              <a:pt x="559631" y="136853"/>
                              <a:pt x="570628" y="136853"/>
                            </a:cubicBezTo>
                            <a:cubicBezTo>
                              <a:pt x="581626" y="136853"/>
                              <a:pt x="590586" y="127892"/>
                              <a:pt x="590586" y="116895"/>
                            </a:cubicBezTo>
                            <a:cubicBezTo>
                              <a:pt x="590586" y="105898"/>
                              <a:pt x="581626" y="96938"/>
                              <a:pt x="570628" y="96938"/>
                            </a:cubicBezTo>
                            <a:close/>
                            <a:moveTo>
                              <a:pt x="354352" y="30548"/>
                            </a:moveTo>
                            <a:cubicBezTo>
                              <a:pt x="314831" y="30548"/>
                              <a:pt x="279147" y="51569"/>
                              <a:pt x="259329" y="83815"/>
                            </a:cubicBezTo>
                            <a:lnTo>
                              <a:pt x="252360" y="101446"/>
                            </a:lnTo>
                            <a:lnTo>
                              <a:pt x="273553" y="98974"/>
                            </a:lnTo>
                            <a:cubicBezTo>
                              <a:pt x="283125" y="99788"/>
                              <a:pt x="292646" y="101570"/>
                              <a:pt x="301810" y="104269"/>
                            </a:cubicBezTo>
                            <a:lnTo>
                              <a:pt x="293206" y="133595"/>
                            </a:lnTo>
                            <a:cubicBezTo>
                              <a:pt x="286027" y="131456"/>
                              <a:pt x="278543" y="130082"/>
                              <a:pt x="271008" y="129471"/>
                            </a:cubicBezTo>
                            <a:cubicBezTo>
                              <a:pt x="209862" y="124430"/>
                              <a:pt x="155843" y="169946"/>
                              <a:pt x="150701" y="231092"/>
                            </a:cubicBezTo>
                            <a:cubicBezTo>
                              <a:pt x="149581" y="244457"/>
                              <a:pt x="150879" y="257796"/>
                              <a:pt x="154437" y="270499"/>
                            </a:cubicBezTo>
                            <a:lnTo>
                              <a:pt x="160642" y="283270"/>
                            </a:lnTo>
                            <a:lnTo>
                              <a:pt x="186646" y="259094"/>
                            </a:lnTo>
                            <a:cubicBezTo>
                              <a:pt x="194842" y="254054"/>
                              <a:pt x="203498" y="249777"/>
                              <a:pt x="212458" y="246519"/>
                            </a:cubicBezTo>
                            <a:lnTo>
                              <a:pt x="222997" y="275183"/>
                            </a:lnTo>
                            <a:cubicBezTo>
                              <a:pt x="215971" y="277779"/>
                              <a:pt x="209149" y="281089"/>
                              <a:pt x="202683" y="285060"/>
                            </a:cubicBezTo>
                            <a:cubicBezTo>
                              <a:pt x="150447" y="317389"/>
                              <a:pt x="134256" y="386172"/>
                              <a:pt x="166586" y="438358"/>
                            </a:cubicBezTo>
                            <a:cubicBezTo>
                              <a:pt x="173637" y="449763"/>
                              <a:pt x="182623" y="459703"/>
                              <a:pt x="193048" y="467786"/>
                            </a:cubicBezTo>
                            <a:lnTo>
                              <a:pt x="222567" y="483161"/>
                            </a:lnTo>
                            <a:lnTo>
                              <a:pt x="243006" y="483161"/>
                            </a:lnTo>
                            <a:cubicBezTo>
                              <a:pt x="243006" y="544562"/>
                              <a:pt x="292951" y="594507"/>
                              <a:pt x="354352" y="594507"/>
                            </a:cubicBezTo>
                            <a:cubicBezTo>
                              <a:pt x="376397" y="594507"/>
                              <a:pt x="397526" y="588092"/>
                              <a:pt x="415803" y="575873"/>
                            </a:cubicBezTo>
                            <a:lnTo>
                              <a:pt x="415803" y="491817"/>
                            </a:lnTo>
                            <a:lnTo>
                              <a:pt x="367487" y="491817"/>
                            </a:lnTo>
                            <a:cubicBezTo>
                              <a:pt x="351654" y="491817"/>
                              <a:pt x="338773" y="506632"/>
                              <a:pt x="338773" y="524808"/>
                            </a:cubicBezTo>
                            <a:lnTo>
                              <a:pt x="308225" y="524808"/>
                            </a:lnTo>
                            <a:cubicBezTo>
                              <a:pt x="308225" y="489780"/>
                              <a:pt x="334801" y="461269"/>
                              <a:pt x="367487" y="461269"/>
                            </a:cubicBezTo>
                            <a:lnTo>
                              <a:pt x="415803" y="461269"/>
                            </a:lnTo>
                            <a:lnTo>
                              <a:pt x="415803" y="371306"/>
                            </a:lnTo>
                            <a:lnTo>
                              <a:pt x="270193" y="371306"/>
                            </a:lnTo>
                            <a:cubicBezTo>
                              <a:pt x="254360" y="371306"/>
                              <a:pt x="241479" y="386121"/>
                              <a:pt x="241479" y="404297"/>
                            </a:cubicBezTo>
                            <a:lnTo>
                              <a:pt x="210931" y="404297"/>
                            </a:lnTo>
                            <a:cubicBezTo>
                              <a:pt x="210931" y="369269"/>
                              <a:pt x="237507" y="340758"/>
                              <a:pt x="270193" y="340758"/>
                            </a:cubicBezTo>
                            <a:lnTo>
                              <a:pt x="415803" y="340758"/>
                            </a:lnTo>
                            <a:lnTo>
                              <a:pt x="415803" y="251712"/>
                            </a:lnTo>
                            <a:lnTo>
                              <a:pt x="303082" y="251712"/>
                            </a:lnTo>
                            <a:cubicBezTo>
                              <a:pt x="270396" y="251712"/>
                              <a:pt x="243820" y="225136"/>
                              <a:pt x="243820" y="192450"/>
                            </a:cubicBezTo>
                            <a:lnTo>
                              <a:pt x="274368" y="192450"/>
                            </a:lnTo>
                            <a:cubicBezTo>
                              <a:pt x="274368" y="208284"/>
                              <a:pt x="287249" y="221165"/>
                              <a:pt x="303082" y="221165"/>
                            </a:cubicBezTo>
                            <a:lnTo>
                              <a:pt x="415803" y="221165"/>
                            </a:lnTo>
                            <a:lnTo>
                              <a:pt x="415803" y="132119"/>
                            </a:lnTo>
                            <a:lnTo>
                              <a:pt x="375633" y="132119"/>
                            </a:lnTo>
                            <a:lnTo>
                              <a:pt x="375633" y="101571"/>
                            </a:lnTo>
                            <a:lnTo>
                              <a:pt x="415803" y="101571"/>
                            </a:lnTo>
                            <a:lnTo>
                              <a:pt x="415803" y="49182"/>
                            </a:lnTo>
                            <a:cubicBezTo>
                              <a:pt x="397475" y="36963"/>
                              <a:pt x="376397" y="30548"/>
                              <a:pt x="354352" y="30548"/>
                            </a:cubicBezTo>
                            <a:close/>
                            <a:moveTo>
                              <a:pt x="354352" y="0"/>
                            </a:moveTo>
                            <a:cubicBezTo>
                              <a:pt x="385612" y="0"/>
                              <a:pt x="415345" y="10081"/>
                              <a:pt x="440343" y="29173"/>
                            </a:cubicBezTo>
                            <a:lnTo>
                              <a:pt x="446351" y="33755"/>
                            </a:lnTo>
                            <a:lnTo>
                              <a:pt x="446351" y="101571"/>
                            </a:lnTo>
                            <a:lnTo>
                              <a:pt x="523214" y="101571"/>
                            </a:lnTo>
                            <a:lnTo>
                              <a:pt x="524098" y="97204"/>
                            </a:lnTo>
                            <a:cubicBezTo>
                              <a:pt x="531775" y="79083"/>
                              <a:pt x="549741" y="66339"/>
                              <a:pt x="570628" y="66339"/>
                            </a:cubicBezTo>
                            <a:cubicBezTo>
                              <a:pt x="598478" y="66339"/>
                              <a:pt x="621134" y="88995"/>
                              <a:pt x="621134" y="116844"/>
                            </a:cubicBezTo>
                            <a:cubicBezTo>
                              <a:pt x="621134" y="144694"/>
                              <a:pt x="598478" y="167350"/>
                              <a:pt x="570628" y="167350"/>
                            </a:cubicBezTo>
                            <a:cubicBezTo>
                              <a:pt x="549741" y="167350"/>
                              <a:pt x="531775" y="154606"/>
                              <a:pt x="524098" y="136485"/>
                            </a:cubicBezTo>
                            <a:lnTo>
                              <a:pt x="523214" y="132119"/>
                            </a:lnTo>
                            <a:lnTo>
                              <a:pt x="446351" y="132119"/>
                            </a:lnTo>
                            <a:lnTo>
                              <a:pt x="446351" y="221470"/>
                            </a:lnTo>
                            <a:lnTo>
                              <a:pt x="592914" y="221470"/>
                            </a:lnTo>
                            <a:lnTo>
                              <a:pt x="593798" y="217103"/>
                            </a:lnTo>
                            <a:cubicBezTo>
                              <a:pt x="601476" y="198982"/>
                              <a:pt x="619442" y="186238"/>
                              <a:pt x="640328" y="186238"/>
                            </a:cubicBezTo>
                            <a:cubicBezTo>
                              <a:pt x="668178" y="186238"/>
                              <a:pt x="690834" y="208894"/>
                              <a:pt x="690834" y="236743"/>
                            </a:cubicBezTo>
                            <a:cubicBezTo>
                              <a:pt x="690834" y="264593"/>
                              <a:pt x="668178" y="287249"/>
                              <a:pt x="640328" y="287249"/>
                            </a:cubicBezTo>
                            <a:cubicBezTo>
                              <a:pt x="619442" y="287249"/>
                              <a:pt x="601476" y="274505"/>
                              <a:pt x="593798" y="256384"/>
                            </a:cubicBezTo>
                            <a:lnTo>
                              <a:pt x="592915" y="252018"/>
                            </a:lnTo>
                            <a:lnTo>
                              <a:pt x="446351" y="252018"/>
                            </a:lnTo>
                            <a:lnTo>
                              <a:pt x="446351" y="341369"/>
                            </a:lnTo>
                            <a:lnTo>
                              <a:pt x="554933" y="341369"/>
                            </a:lnTo>
                            <a:lnTo>
                              <a:pt x="555817" y="337003"/>
                            </a:lnTo>
                            <a:cubicBezTo>
                              <a:pt x="563494" y="318882"/>
                              <a:pt x="581460" y="306138"/>
                              <a:pt x="602347" y="306138"/>
                            </a:cubicBezTo>
                            <a:cubicBezTo>
                              <a:pt x="630197" y="306138"/>
                              <a:pt x="652853" y="328794"/>
                              <a:pt x="652853" y="356643"/>
                            </a:cubicBezTo>
                            <a:cubicBezTo>
                              <a:pt x="652853" y="384493"/>
                              <a:pt x="630197" y="407149"/>
                              <a:pt x="602347" y="407149"/>
                            </a:cubicBezTo>
                            <a:cubicBezTo>
                              <a:pt x="581460" y="407149"/>
                              <a:pt x="563494" y="394405"/>
                              <a:pt x="555817" y="376284"/>
                            </a:cubicBezTo>
                            <a:lnTo>
                              <a:pt x="554933" y="371917"/>
                            </a:lnTo>
                            <a:lnTo>
                              <a:pt x="446351" y="371917"/>
                            </a:lnTo>
                            <a:lnTo>
                              <a:pt x="446351" y="461269"/>
                            </a:lnTo>
                            <a:lnTo>
                              <a:pt x="478869" y="461269"/>
                            </a:lnTo>
                            <a:lnTo>
                              <a:pt x="479753" y="456902"/>
                            </a:lnTo>
                            <a:cubicBezTo>
                              <a:pt x="487430" y="438781"/>
                              <a:pt x="505396" y="426037"/>
                              <a:pt x="526283" y="426037"/>
                            </a:cubicBezTo>
                            <a:cubicBezTo>
                              <a:pt x="554133" y="426037"/>
                              <a:pt x="576789" y="448693"/>
                              <a:pt x="576789" y="476542"/>
                            </a:cubicBezTo>
                            <a:cubicBezTo>
                              <a:pt x="576789" y="504392"/>
                              <a:pt x="554133" y="527048"/>
                              <a:pt x="526283" y="527048"/>
                            </a:cubicBezTo>
                            <a:cubicBezTo>
                              <a:pt x="505396" y="527048"/>
                              <a:pt x="487430" y="514304"/>
                              <a:pt x="479753" y="496183"/>
                            </a:cubicBezTo>
                            <a:lnTo>
                              <a:pt x="478869" y="491817"/>
                            </a:lnTo>
                            <a:lnTo>
                              <a:pt x="446351" y="491817"/>
                            </a:lnTo>
                            <a:lnTo>
                              <a:pt x="446351" y="591249"/>
                            </a:lnTo>
                            <a:lnTo>
                              <a:pt x="440343" y="595831"/>
                            </a:lnTo>
                            <a:cubicBezTo>
                              <a:pt x="415345" y="614923"/>
                              <a:pt x="385612" y="625055"/>
                              <a:pt x="354352" y="625055"/>
                            </a:cubicBezTo>
                            <a:cubicBezTo>
                              <a:pt x="295662" y="625055"/>
                              <a:pt x="245192" y="589257"/>
                              <a:pt x="223624" y="538345"/>
                            </a:cubicBezTo>
                            <a:lnTo>
                              <a:pt x="218933" y="515161"/>
                            </a:lnTo>
                            <a:lnTo>
                              <a:pt x="174395" y="491924"/>
                            </a:lnTo>
                            <a:cubicBezTo>
                              <a:pt x="161113" y="481621"/>
                              <a:pt x="149657" y="468957"/>
                              <a:pt x="140671" y="454446"/>
                            </a:cubicBezTo>
                            <a:cubicBezTo>
                              <a:pt x="120714" y="422219"/>
                              <a:pt x="114502" y="384136"/>
                              <a:pt x="123208" y="347224"/>
                            </a:cubicBezTo>
                            <a:lnTo>
                              <a:pt x="132938" y="325790"/>
                            </a:lnTo>
                            <a:lnTo>
                              <a:pt x="97909" y="325790"/>
                            </a:lnTo>
                            <a:lnTo>
                              <a:pt x="97036" y="330106"/>
                            </a:lnTo>
                            <a:cubicBezTo>
                              <a:pt x="89358" y="348227"/>
                              <a:pt x="71392" y="360971"/>
                              <a:pt x="50505" y="360971"/>
                            </a:cubicBezTo>
                            <a:cubicBezTo>
                              <a:pt x="22656" y="360971"/>
                              <a:pt x="0" y="338315"/>
                              <a:pt x="0" y="310465"/>
                            </a:cubicBezTo>
                            <a:cubicBezTo>
                              <a:pt x="0" y="282616"/>
                              <a:pt x="22656" y="259960"/>
                              <a:pt x="50505" y="259960"/>
                            </a:cubicBezTo>
                            <a:cubicBezTo>
                              <a:pt x="71392" y="259960"/>
                              <a:pt x="89358" y="272704"/>
                              <a:pt x="97036" y="290825"/>
                            </a:cubicBezTo>
                            <a:lnTo>
                              <a:pt x="97930" y="295242"/>
                            </a:lnTo>
                            <a:lnTo>
                              <a:pt x="133039" y="295242"/>
                            </a:lnTo>
                            <a:lnTo>
                              <a:pt x="125015" y="278721"/>
                            </a:lnTo>
                            <a:cubicBezTo>
                              <a:pt x="120484" y="262531"/>
                              <a:pt x="118829" y="245526"/>
                              <a:pt x="120255" y="228496"/>
                            </a:cubicBezTo>
                            <a:cubicBezTo>
                              <a:pt x="125181" y="170035"/>
                              <a:pt x="165045" y="122743"/>
                              <a:pt x="217597" y="105501"/>
                            </a:cubicBezTo>
                            <a:lnTo>
                              <a:pt x="218443" y="105402"/>
                            </a:lnTo>
                            <a:lnTo>
                              <a:pt x="233261" y="67916"/>
                            </a:lnTo>
                            <a:cubicBezTo>
                              <a:pt x="258518" y="26805"/>
                              <a:pt x="303986" y="0"/>
                              <a:pt x="354352" y="0"/>
                            </a:cubicBezTo>
                            <a:close/>
                          </a:path>
                        </a:pathLst>
                      </a:custGeom>
                      <a:solidFill>
                        <a:srgbClr val="FFFFFF"/>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Arial"/>
                          <a:ea typeface="Arial"/>
                          <a:cs typeface="Arial"/>
                          <a:sym typeface="Arial"/>
                        </a:endParaRPr>
                      </a:p>
                    </p:txBody>
                  </p:sp>
                </p:grpSp>
                <p:grpSp>
                  <p:nvGrpSpPr>
                    <p:cNvPr id="1840" name="Google Shape;1840;g3978402b0d5_2_1041"/>
                    <p:cNvGrpSpPr/>
                    <p:nvPr/>
                  </p:nvGrpSpPr>
                  <p:grpSpPr>
                    <a:xfrm>
                      <a:off x="5526840" y="2844216"/>
                      <a:ext cx="1135200" cy="649890"/>
                      <a:chOff x="5519606" y="2844216"/>
                      <a:chExt cx="1135200" cy="649890"/>
                    </a:xfrm>
                  </p:grpSpPr>
                  <p:sp>
                    <p:nvSpPr>
                      <p:cNvPr id="1841" name="Google Shape;1841;g3978402b0d5_2_1041"/>
                      <p:cNvSpPr txBox="1"/>
                      <p:nvPr/>
                    </p:nvSpPr>
                    <p:spPr>
                      <a:xfrm>
                        <a:off x="5519606" y="3355506"/>
                        <a:ext cx="1135200" cy="138600"/>
                      </a:xfrm>
                      <a:prstGeom prst="rect">
                        <a:avLst/>
                      </a:prstGeom>
                      <a:noFill/>
                      <a:ln>
                        <a:noFill/>
                      </a:ln>
                    </p:spPr>
                    <p:txBody>
                      <a:bodyPr spcFirstLastPara="1" wrap="square" lIns="0" tIns="0" rIns="0" bIns="0" anchor="t" anchorCtr="0">
                        <a:spAutoFit/>
                      </a:bodyPr>
                      <a:lstStyle/>
                      <a:p>
                        <a:pPr marL="0" marR="0" lvl="0" indent="0" algn="ctr" rtl="0">
                          <a:lnSpc>
                            <a:spcPct val="90000"/>
                          </a:lnSpc>
                          <a:spcBef>
                            <a:spcPts val="0"/>
                          </a:spcBef>
                          <a:spcAft>
                            <a:spcPts val="0"/>
                          </a:spcAft>
                          <a:buClr>
                            <a:srgbClr val="000000"/>
                          </a:buClr>
                          <a:buSzPts val="1000"/>
                          <a:buFont typeface="Arial"/>
                          <a:buNone/>
                        </a:pPr>
                        <a:r>
                          <a:rPr lang="en-US" sz="1000" b="0" i="0" u="none" strike="noStrike" cap="none">
                            <a:solidFill>
                              <a:srgbClr val="F2F2F2"/>
                            </a:solidFill>
                            <a:latin typeface="Arial"/>
                            <a:ea typeface="Arial"/>
                            <a:cs typeface="Arial"/>
                            <a:sym typeface="Arial"/>
                          </a:rPr>
                          <a:t>Traditional VMs</a:t>
                        </a:r>
                        <a:endParaRPr sz="1000" b="0" i="0" u="none" strike="noStrike" cap="none">
                          <a:solidFill>
                            <a:srgbClr val="F2F2F2"/>
                          </a:solidFill>
                          <a:latin typeface="Arial"/>
                          <a:ea typeface="Arial"/>
                          <a:cs typeface="Arial"/>
                          <a:sym typeface="Arial"/>
                        </a:endParaRPr>
                      </a:p>
                    </p:txBody>
                  </p:sp>
                  <p:sp>
                    <p:nvSpPr>
                      <p:cNvPr id="1842" name="Google Shape;1842;g3978402b0d5_2_1041"/>
                      <p:cNvSpPr/>
                      <p:nvPr/>
                    </p:nvSpPr>
                    <p:spPr>
                      <a:xfrm>
                        <a:off x="5859660" y="2844216"/>
                        <a:ext cx="455100" cy="455100"/>
                      </a:xfrm>
                      <a:prstGeom prst="ellipse">
                        <a:avLst/>
                      </a:prstGeom>
                      <a:solidFill>
                        <a:srgbClr val="041032">
                          <a:alpha val="48627"/>
                        </a:srgbClr>
                      </a:solidFill>
                      <a:ln>
                        <a:noFill/>
                      </a:ln>
                    </p:spPr>
                    <p:txBody>
                      <a:bodyPr spcFirstLastPara="1" wrap="square" lIns="43875" tIns="43875" rIns="43875" bIns="43875" anchor="ctr" anchorCtr="0">
                        <a:noAutofit/>
                      </a:bodyPr>
                      <a:lstStyle/>
                      <a:p>
                        <a:pPr marL="0" marR="0" lvl="0" indent="0" algn="ctr" rtl="0">
                          <a:lnSpc>
                            <a:spcPct val="100000"/>
                          </a:lnSpc>
                          <a:spcBef>
                            <a:spcPts val="0"/>
                          </a:spcBef>
                          <a:spcAft>
                            <a:spcPts val="0"/>
                          </a:spcAft>
                          <a:buClr>
                            <a:srgbClr val="000000"/>
                          </a:buClr>
                          <a:buSzPts val="900"/>
                          <a:buFont typeface="Arial"/>
                          <a:buNone/>
                        </a:pPr>
                        <a:endParaRPr sz="900" b="0" i="0" u="none" strike="noStrike" cap="none">
                          <a:solidFill>
                            <a:srgbClr val="041032"/>
                          </a:solidFill>
                          <a:latin typeface="Arial"/>
                          <a:ea typeface="Arial"/>
                          <a:cs typeface="Arial"/>
                          <a:sym typeface="Arial"/>
                        </a:endParaRPr>
                      </a:p>
                    </p:txBody>
                  </p:sp>
                  <p:sp>
                    <p:nvSpPr>
                      <p:cNvPr id="1843" name="Google Shape;1843;g3978402b0d5_2_1041"/>
                      <p:cNvSpPr/>
                      <p:nvPr/>
                    </p:nvSpPr>
                    <p:spPr>
                      <a:xfrm>
                        <a:off x="5964453" y="2948923"/>
                        <a:ext cx="245734" cy="245907"/>
                      </a:xfrm>
                      <a:custGeom>
                        <a:avLst/>
                        <a:gdLst/>
                        <a:ahLst/>
                        <a:cxnLst/>
                        <a:rect l="l" t="t" r="r" b="b"/>
                        <a:pathLst>
                          <a:path w="682595" h="683075" extrusionOk="0">
                            <a:moveTo>
                              <a:pt x="205196" y="288762"/>
                            </a:moveTo>
                            <a:lnTo>
                              <a:pt x="229961" y="288762"/>
                            </a:lnTo>
                            <a:lnTo>
                              <a:pt x="258536" y="360390"/>
                            </a:lnTo>
                            <a:lnTo>
                              <a:pt x="286539" y="288762"/>
                            </a:lnTo>
                            <a:lnTo>
                              <a:pt x="311114" y="288762"/>
                            </a:lnTo>
                            <a:lnTo>
                              <a:pt x="269394" y="387250"/>
                            </a:lnTo>
                            <a:lnTo>
                              <a:pt x="247677" y="387250"/>
                            </a:lnTo>
                            <a:close/>
                            <a:moveTo>
                              <a:pt x="379376" y="286476"/>
                            </a:moveTo>
                            <a:cubicBezTo>
                              <a:pt x="394997" y="286476"/>
                              <a:pt x="407570" y="295620"/>
                              <a:pt x="412714" y="309907"/>
                            </a:cubicBezTo>
                            <a:cubicBezTo>
                              <a:pt x="415381" y="295810"/>
                              <a:pt x="427192" y="286476"/>
                              <a:pt x="442622" y="286476"/>
                            </a:cubicBezTo>
                            <a:cubicBezTo>
                              <a:pt x="463196" y="286476"/>
                              <a:pt x="478627" y="302287"/>
                              <a:pt x="478627" y="324576"/>
                            </a:cubicBezTo>
                            <a:lnTo>
                              <a:pt x="478627" y="387250"/>
                            </a:lnTo>
                            <a:lnTo>
                              <a:pt x="455957" y="387250"/>
                            </a:lnTo>
                            <a:lnTo>
                              <a:pt x="455957" y="328386"/>
                            </a:lnTo>
                            <a:cubicBezTo>
                              <a:pt x="455957" y="315432"/>
                              <a:pt x="448147" y="306288"/>
                              <a:pt x="436907" y="306288"/>
                            </a:cubicBezTo>
                            <a:cubicBezTo>
                              <a:pt x="424144" y="306288"/>
                              <a:pt x="415190" y="314860"/>
                              <a:pt x="415190" y="326862"/>
                            </a:cubicBezTo>
                            <a:lnTo>
                              <a:pt x="415190" y="387250"/>
                            </a:lnTo>
                            <a:lnTo>
                              <a:pt x="392711" y="387250"/>
                            </a:lnTo>
                            <a:lnTo>
                              <a:pt x="392711" y="328386"/>
                            </a:lnTo>
                            <a:cubicBezTo>
                              <a:pt x="392711" y="315432"/>
                              <a:pt x="384710" y="306288"/>
                              <a:pt x="373471" y="306288"/>
                            </a:cubicBezTo>
                            <a:cubicBezTo>
                              <a:pt x="360898" y="306288"/>
                              <a:pt x="351944" y="314860"/>
                              <a:pt x="351944" y="326862"/>
                            </a:cubicBezTo>
                            <a:lnTo>
                              <a:pt x="351944" y="387250"/>
                            </a:lnTo>
                            <a:lnTo>
                              <a:pt x="328703" y="387250"/>
                            </a:lnTo>
                            <a:lnTo>
                              <a:pt x="328703" y="288762"/>
                            </a:lnTo>
                            <a:lnTo>
                              <a:pt x="351944" y="288762"/>
                            </a:lnTo>
                            <a:lnTo>
                              <a:pt x="351944" y="302097"/>
                            </a:lnTo>
                            <a:cubicBezTo>
                              <a:pt x="356897" y="292572"/>
                              <a:pt x="366994" y="286476"/>
                              <a:pt x="379376" y="286476"/>
                            </a:cubicBezTo>
                            <a:close/>
                            <a:moveTo>
                              <a:pt x="0" y="0"/>
                            </a:moveTo>
                            <a:lnTo>
                              <a:pt x="682595" y="0"/>
                            </a:lnTo>
                            <a:lnTo>
                              <a:pt x="682595" y="661954"/>
                            </a:lnTo>
                            <a:lnTo>
                              <a:pt x="634593" y="661954"/>
                            </a:lnTo>
                            <a:lnTo>
                              <a:pt x="634593" y="48002"/>
                            </a:lnTo>
                            <a:lnTo>
                              <a:pt x="48002" y="48002"/>
                            </a:lnTo>
                            <a:lnTo>
                              <a:pt x="48002" y="635073"/>
                            </a:lnTo>
                            <a:lnTo>
                              <a:pt x="574590" y="635073"/>
                            </a:lnTo>
                            <a:lnTo>
                              <a:pt x="574590" y="683075"/>
                            </a:lnTo>
                            <a:lnTo>
                              <a:pt x="0" y="683075"/>
                            </a:lnTo>
                            <a:close/>
                          </a:path>
                        </a:pathLst>
                      </a:custGeom>
                      <a:solidFill>
                        <a:srgbClr val="FFFFFF"/>
                      </a:solidFill>
                      <a:ln>
                        <a:noFill/>
                      </a:ln>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900"/>
                          <a:buFont typeface="Arial"/>
                          <a:buNone/>
                        </a:pPr>
                        <a:endParaRPr sz="900" b="0" i="0" u="none" strike="noStrike" cap="none">
                          <a:solidFill>
                            <a:srgbClr val="FFFFFF"/>
                          </a:solidFill>
                          <a:latin typeface="Arial"/>
                          <a:ea typeface="Arial"/>
                          <a:cs typeface="Arial"/>
                          <a:sym typeface="Arial"/>
                        </a:endParaRPr>
                      </a:p>
                    </p:txBody>
                  </p:sp>
                </p:grpSp>
              </p:grpSp>
            </p:grpSp>
            <p:grpSp>
              <p:nvGrpSpPr>
                <p:cNvPr id="1844" name="Google Shape;1844;g3978402b0d5_2_1041"/>
                <p:cNvGrpSpPr/>
                <p:nvPr/>
              </p:nvGrpSpPr>
              <p:grpSpPr>
                <a:xfrm>
                  <a:off x="3070929" y="3736619"/>
                  <a:ext cx="6047100" cy="1277400"/>
                  <a:chOff x="3070929" y="3736619"/>
                  <a:chExt cx="6047100" cy="1277400"/>
                </a:xfrm>
              </p:grpSpPr>
              <p:sp>
                <p:nvSpPr>
                  <p:cNvPr id="1845" name="Google Shape;1845;g3978402b0d5_2_1041"/>
                  <p:cNvSpPr/>
                  <p:nvPr/>
                </p:nvSpPr>
                <p:spPr>
                  <a:xfrm>
                    <a:off x="3070929" y="3736619"/>
                    <a:ext cx="6047100" cy="1277400"/>
                  </a:xfrm>
                  <a:prstGeom prst="round2SameRect">
                    <a:avLst>
                      <a:gd name="adj1" fmla="val 0"/>
                      <a:gd name="adj2" fmla="val 16384"/>
                    </a:avLst>
                  </a:prstGeom>
                  <a:gradFill>
                    <a:gsLst>
                      <a:gs pos="0">
                        <a:schemeClr val="accent5"/>
                      </a:gs>
                      <a:gs pos="21000">
                        <a:schemeClr val="accent5"/>
                      </a:gs>
                      <a:gs pos="100000">
                        <a:schemeClr val="accent2"/>
                      </a:gs>
                    </a:gsLst>
                    <a:lin ang="0" scaled="0"/>
                  </a:gra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000"/>
                      <a:buFont typeface="Arial"/>
                      <a:buNone/>
                    </a:pPr>
                    <a:endParaRPr sz="1000" b="0" i="0" u="none" strike="noStrike" cap="none">
                      <a:solidFill>
                        <a:srgbClr val="FFFFFF"/>
                      </a:solidFill>
                      <a:latin typeface="Arial"/>
                      <a:ea typeface="Arial"/>
                      <a:cs typeface="Arial"/>
                      <a:sym typeface="Arial"/>
                    </a:endParaRPr>
                  </a:p>
                </p:txBody>
              </p:sp>
              <p:grpSp>
                <p:nvGrpSpPr>
                  <p:cNvPr id="1846" name="Google Shape;1846;g3978402b0d5_2_1041"/>
                  <p:cNvGrpSpPr/>
                  <p:nvPr/>
                </p:nvGrpSpPr>
                <p:grpSpPr>
                  <a:xfrm>
                    <a:off x="3297881" y="4146771"/>
                    <a:ext cx="5593171" cy="456900"/>
                    <a:chOff x="3297881" y="4146771"/>
                    <a:chExt cx="5593171" cy="456900"/>
                  </a:xfrm>
                </p:grpSpPr>
                <p:sp>
                  <p:nvSpPr>
                    <p:cNvPr id="1847" name="Google Shape;1847;g3978402b0d5_2_1041"/>
                    <p:cNvSpPr txBox="1"/>
                    <p:nvPr/>
                  </p:nvSpPr>
                  <p:spPr>
                    <a:xfrm>
                      <a:off x="3297881" y="4146771"/>
                      <a:ext cx="1079100" cy="4569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1000"/>
                        <a:buFont typeface="Arial"/>
                        <a:buNone/>
                      </a:pPr>
                      <a:r>
                        <a:rPr lang="en-US" sz="1000" b="0" i="0" u="none" strike="noStrike" cap="none">
                          <a:solidFill>
                            <a:srgbClr val="F2F2F2"/>
                          </a:solidFill>
                          <a:latin typeface="Arial"/>
                          <a:ea typeface="Arial"/>
                          <a:cs typeface="Arial"/>
                          <a:sym typeface="Arial"/>
                        </a:rPr>
                        <a:t>Capacity, </a:t>
                      </a:r>
                      <a:br>
                        <a:rPr lang="en-US" sz="1000" b="0" i="0" u="none" strike="noStrike" cap="none">
                          <a:solidFill>
                            <a:srgbClr val="F2F2F2"/>
                          </a:solidFill>
                          <a:latin typeface="Arial"/>
                          <a:ea typeface="Arial"/>
                          <a:cs typeface="Arial"/>
                          <a:sym typeface="Arial"/>
                        </a:rPr>
                      </a:br>
                      <a:r>
                        <a:rPr lang="en-US" sz="1000" b="0" i="0" u="none" strike="noStrike" cap="none">
                          <a:solidFill>
                            <a:srgbClr val="F2F2F2"/>
                          </a:solidFill>
                          <a:latin typeface="Arial"/>
                          <a:ea typeface="Arial"/>
                          <a:cs typeface="Arial"/>
                          <a:sym typeface="Arial"/>
                        </a:rPr>
                        <a:t>Configuration,</a:t>
                      </a:r>
                      <a:br>
                        <a:rPr lang="en-US" sz="1000" b="0" i="0" u="none" strike="noStrike" cap="none">
                          <a:solidFill>
                            <a:srgbClr val="F2F2F2"/>
                          </a:solidFill>
                          <a:latin typeface="Arial"/>
                          <a:ea typeface="Arial"/>
                          <a:cs typeface="Arial"/>
                          <a:sym typeface="Arial"/>
                        </a:rPr>
                      </a:br>
                      <a:r>
                        <a:rPr lang="en-US" sz="1000" b="0" i="0" u="none" strike="noStrike" cap="none">
                          <a:solidFill>
                            <a:srgbClr val="F2F2F2"/>
                          </a:solidFill>
                          <a:latin typeface="Arial"/>
                          <a:ea typeface="Arial"/>
                          <a:cs typeface="Arial"/>
                          <a:sym typeface="Arial"/>
                        </a:rPr>
                        <a:t>Tenancy</a:t>
                      </a:r>
                      <a:endParaRPr sz="1000" b="0" i="0" u="none" strike="noStrike" cap="none">
                        <a:solidFill>
                          <a:srgbClr val="F2F2F2"/>
                        </a:solidFill>
                        <a:latin typeface="Arial"/>
                        <a:ea typeface="Arial"/>
                        <a:cs typeface="Arial"/>
                        <a:sym typeface="Arial"/>
                      </a:endParaRPr>
                    </a:p>
                  </p:txBody>
                </p:sp>
                <p:sp>
                  <p:nvSpPr>
                    <p:cNvPr id="1848" name="Google Shape;1848;g3978402b0d5_2_1041"/>
                    <p:cNvSpPr txBox="1"/>
                    <p:nvPr/>
                  </p:nvSpPr>
                  <p:spPr>
                    <a:xfrm>
                      <a:off x="7811952" y="4146771"/>
                      <a:ext cx="1079100" cy="4569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1000"/>
                        <a:buFont typeface="Arial"/>
                        <a:buNone/>
                      </a:pPr>
                      <a:r>
                        <a:rPr lang="en-US" sz="1000" b="0" i="0" u="none" strike="noStrike" cap="none">
                          <a:solidFill>
                            <a:srgbClr val="F2F2F2"/>
                          </a:solidFill>
                          <a:latin typeface="Arial"/>
                          <a:ea typeface="Arial"/>
                          <a:cs typeface="Arial"/>
                          <a:sym typeface="Arial"/>
                        </a:rPr>
                        <a:t>SRE Ops, Fleet </a:t>
                      </a:r>
                      <a:br>
                        <a:rPr lang="en-US" sz="1000" b="0" i="0" u="none" strike="noStrike" cap="none">
                          <a:solidFill>
                            <a:srgbClr val="F2F2F2"/>
                          </a:solidFill>
                          <a:latin typeface="Arial"/>
                          <a:ea typeface="Arial"/>
                          <a:cs typeface="Arial"/>
                          <a:sym typeface="Arial"/>
                        </a:rPr>
                      </a:br>
                      <a:r>
                        <a:rPr lang="en-US" sz="1000" b="0" i="0" u="none" strike="noStrike" cap="none">
                          <a:solidFill>
                            <a:srgbClr val="F2F2F2"/>
                          </a:solidFill>
                          <a:latin typeface="Arial"/>
                          <a:ea typeface="Arial"/>
                          <a:cs typeface="Arial"/>
                          <a:sym typeface="Arial"/>
                        </a:rPr>
                        <a:t>&amp; Security </a:t>
                      </a:r>
                      <a:br>
                        <a:rPr lang="en-US" sz="1000" b="0" i="0" u="none" strike="noStrike" cap="none">
                          <a:solidFill>
                            <a:srgbClr val="F2F2F2"/>
                          </a:solidFill>
                          <a:latin typeface="Arial"/>
                          <a:ea typeface="Arial"/>
                          <a:cs typeface="Arial"/>
                          <a:sym typeface="Arial"/>
                        </a:rPr>
                      </a:br>
                      <a:r>
                        <a:rPr lang="en-US" sz="1000" b="0" i="0" u="none" strike="noStrike" cap="none">
                          <a:solidFill>
                            <a:srgbClr val="F2F2F2"/>
                          </a:solidFill>
                          <a:latin typeface="Arial"/>
                          <a:ea typeface="Arial"/>
                          <a:cs typeface="Arial"/>
                          <a:sym typeface="Arial"/>
                        </a:rPr>
                        <a:t>Management,</a:t>
                      </a:r>
                      <a:endParaRPr sz="1400" b="0" i="0" u="none" strike="noStrike" cap="none">
                        <a:solidFill>
                          <a:srgbClr val="000000"/>
                        </a:solidFill>
                        <a:latin typeface="Arial"/>
                        <a:ea typeface="Arial"/>
                        <a:cs typeface="Arial"/>
                        <a:sym typeface="Arial"/>
                      </a:endParaRPr>
                    </a:p>
                  </p:txBody>
                </p:sp>
              </p:grpSp>
              <p:sp>
                <p:nvSpPr>
                  <p:cNvPr id="1849" name="Google Shape;1849;g3978402b0d5_2_1041"/>
                  <p:cNvSpPr/>
                  <p:nvPr/>
                </p:nvSpPr>
                <p:spPr>
                  <a:xfrm>
                    <a:off x="4306398" y="3757498"/>
                    <a:ext cx="3576000" cy="326400"/>
                  </a:xfrm>
                  <a:prstGeom prst="rect">
                    <a:avLst/>
                  </a:prstGeom>
                  <a:noFill/>
                  <a:ln>
                    <a:noFill/>
                  </a:ln>
                </p:spPr>
                <p:txBody>
                  <a:bodyPr spcFirstLastPara="1" wrap="square" lIns="68525" tIns="68525" rIns="68525" bIns="68525" anchor="ctr" anchorCtr="0">
                    <a:noAutofit/>
                  </a:bodyPr>
                  <a:lstStyle/>
                  <a:p>
                    <a:pPr marL="0" marR="0" lvl="0" indent="0" algn="ctr" rtl="0">
                      <a:lnSpc>
                        <a:spcPct val="100000"/>
                      </a:lnSpc>
                      <a:spcBef>
                        <a:spcPts val="0"/>
                      </a:spcBef>
                      <a:spcAft>
                        <a:spcPts val="0"/>
                      </a:spcAft>
                      <a:buClr>
                        <a:srgbClr val="000000"/>
                      </a:buClr>
                      <a:buSzPts val="1050"/>
                      <a:buFont typeface="Arial"/>
                      <a:buNone/>
                    </a:pPr>
                    <a:r>
                      <a:rPr lang="en-US" sz="1050" b="1" i="0" u="none" strike="noStrike" cap="none">
                        <a:solidFill>
                          <a:srgbClr val="F2F2F2"/>
                        </a:solidFill>
                        <a:latin typeface="Arial"/>
                        <a:ea typeface="Arial"/>
                        <a:cs typeface="Arial"/>
                        <a:sym typeface="Arial"/>
                      </a:rPr>
                      <a:t>Automation &amp; Operations</a:t>
                    </a:r>
                    <a:endParaRPr sz="1050" b="1" i="0" u="none" strike="noStrike" cap="none">
                      <a:solidFill>
                        <a:srgbClr val="F2F2F2"/>
                      </a:solidFill>
                      <a:latin typeface="Arial"/>
                      <a:ea typeface="Arial"/>
                      <a:cs typeface="Arial"/>
                      <a:sym typeface="Arial"/>
                    </a:endParaRPr>
                  </a:p>
                </p:txBody>
              </p:sp>
              <p:grpSp>
                <p:nvGrpSpPr>
                  <p:cNvPr id="1850" name="Google Shape;1850;g3978402b0d5_2_1041"/>
                  <p:cNvGrpSpPr/>
                  <p:nvPr/>
                </p:nvGrpSpPr>
                <p:grpSpPr>
                  <a:xfrm>
                    <a:off x="4472340" y="4073343"/>
                    <a:ext cx="3244199" cy="744582"/>
                    <a:chOff x="4472340" y="4073343"/>
                    <a:chExt cx="3244199" cy="744582"/>
                  </a:xfrm>
                </p:grpSpPr>
                <p:sp>
                  <p:nvSpPr>
                    <p:cNvPr id="1851" name="Google Shape;1851;g3978402b0d5_2_1041"/>
                    <p:cNvSpPr/>
                    <p:nvPr/>
                  </p:nvSpPr>
                  <p:spPr>
                    <a:xfrm>
                      <a:off x="4592619" y="4073343"/>
                      <a:ext cx="3003600" cy="353700"/>
                    </a:xfrm>
                    <a:prstGeom prst="roundRect">
                      <a:avLst>
                        <a:gd name="adj" fmla="val 9132"/>
                      </a:avLst>
                    </a:prstGeom>
                    <a:noFill/>
                    <a:ln w="22225" cap="rnd" cmpd="sng">
                      <a:solidFill>
                        <a:schemeClr val="lt1"/>
                      </a:solidFill>
                      <a:prstDash val="dot"/>
                      <a:round/>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000"/>
                        <a:buFont typeface="Arial"/>
                        <a:buNone/>
                      </a:pPr>
                      <a:endParaRPr sz="1000" b="0" i="0" u="none" strike="noStrike" cap="none">
                        <a:solidFill>
                          <a:srgbClr val="000000"/>
                        </a:solidFill>
                        <a:latin typeface="Arial"/>
                        <a:ea typeface="Arial"/>
                        <a:cs typeface="Arial"/>
                        <a:sym typeface="Arial"/>
                      </a:endParaRPr>
                    </a:p>
                  </p:txBody>
                </p:sp>
                <p:grpSp>
                  <p:nvGrpSpPr>
                    <p:cNvPr id="1852" name="Google Shape;1852;g3978402b0d5_2_1041"/>
                    <p:cNvGrpSpPr/>
                    <p:nvPr/>
                  </p:nvGrpSpPr>
                  <p:grpSpPr>
                    <a:xfrm>
                      <a:off x="4472340" y="4185162"/>
                      <a:ext cx="3244199" cy="632763"/>
                      <a:chOff x="4472340" y="4185162"/>
                      <a:chExt cx="3244199" cy="632763"/>
                    </a:xfrm>
                  </p:grpSpPr>
                  <p:grpSp>
                    <p:nvGrpSpPr>
                      <p:cNvPr id="1853" name="Google Shape;1853;g3978402b0d5_2_1041"/>
                      <p:cNvGrpSpPr/>
                      <p:nvPr/>
                    </p:nvGrpSpPr>
                    <p:grpSpPr>
                      <a:xfrm>
                        <a:off x="6581339" y="4185162"/>
                        <a:ext cx="1135200" cy="632763"/>
                        <a:chOff x="6581339" y="4185162"/>
                        <a:chExt cx="1135200" cy="632763"/>
                      </a:xfrm>
                    </p:grpSpPr>
                    <p:sp>
                      <p:nvSpPr>
                        <p:cNvPr id="1854" name="Google Shape;1854;g3978402b0d5_2_1041"/>
                        <p:cNvSpPr txBox="1"/>
                        <p:nvPr/>
                      </p:nvSpPr>
                      <p:spPr>
                        <a:xfrm>
                          <a:off x="6581339" y="4679325"/>
                          <a:ext cx="1135200" cy="138600"/>
                        </a:xfrm>
                        <a:prstGeom prst="rect">
                          <a:avLst/>
                        </a:prstGeom>
                        <a:noFill/>
                        <a:ln>
                          <a:noFill/>
                        </a:ln>
                      </p:spPr>
                      <p:txBody>
                        <a:bodyPr spcFirstLastPara="1" wrap="square" lIns="0" tIns="0" rIns="0" bIns="0" anchor="t" anchorCtr="0">
                          <a:spAutoFit/>
                        </a:bodyPr>
                        <a:lstStyle/>
                        <a:p>
                          <a:pPr marL="0" marR="0" lvl="0" indent="0" algn="ctr" rtl="0">
                            <a:lnSpc>
                              <a:spcPct val="90000"/>
                            </a:lnSpc>
                            <a:spcBef>
                              <a:spcPts val="0"/>
                            </a:spcBef>
                            <a:spcAft>
                              <a:spcPts val="0"/>
                            </a:spcAft>
                            <a:buClr>
                              <a:srgbClr val="000000"/>
                            </a:buClr>
                            <a:buSzPts val="1000"/>
                            <a:buFont typeface="Arial"/>
                            <a:buNone/>
                          </a:pPr>
                          <a:r>
                            <a:rPr lang="en-US" sz="1000" b="0" i="0" u="none" strike="noStrike" cap="none">
                              <a:solidFill>
                                <a:srgbClr val="F2F2F2"/>
                              </a:solidFill>
                              <a:latin typeface="Arial"/>
                              <a:ea typeface="Arial"/>
                              <a:cs typeface="Arial"/>
                              <a:sym typeface="Arial"/>
                            </a:rPr>
                            <a:t>Networking </a:t>
                          </a:r>
                          <a:endParaRPr sz="1000" b="0" i="0" u="none" strike="noStrike" cap="none">
                            <a:solidFill>
                              <a:srgbClr val="F2F2F2"/>
                            </a:solidFill>
                            <a:latin typeface="Arial"/>
                            <a:ea typeface="Arial"/>
                            <a:cs typeface="Arial"/>
                            <a:sym typeface="Arial"/>
                          </a:endParaRPr>
                        </a:p>
                      </p:txBody>
                    </p:sp>
                    <p:sp>
                      <p:nvSpPr>
                        <p:cNvPr id="1855" name="Google Shape;1855;g3978402b0d5_2_1041"/>
                        <p:cNvSpPr/>
                        <p:nvPr/>
                      </p:nvSpPr>
                      <p:spPr>
                        <a:xfrm>
                          <a:off x="6921410" y="4185162"/>
                          <a:ext cx="455100" cy="455100"/>
                        </a:xfrm>
                        <a:prstGeom prst="ellipse">
                          <a:avLst/>
                        </a:prstGeom>
                        <a:solidFill>
                          <a:srgbClr val="1C345E"/>
                        </a:solidFill>
                        <a:ln>
                          <a:noFill/>
                        </a:ln>
                      </p:spPr>
                      <p:txBody>
                        <a:bodyPr spcFirstLastPara="1" wrap="square" lIns="43875" tIns="43875" rIns="43875" bIns="43875" anchor="ctr" anchorCtr="0">
                          <a:noAutofit/>
                        </a:bodyPr>
                        <a:lstStyle/>
                        <a:p>
                          <a:pPr marL="0" marR="0" lvl="0" indent="0" algn="ctr" rtl="0">
                            <a:lnSpc>
                              <a:spcPct val="100000"/>
                            </a:lnSpc>
                            <a:spcBef>
                              <a:spcPts val="0"/>
                            </a:spcBef>
                            <a:spcAft>
                              <a:spcPts val="0"/>
                            </a:spcAft>
                            <a:buClr>
                              <a:srgbClr val="000000"/>
                            </a:buClr>
                            <a:buSzPts val="900"/>
                            <a:buFont typeface="Arial"/>
                            <a:buNone/>
                          </a:pPr>
                          <a:endParaRPr sz="900" b="0" i="0" u="none" strike="noStrike" cap="none">
                            <a:solidFill>
                              <a:srgbClr val="041032"/>
                            </a:solidFill>
                            <a:latin typeface="Arial"/>
                            <a:ea typeface="Arial"/>
                            <a:cs typeface="Arial"/>
                            <a:sym typeface="Arial"/>
                          </a:endParaRPr>
                        </a:p>
                      </p:txBody>
                    </p:sp>
                    <p:sp>
                      <p:nvSpPr>
                        <p:cNvPr id="1856" name="Google Shape;1856;g3978402b0d5_2_1041"/>
                        <p:cNvSpPr/>
                        <p:nvPr/>
                      </p:nvSpPr>
                      <p:spPr>
                        <a:xfrm>
                          <a:off x="7021516" y="4285267"/>
                          <a:ext cx="254070" cy="254070"/>
                        </a:xfrm>
                        <a:custGeom>
                          <a:avLst/>
                          <a:gdLst/>
                          <a:ahLst/>
                          <a:cxnLst/>
                          <a:rect l="l" t="t" r="r" b="b"/>
                          <a:pathLst>
                            <a:path w="686675" h="686675" extrusionOk="0">
                              <a:moveTo>
                                <a:pt x="343338" y="0"/>
                              </a:moveTo>
                              <a:cubicBezTo>
                                <a:pt x="153736" y="0"/>
                                <a:pt x="0" y="153736"/>
                                <a:pt x="0" y="343338"/>
                              </a:cubicBezTo>
                              <a:cubicBezTo>
                                <a:pt x="0" y="532939"/>
                                <a:pt x="153736" y="686676"/>
                                <a:pt x="343338" y="686676"/>
                              </a:cubicBezTo>
                              <a:cubicBezTo>
                                <a:pt x="532939" y="686676"/>
                                <a:pt x="686676" y="532939"/>
                                <a:pt x="686676" y="343338"/>
                              </a:cubicBezTo>
                              <a:cubicBezTo>
                                <a:pt x="686676" y="153736"/>
                                <a:pt x="532939" y="0"/>
                                <a:pt x="343338" y="0"/>
                              </a:cubicBezTo>
                              <a:close/>
                              <a:moveTo>
                                <a:pt x="431519" y="150822"/>
                              </a:moveTo>
                              <a:lnTo>
                                <a:pt x="545981" y="265284"/>
                              </a:lnTo>
                              <a:lnTo>
                                <a:pt x="521528" y="289738"/>
                              </a:lnTo>
                              <a:lnTo>
                                <a:pt x="407065" y="175275"/>
                              </a:lnTo>
                              <a:lnTo>
                                <a:pt x="431519" y="150822"/>
                              </a:lnTo>
                              <a:close/>
                              <a:moveTo>
                                <a:pt x="502805" y="332173"/>
                              </a:moveTo>
                              <a:lnTo>
                                <a:pt x="502805" y="366754"/>
                              </a:lnTo>
                              <a:lnTo>
                                <a:pt x="429296" y="366754"/>
                              </a:lnTo>
                              <a:lnTo>
                                <a:pt x="429296" y="332173"/>
                              </a:lnTo>
                              <a:lnTo>
                                <a:pt x="502805" y="332173"/>
                              </a:lnTo>
                              <a:close/>
                              <a:moveTo>
                                <a:pt x="59627" y="347685"/>
                              </a:moveTo>
                              <a:cubicBezTo>
                                <a:pt x="59627" y="317748"/>
                                <a:pt x="83883" y="293492"/>
                                <a:pt x="113820" y="293492"/>
                              </a:cubicBezTo>
                              <a:cubicBezTo>
                                <a:pt x="143757" y="293492"/>
                                <a:pt x="168013" y="317748"/>
                                <a:pt x="168013" y="347685"/>
                              </a:cubicBezTo>
                              <a:cubicBezTo>
                                <a:pt x="168013" y="377622"/>
                                <a:pt x="143757" y="401878"/>
                                <a:pt x="113820" y="401878"/>
                              </a:cubicBezTo>
                              <a:cubicBezTo>
                                <a:pt x="83883" y="401878"/>
                                <a:pt x="59627" y="377622"/>
                                <a:pt x="59627" y="347685"/>
                              </a:cubicBezTo>
                              <a:close/>
                              <a:moveTo>
                                <a:pt x="265679" y="537583"/>
                              </a:moveTo>
                              <a:lnTo>
                                <a:pt x="151217" y="423121"/>
                              </a:lnTo>
                              <a:lnTo>
                                <a:pt x="175670" y="398667"/>
                              </a:lnTo>
                              <a:lnTo>
                                <a:pt x="290133" y="513130"/>
                              </a:lnTo>
                              <a:lnTo>
                                <a:pt x="265679" y="537583"/>
                              </a:lnTo>
                              <a:close/>
                              <a:moveTo>
                                <a:pt x="191182" y="366754"/>
                              </a:moveTo>
                              <a:lnTo>
                                <a:pt x="191182" y="332173"/>
                              </a:lnTo>
                              <a:lnTo>
                                <a:pt x="264691" y="332173"/>
                              </a:lnTo>
                              <a:lnTo>
                                <a:pt x="264691" y="366754"/>
                              </a:lnTo>
                              <a:lnTo>
                                <a:pt x="191182" y="366754"/>
                              </a:lnTo>
                              <a:close/>
                              <a:moveTo>
                                <a:pt x="175670" y="289787"/>
                              </a:moveTo>
                              <a:lnTo>
                                <a:pt x="151217" y="265334"/>
                              </a:lnTo>
                              <a:lnTo>
                                <a:pt x="265679" y="150871"/>
                              </a:lnTo>
                              <a:lnTo>
                                <a:pt x="290133" y="175325"/>
                              </a:lnTo>
                              <a:lnTo>
                                <a:pt x="175670" y="289787"/>
                              </a:lnTo>
                              <a:close/>
                              <a:moveTo>
                                <a:pt x="345116" y="626802"/>
                              </a:moveTo>
                              <a:cubicBezTo>
                                <a:pt x="315179" y="626802"/>
                                <a:pt x="290923" y="602546"/>
                                <a:pt x="290923" y="572609"/>
                              </a:cubicBezTo>
                              <a:cubicBezTo>
                                <a:pt x="290923" y="542671"/>
                                <a:pt x="315179" y="518415"/>
                                <a:pt x="345116" y="518415"/>
                              </a:cubicBezTo>
                              <a:cubicBezTo>
                                <a:pt x="375053" y="518415"/>
                                <a:pt x="399309" y="542671"/>
                                <a:pt x="399309" y="572609"/>
                              </a:cubicBezTo>
                              <a:cubicBezTo>
                                <a:pt x="399309" y="602546"/>
                                <a:pt x="375053" y="626802"/>
                                <a:pt x="345116" y="626802"/>
                              </a:cubicBezTo>
                              <a:close/>
                              <a:moveTo>
                                <a:pt x="345116" y="400594"/>
                              </a:moveTo>
                              <a:cubicBezTo>
                                <a:pt x="315179" y="400594"/>
                                <a:pt x="290923" y="376338"/>
                                <a:pt x="290923" y="346401"/>
                              </a:cubicBezTo>
                              <a:cubicBezTo>
                                <a:pt x="290923" y="316464"/>
                                <a:pt x="315179" y="292208"/>
                                <a:pt x="345116" y="292208"/>
                              </a:cubicBezTo>
                              <a:cubicBezTo>
                                <a:pt x="375053" y="292208"/>
                                <a:pt x="399309" y="316464"/>
                                <a:pt x="399309" y="346401"/>
                              </a:cubicBezTo>
                              <a:cubicBezTo>
                                <a:pt x="399309" y="376338"/>
                                <a:pt x="375053" y="400594"/>
                                <a:pt x="345116" y="400594"/>
                              </a:cubicBezTo>
                              <a:close/>
                              <a:moveTo>
                                <a:pt x="345116" y="168063"/>
                              </a:moveTo>
                              <a:cubicBezTo>
                                <a:pt x="315179" y="168063"/>
                                <a:pt x="290923" y="143807"/>
                                <a:pt x="290923" y="113870"/>
                              </a:cubicBezTo>
                              <a:cubicBezTo>
                                <a:pt x="290923" y="83933"/>
                                <a:pt x="315179" y="59677"/>
                                <a:pt x="345116" y="59677"/>
                              </a:cubicBezTo>
                              <a:cubicBezTo>
                                <a:pt x="375053" y="59677"/>
                                <a:pt x="399309" y="83933"/>
                                <a:pt x="399309" y="113870"/>
                              </a:cubicBezTo>
                              <a:cubicBezTo>
                                <a:pt x="399309" y="143807"/>
                                <a:pt x="375053" y="168063"/>
                                <a:pt x="345116" y="168063"/>
                              </a:cubicBezTo>
                              <a:close/>
                              <a:moveTo>
                                <a:pt x="431519" y="537583"/>
                              </a:moveTo>
                              <a:lnTo>
                                <a:pt x="407065" y="513130"/>
                              </a:lnTo>
                              <a:lnTo>
                                <a:pt x="521528" y="398667"/>
                              </a:lnTo>
                              <a:lnTo>
                                <a:pt x="545981" y="423121"/>
                              </a:lnTo>
                              <a:lnTo>
                                <a:pt x="431519" y="537583"/>
                              </a:lnTo>
                              <a:close/>
                              <a:moveTo>
                                <a:pt x="576412" y="401878"/>
                              </a:moveTo>
                              <a:cubicBezTo>
                                <a:pt x="546475" y="401878"/>
                                <a:pt x="522219" y="377622"/>
                                <a:pt x="522219" y="347685"/>
                              </a:cubicBezTo>
                              <a:cubicBezTo>
                                <a:pt x="522219" y="317748"/>
                                <a:pt x="546475" y="293492"/>
                                <a:pt x="576412" y="293492"/>
                              </a:cubicBezTo>
                              <a:cubicBezTo>
                                <a:pt x="606350" y="293492"/>
                                <a:pt x="630605" y="317748"/>
                                <a:pt x="630605" y="347685"/>
                              </a:cubicBezTo>
                              <a:cubicBezTo>
                                <a:pt x="630605" y="377622"/>
                                <a:pt x="606350" y="401878"/>
                                <a:pt x="576412" y="401878"/>
                              </a:cubicBezTo>
                              <a:close/>
                            </a:path>
                          </a:pathLst>
                        </a:custGeom>
                        <a:solidFill>
                          <a:srgbClr val="FFFFFF"/>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Arial"/>
                            <a:ea typeface="Arial"/>
                            <a:cs typeface="Arial"/>
                            <a:sym typeface="Arial"/>
                          </a:endParaRPr>
                        </a:p>
                      </p:txBody>
                    </p:sp>
                  </p:grpSp>
                  <p:grpSp>
                    <p:nvGrpSpPr>
                      <p:cNvPr id="1857" name="Google Shape;1857;g3978402b0d5_2_1041"/>
                      <p:cNvGrpSpPr/>
                      <p:nvPr/>
                    </p:nvGrpSpPr>
                    <p:grpSpPr>
                      <a:xfrm>
                        <a:off x="5526840" y="4185162"/>
                        <a:ext cx="1135200" cy="632763"/>
                        <a:chOff x="5519608" y="4185162"/>
                        <a:chExt cx="1135200" cy="632763"/>
                      </a:xfrm>
                    </p:grpSpPr>
                    <p:sp>
                      <p:nvSpPr>
                        <p:cNvPr id="1858" name="Google Shape;1858;g3978402b0d5_2_1041"/>
                        <p:cNvSpPr txBox="1"/>
                        <p:nvPr/>
                      </p:nvSpPr>
                      <p:spPr>
                        <a:xfrm>
                          <a:off x="5519608" y="4679325"/>
                          <a:ext cx="1135200" cy="138600"/>
                        </a:xfrm>
                        <a:prstGeom prst="rect">
                          <a:avLst/>
                        </a:prstGeom>
                        <a:noFill/>
                        <a:ln>
                          <a:noFill/>
                        </a:ln>
                      </p:spPr>
                      <p:txBody>
                        <a:bodyPr spcFirstLastPara="1" wrap="square" lIns="0" tIns="0" rIns="0" bIns="0" anchor="t" anchorCtr="0">
                          <a:spAutoFit/>
                        </a:bodyPr>
                        <a:lstStyle/>
                        <a:p>
                          <a:pPr marL="0" marR="0" lvl="0" indent="0" algn="ctr" rtl="0">
                            <a:lnSpc>
                              <a:spcPct val="90000"/>
                            </a:lnSpc>
                            <a:spcBef>
                              <a:spcPts val="0"/>
                            </a:spcBef>
                            <a:spcAft>
                              <a:spcPts val="0"/>
                            </a:spcAft>
                            <a:buClr>
                              <a:srgbClr val="000000"/>
                            </a:buClr>
                            <a:buSzPts val="1000"/>
                            <a:buFont typeface="Arial"/>
                            <a:buNone/>
                          </a:pPr>
                          <a:r>
                            <a:rPr lang="en-US" sz="1000" b="0" i="0" u="none" strike="noStrike" cap="none">
                              <a:solidFill>
                                <a:srgbClr val="F2F2F2"/>
                              </a:solidFill>
                              <a:latin typeface="Arial"/>
                              <a:ea typeface="Arial"/>
                              <a:cs typeface="Arial"/>
                              <a:sym typeface="Arial"/>
                            </a:rPr>
                            <a:t>Storage </a:t>
                          </a:r>
                          <a:endParaRPr sz="1000" b="0" i="0" u="none" strike="noStrike" cap="none">
                            <a:solidFill>
                              <a:srgbClr val="F2F2F2"/>
                            </a:solidFill>
                            <a:latin typeface="Arial"/>
                            <a:ea typeface="Arial"/>
                            <a:cs typeface="Arial"/>
                            <a:sym typeface="Arial"/>
                          </a:endParaRPr>
                        </a:p>
                      </p:txBody>
                    </p:sp>
                    <p:sp>
                      <p:nvSpPr>
                        <p:cNvPr id="1859" name="Google Shape;1859;g3978402b0d5_2_1041"/>
                        <p:cNvSpPr/>
                        <p:nvPr/>
                      </p:nvSpPr>
                      <p:spPr>
                        <a:xfrm>
                          <a:off x="5859678" y="4185162"/>
                          <a:ext cx="455100" cy="455100"/>
                        </a:xfrm>
                        <a:prstGeom prst="ellipse">
                          <a:avLst/>
                        </a:prstGeom>
                        <a:solidFill>
                          <a:srgbClr val="27335F"/>
                        </a:solidFill>
                        <a:ln>
                          <a:noFill/>
                        </a:ln>
                      </p:spPr>
                      <p:txBody>
                        <a:bodyPr spcFirstLastPara="1" wrap="square" lIns="43875" tIns="43875" rIns="43875" bIns="43875" anchor="ctr" anchorCtr="0">
                          <a:noAutofit/>
                        </a:bodyPr>
                        <a:lstStyle/>
                        <a:p>
                          <a:pPr marL="0" marR="0" lvl="0" indent="0" algn="ctr" rtl="0">
                            <a:lnSpc>
                              <a:spcPct val="100000"/>
                            </a:lnSpc>
                            <a:spcBef>
                              <a:spcPts val="0"/>
                            </a:spcBef>
                            <a:spcAft>
                              <a:spcPts val="0"/>
                            </a:spcAft>
                            <a:buClr>
                              <a:srgbClr val="000000"/>
                            </a:buClr>
                            <a:buSzPts val="900"/>
                            <a:buFont typeface="Arial"/>
                            <a:buNone/>
                          </a:pPr>
                          <a:endParaRPr sz="900" b="0" i="0" u="none" strike="noStrike" cap="none">
                            <a:solidFill>
                              <a:srgbClr val="041032"/>
                            </a:solidFill>
                            <a:latin typeface="Arial"/>
                            <a:ea typeface="Arial"/>
                            <a:cs typeface="Arial"/>
                            <a:sym typeface="Arial"/>
                          </a:endParaRPr>
                        </a:p>
                      </p:txBody>
                    </p:sp>
                    <p:sp>
                      <p:nvSpPr>
                        <p:cNvPr id="1860" name="Google Shape;1860;g3978402b0d5_2_1041"/>
                        <p:cNvSpPr/>
                        <p:nvPr/>
                      </p:nvSpPr>
                      <p:spPr>
                        <a:xfrm>
                          <a:off x="5986282" y="4299895"/>
                          <a:ext cx="201953" cy="225712"/>
                        </a:xfrm>
                        <a:custGeom>
                          <a:avLst/>
                          <a:gdLst/>
                          <a:ahLst/>
                          <a:cxnLst/>
                          <a:rect l="l" t="t" r="r" b="b"/>
                          <a:pathLst>
                            <a:path w="271078" h="302969" extrusionOk="0">
                              <a:moveTo>
                                <a:pt x="135539" y="0"/>
                              </a:moveTo>
                              <a:cubicBezTo>
                                <a:pt x="210386" y="0"/>
                                <a:pt x="271079" y="16074"/>
                                <a:pt x="271079" y="35918"/>
                              </a:cubicBezTo>
                              <a:lnTo>
                                <a:pt x="271079" y="51827"/>
                              </a:lnTo>
                              <a:cubicBezTo>
                                <a:pt x="271079" y="71647"/>
                                <a:pt x="210386" y="87697"/>
                                <a:pt x="135539" y="87697"/>
                              </a:cubicBezTo>
                              <a:cubicBezTo>
                                <a:pt x="60693" y="87697"/>
                                <a:pt x="0" y="71623"/>
                                <a:pt x="0" y="51827"/>
                              </a:cubicBezTo>
                              <a:lnTo>
                                <a:pt x="0" y="35871"/>
                              </a:lnTo>
                              <a:cubicBezTo>
                                <a:pt x="0" y="16051"/>
                                <a:pt x="60693" y="0"/>
                                <a:pt x="135539" y="0"/>
                              </a:cubicBezTo>
                              <a:close/>
                              <a:moveTo>
                                <a:pt x="271079" y="267099"/>
                              </a:moveTo>
                              <a:cubicBezTo>
                                <a:pt x="271079" y="286919"/>
                                <a:pt x="210386" y="302970"/>
                                <a:pt x="135539" y="302970"/>
                              </a:cubicBezTo>
                              <a:cubicBezTo>
                                <a:pt x="60693" y="302970"/>
                                <a:pt x="0" y="286895"/>
                                <a:pt x="0" y="267099"/>
                              </a:cubicBezTo>
                              <a:lnTo>
                                <a:pt x="0" y="219255"/>
                              </a:lnTo>
                              <a:cubicBezTo>
                                <a:pt x="0" y="239076"/>
                                <a:pt x="60693" y="255126"/>
                                <a:pt x="135539" y="255126"/>
                              </a:cubicBezTo>
                              <a:cubicBezTo>
                                <a:pt x="210386" y="255126"/>
                                <a:pt x="271079" y="239076"/>
                                <a:pt x="271079" y="219279"/>
                              </a:cubicBezTo>
                              <a:lnTo>
                                <a:pt x="271079" y="267075"/>
                              </a:lnTo>
                              <a:close/>
                              <a:moveTo>
                                <a:pt x="271079" y="195334"/>
                              </a:moveTo>
                              <a:cubicBezTo>
                                <a:pt x="271079" y="215154"/>
                                <a:pt x="210386" y="231204"/>
                                <a:pt x="135539" y="231204"/>
                              </a:cubicBezTo>
                              <a:cubicBezTo>
                                <a:pt x="60693" y="231204"/>
                                <a:pt x="0" y="215130"/>
                                <a:pt x="0" y="195334"/>
                              </a:cubicBezTo>
                              <a:lnTo>
                                <a:pt x="0" y="147490"/>
                              </a:lnTo>
                              <a:cubicBezTo>
                                <a:pt x="0" y="167310"/>
                                <a:pt x="60693" y="183361"/>
                                <a:pt x="135539" y="183361"/>
                              </a:cubicBezTo>
                              <a:cubicBezTo>
                                <a:pt x="210386" y="183361"/>
                                <a:pt x="271079" y="167310"/>
                                <a:pt x="271079" y="147514"/>
                              </a:cubicBezTo>
                              <a:lnTo>
                                <a:pt x="271079" y="195334"/>
                              </a:lnTo>
                              <a:close/>
                              <a:moveTo>
                                <a:pt x="271079" y="123568"/>
                              </a:moveTo>
                              <a:cubicBezTo>
                                <a:pt x="271079" y="143388"/>
                                <a:pt x="210386" y="159439"/>
                                <a:pt x="135539" y="159439"/>
                              </a:cubicBezTo>
                              <a:cubicBezTo>
                                <a:pt x="60693" y="159439"/>
                                <a:pt x="0" y="143365"/>
                                <a:pt x="0" y="123568"/>
                              </a:cubicBezTo>
                              <a:lnTo>
                                <a:pt x="0" y="75725"/>
                              </a:lnTo>
                              <a:cubicBezTo>
                                <a:pt x="0" y="95545"/>
                                <a:pt x="60693" y="111595"/>
                                <a:pt x="135539" y="111595"/>
                              </a:cubicBezTo>
                              <a:cubicBezTo>
                                <a:pt x="210386" y="111595"/>
                                <a:pt x="271079" y="95545"/>
                                <a:pt x="271079" y="75748"/>
                              </a:cubicBezTo>
                              <a:lnTo>
                                <a:pt x="271079" y="123568"/>
                              </a:lnTo>
                              <a:close/>
                            </a:path>
                          </a:pathLst>
                        </a:custGeom>
                        <a:solidFill>
                          <a:srgbClr val="FFFFFF"/>
                        </a:solidFill>
                        <a:ln>
                          <a:noFill/>
                        </a:ln>
                      </p:spPr>
                      <p:txBody>
                        <a:bodyPr spcFirstLastPara="1" wrap="square" lIns="68550" tIns="34275" rIns="68550" bIns="34275" anchor="ctr" anchorCtr="0">
                          <a:noAutofit/>
                        </a:bodyPr>
                        <a:lstStyle/>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Arial"/>
                            <a:ea typeface="Arial"/>
                            <a:cs typeface="Arial"/>
                            <a:sym typeface="Arial"/>
                          </a:endParaRPr>
                        </a:p>
                      </p:txBody>
                    </p:sp>
                  </p:grpSp>
                  <p:grpSp>
                    <p:nvGrpSpPr>
                      <p:cNvPr id="1861" name="Google Shape;1861;g3978402b0d5_2_1041"/>
                      <p:cNvGrpSpPr/>
                      <p:nvPr/>
                    </p:nvGrpSpPr>
                    <p:grpSpPr>
                      <a:xfrm>
                        <a:off x="4472340" y="4185162"/>
                        <a:ext cx="1135200" cy="632763"/>
                        <a:chOff x="4472341" y="4185162"/>
                        <a:chExt cx="1135200" cy="632763"/>
                      </a:xfrm>
                    </p:grpSpPr>
                    <p:sp>
                      <p:nvSpPr>
                        <p:cNvPr id="1862" name="Google Shape;1862;g3978402b0d5_2_1041"/>
                        <p:cNvSpPr txBox="1"/>
                        <p:nvPr/>
                      </p:nvSpPr>
                      <p:spPr>
                        <a:xfrm>
                          <a:off x="4472341" y="4679325"/>
                          <a:ext cx="1135200" cy="138600"/>
                        </a:xfrm>
                        <a:prstGeom prst="rect">
                          <a:avLst/>
                        </a:prstGeom>
                        <a:noFill/>
                        <a:ln>
                          <a:noFill/>
                        </a:ln>
                      </p:spPr>
                      <p:txBody>
                        <a:bodyPr spcFirstLastPara="1" wrap="square" lIns="0" tIns="0" rIns="0" bIns="0" anchor="t" anchorCtr="0">
                          <a:spAutoFit/>
                        </a:bodyPr>
                        <a:lstStyle/>
                        <a:p>
                          <a:pPr marL="0" marR="0" lvl="0" indent="0" algn="ctr" rtl="0">
                            <a:lnSpc>
                              <a:spcPct val="90000"/>
                            </a:lnSpc>
                            <a:spcBef>
                              <a:spcPts val="0"/>
                            </a:spcBef>
                            <a:spcAft>
                              <a:spcPts val="0"/>
                            </a:spcAft>
                            <a:buClr>
                              <a:srgbClr val="000000"/>
                            </a:buClr>
                            <a:buSzPts val="1000"/>
                            <a:buFont typeface="Arial"/>
                            <a:buNone/>
                          </a:pPr>
                          <a:r>
                            <a:rPr lang="en-US" sz="1000" b="0" i="0" u="none" strike="noStrike" cap="none">
                              <a:solidFill>
                                <a:srgbClr val="F2F2F2"/>
                              </a:solidFill>
                              <a:latin typeface="Arial"/>
                              <a:ea typeface="Arial"/>
                              <a:cs typeface="Arial"/>
                              <a:sym typeface="Arial"/>
                            </a:rPr>
                            <a:t>Compute </a:t>
                          </a:r>
                          <a:endParaRPr sz="1000" b="0" i="0" u="none" strike="noStrike" cap="none">
                            <a:solidFill>
                              <a:srgbClr val="F2F2F2"/>
                            </a:solidFill>
                            <a:latin typeface="Arial"/>
                            <a:ea typeface="Arial"/>
                            <a:cs typeface="Arial"/>
                            <a:sym typeface="Arial"/>
                          </a:endParaRPr>
                        </a:p>
                      </p:txBody>
                    </p:sp>
                    <p:sp>
                      <p:nvSpPr>
                        <p:cNvPr id="1863" name="Google Shape;1863;g3978402b0d5_2_1041"/>
                        <p:cNvSpPr/>
                        <p:nvPr/>
                      </p:nvSpPr>
                      <p:spPr>
                        <a:xfrm>
                          <a:off x="4812411" y="4185162"/>
                          <a:ext cx="455100" cy="455100"/>
                        </a:xfrm>
                        <a:prstGeom prst="ellipse">
                          <a:avLst/>
                        </a:prstGeom>
                        <a:solidFill>
                          <a:srgbClr val="323160"/>
                        </a:solidFill>
                        <a:ln>
                          <a:noFill/>
                        </a:ln>
                      </p:spPr>
                      <p:txBody>
                        <a:bodyPr spcFirstLastPara="1" wrap="square" lIns="43875" tIns="43875" rIns="43875" bIns="43875" anchor="ctr" anchorCtr="0">
                          <a:noAutofit/>
                        </a:bodyPr>
                        <a:lstStyle/>
                        <a:p>
                          <a:pPr marL="0" marR="0" lvl="0" indent="0" algn="ctr" rtl="0">
                            <a:lnSpc>
                              <a:spcPct val="100000"/>
                            </a:lnSpc>
                            <a:spcBef>
                              <a:spcPts val="0"/>
                            </a:spcBef>
                            <a:spcAft>
                              <a:spcPts val="0"/>
                            </a:spcAft>
                            <a:buClr>
                              <a:srgbClr val="000000"/>
                            </a:buClr>
                            <a:buSzPts val="900"/>
                            <a:buFont typeface="Arial"/>
                            <a:buNone/>
                          </a:pPr>
                          <a:endParaRPr sz="900" b="0" i="0" u="none" strike="noStrike" cap="none">
                            <a:solidFill>
                              <a:srgbClr val="041032"/>
                            </a:solidFill>
                            <a:latin typeface="Arial"/>
                            <a:ea typeface="Arial"/>
                            <a:cs typeface="Arial"/>
                            <a:sym typeface="Arial"/>
                          </a:endParaRPr>
                        </a:p>
                      </p:txBody>
                    </p:sp>
                    <p:grpSp>
                      <p:nvGrpSpPr>
                        <p:cNvPr id="1864" name="Google Shape;1864;g3978402b0d5_2_1041"/>
                        <p:cNvGrpSpPr/>
                        <p:nvPr/>
                      </p:nvGrpSpPr>
                      <p:grpSpPr>
                        <a:xfrm>
                          <a:off x="4927071" y="4299760"/>
                          <a:ext cx="225523" cy="225528"/>
                          <a:chOff x="3822556" y="5087301"/>
                          <a:chExt cx="611339" cy="557273"/>
                        </a:xfrm>
                      </p:grpSpPr>
                      <p:sp>
                        <p:nvSpPr>
                          <p:cNvPr id="1865" name="Google Shape;1865;g3978402b0d5_2_1041"/>
                          <p:cNvSpPr/>
                          <p:nvPr/>
                        </p:nvSpPr>
                        <p:spPr>
                          <a:xfrm>
                            <a:off x="3822556" y="5087301"/>
                            <a:ext cx="611339" cy="161801"/>
                          </a:xfrm>
                          <a:custGeom>
                            <a:avLst/>
                            <a:gdLst/>
                            <a:ahLst/>
                            <a:cxnLst/>
                            <a:rect l="l" t="t" r="r" b="b"/>
                            <a:pathLst>
                              <a:path w="611339" h="161801" extrusionOk="0">
                                <a:moveTo>
                                  <a:pt x="0" y="0"/>
                                </a:moveTo>
                                <a:lnTo>
                                  <a:pt x="0" y="161802"/>
                                </a:lnTo>
                                <a:lnTo>
                                  <a:pt x="611339" y="161802"/>
                                </a:lnTo>
                                <a:lnTo>
                                  <a:pt x="611339" y="0"/>
                                </a:lnTo>
                                <a:lnTo>
                                  <a:pt x="0" y="0"/>
                                </a:lnTo>
                                <a:close/>
                                <a:moveTo>
                                  <a:pt x="72043" y="98901"/>
                                </a:moveTo>
                                <a:cubicBezTo>
                                  <a:pt x="62114" y="98901"/>
                                  <a:pt x="54065" y="90852"/>
                                  <a:pt x="54065" y="80923"/>
                                </a:cubicBezTo>
                                <a:cubicBezTo>
                                  <a:pt x="54065" y="70993"/>
                                  <a:pt x="62114" y="62945"/>
                                  <a:pt x="72043" y="62945"/>
                                </a:cubicBezTo>
                                <a:cubicBezTo>
                                  <a:pt x="81973" y="62945"/>
                                  <a:pt x="90021" y="70993"/>
                                  <a:pt x="90021" y="80923"/>
                                </a:cubicBezTo>
                                <a:cubicBezTo>
                                  <a:pt x="90021" y="90852"/>
                                  <a:pt x="81973" y="98901"/>
                                  <a:pt x="72043" y="98901"/>
                                </a:cubicBezTo>
                                <a:close/>
                                <a:moveTo>
                                  <a:pt x="299283" y="108568"/>
                                </a:moveTo>
                                <a:lnTo>
                                  <a:pt x="286161" y="108568"/>
                                </a:lnTo>
                                <a:lnTo>
                                  <a:pt x="286161" y="54634"/>
                                </a:lnTo>
                                <a:lnTo>
                                  <a:pt x="299283" y="54634"/>
                                </a:lnTo>
                                <a:lnTo>
                                  <a:pt x="299283" y="108568"/>
                                </a:lnTo>
                                <a:close/>
                                <a:moveTo>
                                  <a:pt x="335370" y="108568"/>
                                </a:moveTo>
                                <a:lnTo>
                                  <a:pt x="322248" y="108568"/>
                                </a:lnTo>
                                <a:lnTo>
                                  <a:pt x="322248" y="54634"/>
                                </a:lnTo>
                                <a:lnTo>
                                  <a:pt x="335370" y="54634"/>
                                </a:lnTo>
                                <a:lnTo>
                                  <a:pt x="335370" y="108568"/>
                                </a:lnTo>
                                <a:close/>
                                <a:moveTo>
                                  <a:pt x="371414" y="108568"/>
                                </a:moveTo>
                                <a:lnTo>
                                  <a:pt x="358291" y="108568"/>
                                </a:lnTo>
                                <a:lnTo>
                                  <a:pt x="358291" y="54634"/>
                                </a:lnTo>
                                <a:lnTo>
                                  <a:pt x="371414" y="54634"/>
                                </a:lnTo>
                                <a:lnTo>
                                  <a:pt x="371414" y="108568"/>
                                </a:lnTo>
                                <a:close/>
                                <a:moveTo>
                                  <a:pt x="407501" y="108568"/>
                                </a:moveTo>
                                <a:lnTo>
                                  <a:pt x="394378" y="108568"/>
                                </a:lnTo>
                                <a:lnTo>
                                  <a:pt x="394378" y="54634"/>
                                </a:lnTo>
                                <a:lnTo>
                                  <a:pt x="407501" y="54634"/>
                                </a:lnTo>
                                <a:lnTo>
                                  <a:pt x="407501" y="108568"/>
                                </a:lnTo>
                                <a:close/>
                                <a:moveTo>
                                  <a:pt x="443588" y="108568"/>
                                </a:moveTo>
                                <a:lnTo>
                                  <a:pt x="430466" y="108568"/>
                                </a:lnTo>
                                <a:lnTo>
                                  <a:pt x="430466" y="54634"/>
                                </a:lnTo>
                                <a:lnTo>
                                  <a:pt x="443588" y="54634"/>
                                </a:lnTo>
                                <a:lnTo>
                                  <a:pt x="443588" y="108568"/>
                                </a:lnTo>
                                <a:close/>
                                <a:moveTo>
                                  <a:pt x="479632" y="108568"/>
                                </a:moveTo>
                                <a:lnTo>
                                  <a:pt x="466509" y="108568"/>
                                </a:lnTo>
                                <a:lnTo>
                                  <a:pt x="466509" y="54634"/>
                                </a:lnTo>
                                <a:lnTo>
                                  <a:pt x="479632" y="54634"/>
                                </a:lnTo>
                                <a:lnTo>
                                  <a:pt x="479632" y="108568"/>
                                </a:lnTo>
                                <a:close/>
                                <a:moveTo>
                                  <a:pt x="515719" y="108568"/>
                                </a:moveTo>
                                <a:lnTo>
                                  <a:pt x="502596" y="108568"/>
                                </a:lnTo>
                                <a:lnTo>
                                  <a:pt x="502596" y="54634"/>
                                </a:lnTo>
                                <a:lnTo>
                                  <a:pt x="515719" y="54634"/>
                                </a:lnTo>
                                <a:lnTo>
                                  <a:pt x="515719" y="108568"/>
                                </a:lnTo>
                                <a:close/>
                                <a:moveTo>
                                  <a:pt x="551762" y="108568"/>
                                </a:moveTo>
                                <a:lnTo>
                                  <a:pt x="538640" y="108568"/>
                                </a:lnTo>
                                <a:lnTo>
                                  <a:pt x="538640" y="54634"/>
                                </a:lnTo>
                                <a:lnTo>
                                  <a:pt x="551762" y="54634"/>
                                </a:lnTo>
                                <a:lnTo>
                                  <a:pt x="551762" y="108568"/>
                                </a:lnTo>
                                <a:close/>
                              </a:path>
                            </a:pathLst>
                          </a:custGeom>
                          <a:solidFill>
                            <a:srgbClr val="FFFFFF"/>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Arial"/>
                              <a:ea typeface="Arial"/>
                              <a:cs typeface="Arial"/>
                              <a:sym typeface="Arial"/>
                            </a:endParaRPr>
                          </a:p>
                        </p:txBody>
                      </p:sp>
                      <p:sp>
                        <p:nvSpPr>
                          <p:cNvPr id="1866" name="Google Shape;1866;g3978402b0d5_2_1041"/>
                          <p:cNvSpPr/>
                          <p:nvPr/>
                        </p:nvSpPr>
                        <p:spPr>
                          <a:xfrm>
                            <a:off x="3822556" y="5284403"/>
                            <a:ext cx="611339" cy="161845"/>
                          </a:xfrm>
                          <a:custGeom>
                            <a:avLst/>
                            <a:gdLst/>
                            <a:ahLst/>
                            <a:cxnLst/>
                            <a:rect l="l" t="t" r="r" b="b"/>
                            <a:pathLst>
                              <a:path w="611339" h="161845" extrusionOk="0">
                                <a:moveTo>
                                  <a:pt x="0" y="0"/>
                                </a:moveTo>
                                <a:lnTo>
                                  <a:pt x="0" y="161846"/>
                                </a:lnTo>
                                <a:lnTo>
                                  <a:pt x="611339" y="161846"/>
                                </a:lnTo>
                                <a:lnTo>
                                  <a:pt x="611339" y="0"/>
                                </a:lnTo>
                                <a:lnTo>
                                  <a:pt x="0" y="0"/>
                                </a:lnTo>
                                <a:close/>
                                <a:moveTo>
                                  <a:pt x="72043" y="98857"/>
                                </a:moveTo>
                                <a:cubicBezTo>
                                  <a:pt x="62114" y="98857"/>
                                  <a:pt x="54065" y="90809"/>
                                  <a:pt x="54065" y="80879"/>
                                </a:cubicBezTo>
                                <a:cubicBezTo>
                                  <a:pt x="54065" y="70950"/>
                                  <a:pt x="62114" y="62901"/>
                                  <a:pt x="72043" y="62901"/>
                                </a:cubicBezTo>
                                <a:cubicBezTo>
                                  <a:pt x="81973" y="62901"/>
                                  <a:pt x="90021" y="70950"/>
                                  <a:pt x="90021" y="80879"/>
                                </a:cubicBezTo>
                                <a:cubicBezTo>
                                  <a:pt x="90021" y="90809"/>
                                  <a:pt x="81973" y="98857"/>
                                  <a:pt x="72043" y="98857"/>
                                </a:cubicBezTo>
                                <a:close/>
                                <a:moveTo>
                                  <a:pt x="299283" y="108524"/>
                                </a:moveTo>
                                <a:lnTo>
                                  <a:pt x="286161" y="108524"/>
                                </a:lnTo>
                                <a:lnTo>
                                  <a:pt x="286161" y="54590"/>
                                </a:lnTo>
                                <a:lnTo>
                                  <a:pt x="299283" y="54590"/>
                                </a:lnTo>
                                <a:lnTo>
                                  <a:pt x="299283" y="108524"/>
                                </a:lnTo>
                                <a:close/>
                                <a:moveTo>
                                  <a:pt x="335370" y="108524"/>
                                </a:moveTo>
                                <a:lnTo>
                                  <a:pt x="322248" y="108524"/>
                                </a:lnTo>
                                <a:lnTo>
                                  <a:pt x="322248" y="54590"/>
                                </a:lnTo>
                                <a:lnTo>
                                  <a:pt x="335370" y="54590"/>
                                </a:lnTo>
                                <a:lnTo>
                                  <a:pt x="335370" y="108524"/>
                                </a:lnTo>
                                <a:close/>
                                <a:moveTo>
                                  <a:pt x="371414" y="108524"/>
                                </a:moveTo>
                                <a:lnTo>
                                  <a:pt x="358291" y="108524"/>
                                </a:lnTo>
                                <a:lnTo>
                                  <a:pt x="358291" y="54590"/>
                                </a:lnTo>
                                <a:lnTo>
                                  <a:pt x="371414" y="54590"/>
                                </a:lnTo>
                                <a:lnTo>
                                  <a:pt x="371414" y="108524"/>
                                </a:lnTo>
                                <a:close/>
                                <a:moveTo>
                                  <a:pt x="407501" y="108524"/>
                                </a:moveTo>
                                <a:lnTo>
                                  <a:pt x="394378" y="108524"/>
                                </a:lnTo>
                                <a:lnTo>
                                  <a:pt x="394378" y="54590"/>
                                </a:lnTo>
                                <a:lnTo>
                                  <a:pt x="407501" y="54590"/>
                                </a:lnTo>
                                <a:lnTo>
                                  <a:pt x="407501" y="108524"/>
                                </a:lnTo>
                                <a:close/>
                                <a:moveTo>
                                  <a:pt x="443588" y="108524"/>
                                </a:moveTo>
                                <a:lnTo>
                                  <a:pt x="430466" y="108524"/>
                                </a:lnTo>
                                <a:lnTo>
                                  <a:pt x="430466" y="54590"/>
                                </a:lnTo>
                                <a:lnTo>
                                  <a:pt x="443588" y="54590"/>
                                </a:lnTo>
                                <a:lnTo>
                                  <a:pt x="443588" y="108524"/>
                                </a:lnTo>
                                <a:close/>
                                <a:moveTo>
                                  <a:pt x="479632" y="108524"/>
                                </a:moveTo>
                                <a:lnTo>
                                  <a:pt x="466509" y="108524"/>
                                </a:lnTo>
                                <a:lnTo>
                                  <a:pt x="466509" y="54590"/>
                                </a:lnTo>
                                <a:lnTo>
                                  <a:pt x="479632" y="54590"/>
                                </a:lnTo>
                                <a:lnTo>
                                  <a:pt x="479632" y="108524"/>
                                </a:lnTo>
                                <a:close/>
                                <a:moveTo>
                                  <a:pt x="515719" y="108524"/>
                                </a:moveTo>
                                <a:lnTo>
                                  <a:pt x="502596" y="108524"/>
                                </a:lnTo>
                                <a:lnTo>
                                  <a:pt x="502596" y="54590"/>
                                </a:lnTo>
                                <a:lnTo>
                                  <a:pt x="515719" y="54590"/>
                                </a:lnTo>
                                <a:lnTo>
                                  <a:pt x="515719" y="108524"/>
                                </a:lnTo>
                                <a:close/>
                                <a:moveTo>
                                  <a:pt x="551762" y="108524"/>
                                </a:moveTo>
                                <a:lnTo>
                                  <a:pt x="538640" y="108524"/>
                                </a:lnTo>
                                <a:lnTo>
                                  <a:pt x="538640" y="54590"/>
                                </a:lnTo>
                                <a:lnTo>
                                  <a:pt x="551762" y="54590"/>
                                </a:lnTo>
                                <a:lnTo>
                                  <a:pt x="551762" y="108524"/>
                                </a:lnTo>
                                <a:close/>
                              </a:path>
                            </a:pathLst>
                          </a:custGeom>
                          <a:solidFill>
                            <a:srgbClr val="FFFFFF"/>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Arial"/>
                              <a:ea typeface="Arial"/>
                              <a:cs typeface="Arial"/>
                              <a:sym typeface="Arial"/>
                            </a:endParaRPr>
                          </a:p>
                        </p:txBody>
                      </p:sp>
                      <p:sp>
                        <p:nvSpPr>
                          <p:cNvPr id="1867" name="Google Shape;1867;g3978402b0d5_2_1041"/>
                          <p:cNvSpPr/>
                          <p:nvPr/>
                        </p:nvSpPr>
                        <p:spPr>
                          <a:xfrm>
                            <a:off x="3822556" y="5482729"/>
                            <a:ext cx="611339" cy="161845"/>
                          </a:xfrm>
                          <a:custGeom>
                            <a:avLst/>
                            <a:gdLst/>
                            <a:ahLst/>
                            <a:cxnLst/>
                            <a:rect l="l" t="t" r="r" b="b"/>
                            <a:pathLst>
                              <a:path w="611339" h="161845" extrusionOk="0">
                                <a:moveTo>
                                  <a:pt x="0" y="0"/>
                                </a:moveTo>
                                <a:lnTo>
                                  <a:pt x="0" y="161846"/>
                                </a:lnTo>
                                <a:lnTo>
                                  <a:pt x="611339" y="161846"/>
                                </a:lnTo>
                                <a:lnTo>
                                  <a:pt x="611339" y="0"/>
                                </a:lnTo>
                                <a:lnTo>
                                  <a:pt x="0" y="0"/>
                                </a:lnTo>
                                <a:close/>
                                <a:moveTo>
                                  <a:pt x="72043" y="98901"/>
                                </a:moveTo>
                                <a:cubicBezTo>
                                  <a:pt x="62114" y="98901"/>
                                  <a:pt x="54065" y="90852"/>
                                  <a:pt x="54065" y="80923"/>
                                </a:cubicBezTo>
                                <a:cubicBezTo>
                                  <a:pt x="54065" y="70993"/>
                                  <a:pt x="62114" y="62945"/>
                                  <a:pt x="72043" y="62945"/>
                                </a:cubicBezTo>
                                <a:cubicBezTo>
                                  <a:pt x="81973" y="62945"/>
                                  <a:pt x="90021" y="70993"/>
                                  <a:pt x="90021" y="80923"/>
                                </a:cubicBezTo>
                                <a:cubicBezTo>
                                  <a:pt x="90021" y="90852"/>
                                  <a:pt x="81973" y="98901"/>
                                  <a:pt x="72043" y="98901"/>
                                </a:cubicBezTo>
                                <a:close/>
                                <a:moveTo>
                                  <a:pt x="299283" y="108568"/>
                                </a:moveTo>
                                <a:lnTo>
                                  <a:pt x="286161" y="108568"/>
                                </a:lnTo>
                                <a:lnTo>
                                  <a:pt x="286161" y="54634"/>
                                </a:lnTo>
                                <a:lnTo>
                                  <a:pt x="299283" y="54634"/>
                                </a:lnTo>
                                <a:lnTo>
                                  <a:pt x="299283" y="108568"/>
                                </a:lnTo>
                                <a:close/>
                                <a:moveTo>
                                  <a:pt x="335370" y="108568"/>
                                </a:moveTo>
                                <a:lnTo>
                                  <a:pt x="322248" y="108568"/>
                                </a:lnTo>
                                <a:lnTo>
                                  <a:pt x="322248" y="54634"/>
                                </a:lnTo>
                                <a:lnTo>
                                  <a:pt x="335370" y="54634"/>
                                </a:lnTo>
                                <a:lnTo>
                                  <a:pt x="335370" y="108568"/>
                                </a:lnTo>
                                <a:close/>
                                <a:moveTo>
                                  <a:pt x="371414" y="108568"/>
                                </a:moveTo>
                                <a:lnTo>
                                  <a:pt x="358291" y="108568"/>
                                </a:lnTo>
                                <a:lnTo>
                                  <a:pt x="358291" y="54634"/>
                                </a:lnTo>
                                <a:lnTo>
                                  <a:pt x="371414" y="54634"/>
                                </a:lnTo>
                                <a:lnTo>
                                  <a:pt x="371414" y="108568"/>
                                </a:lnTo>
                                <a:close/>
                                <a:moveTo>
                                  <a:pt x="407501" y="108568"/>
                                </a:moveTo>
                                <a:lnTo>
                                  <a:pt x="394378" y="108568"/>
                                </a:lnTo>
                                <a:lnTo>
                                  <a:pt x="394378" y="54634"/>
                                </a:lnTo>
                                <a:lnTo>
                                  <a:pt x="407501" y="54634"/>
                                </a:lnTo>
                                <a:lnTo>
                                  <a:pt x="407501" y="108568"/>
                                </a:lnTo>
                                <a:close/>
                                <a:moveTo>
                                  <a:pt x="443588" y="108568"/>
                                </a:moveTo>
                                <a:lnTo>
                                  <a:pt x="430466" y="108568"/>
                                </a:lnTo>
                                <a:lnTo>
                                  <a:pt x="430466" y="54634"/>
                                </a:lnTo>
                                <a:lnTo>
                                  <a:pt x="443588" y="54634"/>
                                </a:lnTo>
                                <a:lnTo>
                                  <a:pt x="443588" y="108568"/>
                                </a:lnTo>
                                <a:close/>
                                <a:moveTo>
                                  <a:pt x="479632" y="108568"/>
                                </a:moveTo>
                                <a:lnTo>
                                  <a:pt x="466509" y="108568"/>
                                </a:lnTo>
                                <a:lnTo>
                                  <a:pt x="466509" y="54634"/>
                                </a:lnTo>
                                <a:lnTo>
                                  <a:pt x="479632" y="54634"/>
                                </a:lnTo>
                                <a:lnTo>
                                  <a:pt x="479632" y="108568"/>
                                </a:lnTo>
                                <a:close/>
                                <a:moveTo>
                                  <a:pt x="515719" y="108568"/>
                                </a:moveTo>
                                <a:lnTo>
                                  <a:pt x="502596" y="108568"/>
                                </a:lnTo>
                                <a:lnTo>
                                  <a:pt x="502596" y="54634"/>
                                </a:lnTo>
                                <a:lnTo>
                                  <a:pt x="515719" y="54634"/>
                                </a:lnTo>
                                <a:lnTo>
                                  <a:pt x="515719" y="108568"/>
                                </a:lnTo>
                                <a:close/>
                                <a:moveTo>
                                  <a:pt x="551762" y="108568"/>
                                </a:moveTo>
                                <a:lnTo>
                                  <a:pt x="538640" y="108568"/>
                                </a:lnTo>
                                <a:lnTo>
                                  <a:pt x="538640" y="54634"/>
                                </a:lnTo>
                                <a:lnTo>
                                  <a:pt x="551762" y="54634"/>
                                </a:lnTo>
                                <a:lnTo>
                                  <a:pt x="551762" y="108568"/>
                                </a:lnTo>
                                <a:close/>
                              </a:path>
                            </a:pathLst>
                          </a:custGeom>
                          <a:solidFill>
                            <a:srgbClr val="FFFFFF"/>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Arial"/>
                              <a:ea typeface="Arial"/>
                              <a:cs typeface="Arial"/>
                              <a:sym typeface="Arial"/>
                            </a:endParaRPr>
                          </a:p>
                        </p:txBody>
                      </p:sp>
                    </p:grpSp>
                  </p:grpSp>
                </p:grpSp>
              </p:grpSp>
            </p:grpSp>
            <p:grpSp>
              <p:nvGrpSpPr>
                <p:cNvPr id="1868" name="Google Shape;1868;g3978402b0d5_2_1041"/>
                <p:cNvGrpSpPr/>
                <p:nvPr/>
              </p:nvGrpSpPr>
              <p:grpSpPr>
                <a:xfrm>
                  <a:off x="4273823" y="3557645"/>
                  <a:ext cx="3640777" cy="302597"/>
                  <a:chOff x="3970286" y="3734175"/>
                  <a:chExt cx="3924943" cy="326215"/>
                </a:xfrm>
              </p:grpSpPr>
              <p:grpSp>
                <p:nvGrpSpPr>
                  <p:cNvPr id="1869" name="Google Shape;1869;g3978402b0d5_2_1041"/>
                  <p:cNvGrpSpPr/>
                  <p:nvPr/>
                </p:nvGrpSpPr>
                <p:grpSpPr>
                  <a:xfrm>
                    <a:off x="3970286" y="3734175"/>
                    <a:ext cx="313500" cy="313500"/>
                    <a:chOff x="4202510" y="3734175"/>
                    <a:chExt cx="313500" cy="313500"/>
                  </a:xfrm>
                </p:grpSpPr>
                <p:sp>
                  <p:nvSpPr>
                    <p:cNvPr id="1870" name="Google Shape;1870;g3978402b0d5_2_1041"/>
                    <p:cNvSpPr/>
                    <p:nvPr/>
                  </p:nvSpPr>
                  <p:spPr>
                    <a:xfrm>
                      <a:off x="4202510" y="3734175"/>
                      <a:ext cx="313500" cy="313500"/>
                    </a:xfrm>
                    <a:prstGeom prst="ellipse">
                      <a:avLst/>
                    </a:prstGeom>
                    <a:solidFill>
                      <a:srgbClr val="FFFFFF"/>
                    </a:solidFill>
                    <a:ln>
                      <a:noFill/>
                    </a:ln>
                  </p:spPr>
                  <p:txBody>
                    <a:bodyPr spcFirstLastPara="1" wrap="square" lIns="68550" tIns="68550" rIns="68550" bIns="68550" anchor="ctr" anchorCtr="0">
                      <a:noAutofit/>
                    </a:bodyPr>
                    <a:lstStyle/>
                    <a:p>
                      <a:pPr marL="0" marR="0" lvl="0" indent="0" algn="ctr" rtl="0">
                        <a:lnSpc>
                          <a:spcPct val="100000"/>
                        </a:lnSpc>
                        <a:spcBef>
                          <a:spcPts val="0"/>
                        </a:spcBef>
                        <a:spcAft>
                          <a:spcPts val="0"/>
                        </a:spcAft>
                        <a:buClr>
                          <a:srgbClr val="000000"/>
                        </a:buClr>
                        <a:buSzPts val="900"/>
                        <a:buFont typeface="Arial"/>
                        <a:buNone/>
                      </a:pPr>
                      <a:endParaRPr sz="900" b="0" i="0" u="none" strike="noStrike" cap="none">
                        <a:solidFill>
                          <a:srgbClr val="041032"/>
                        </a:solidFill>
                        <a:latin typeface="Arial"/>
                        <a:ea typeface="Arial"/>
                        <a:cs typeface="Arial"/>
                        <a:sym typeface="Arial"/>
                      </a:endParaRPr>
                    </a:p>
                  </p:txBody>
                </p:sp>
                <p:grpSp>
                  <p:nvGrpSpPr>
                    <p:cNvPr id="1871" name="Google Shape;1871;g3978402b0d5_2_1041"/>
                    <p:cNvGrpSpPr/>
                    <p:nvPr/>
                  </p:nvGrpSpPr>
                  <p:grpSpPr>
                    <a:xfrm>
                      <a:off x="4288405" y="3792599"/>
                      <a:ext cx="140081" cy="191773"/>
                      <a:chOff x="5000233" y="3506447"/>
                      <a:chExt cx="283795" cy="388519"/>
                    </a:xfrm>
                  </p:grpSpPr>
                  <p:sp>
                    <p:nvSpPr>
                      <p:cNvPr id="1872" name="Google Shape;1872;g3978402b0d5_2_1041"/>
                      <p:cNvSpPr/>
                      <p:nvPr/>
                    </p:nvSpPr>
                    <p:spPr>
                      <a:xfrm rot="-5400000">
                        <a:off x="5060499" y="3671437"/>
                        <a:ext cx="163262" cy="283795"/>
                      </a:xfrm>
                      <a:custGeom>
                        <a:avLst/>
                        <a:gdLst/>
                        <a:ahLst/>
                        <a:cxnLst/>
                        <a:rect l="l" t="t" r="r" b="b"/>
                        <a:pathLst>
                          <a:path w="469820" h="675703" extrusionOk="0">
                            <a:moveTo>
                              <a:pt x="0" y="675704"/>
                            </a:moveTo>
                            <a:lnTo>
                              <a:pt x="210503" y="675704"/>
                            </a:lnTo>
                            <a:cubicBezTo>
                              <a:pt x="229648" y="675704"/>
                              <a:pt x="247555" y="666464"/>
                              <a:pt x="258699" y="650843"/>
                            </a:cubicBezTo>
                            <a:lnTo>
                              <a:pt x="459962" y="368713"/>
                            </a:lnTo>
                            <a:cubicBezTo>
                              <a:pt x="473107" y="350234"/>
                              <a:pt x="473107" y="325374"/>
                              <a:pt x="459962" y="306896"/>
                            </a:cubicBezTo>
                            <a:lnTo>
                              <a:pt x="260033" y="26670"/>
                            </a:lnTo>
                            <a:cubicBezTo>
                              <a:pt x="248126" y="9906"/>
                              <a:pt x="228791" y="0"/>
                              <a:pt x="208217" y="0"/>
                            </a:cubicBezTo>
                            <a:lnTo>
                              <a:pt x="0" y="0"/>
                            </a:lnTo>
                            <a:lnTo>
                              <a:pt x="223266" y="312992"/>
                            </a:lnTo>
                            <a:cubicBezTo>
                              <a:pt x="233839" y="327850"/>
                              <a:pt x="233839" y="347853"/>
                              <a:pt x="223266" y="362712"/>
                            </a:cubicBezTo>
                            <a:lnTo>
                              <a:pt x="0" y="675704"/>
                            </a:lnTo>
                            <a:lnTo>
                              <a:pt x="0" y="675704"/>
                            </a:lnTo>
                            <a:close/>
                          </a:path>
                        </a:pathLst>
                      </a:custGeom>
                      <a:solidFill>
                        <a:schemeClr val="accent3">
                          <a:alpha val="20000"/>
                        </a:schemeClr>
                      </a:solidFill>
                      <a:ln>
                        <a:noFill/>
                      </a:ln>
                    </p:spPr>
                    <p:txBody>
                      <a:bodyPr spcFirstLastPara="1" wrap="square" lIns="68525" tIns="34250" rIns="68525" bIns="34250" anchor="ctr" anchorCtr="0">
                        <a:noAutofit/>
                      </a:bodyPr>
                      <a:lstStyle/>
                      <a:p>
                        <a:pPr marL="0" marR="0" lvl="0" indent="0" algn="ctr" rtl="0">
                          <a:lnSpc>
                            <a:spcPct val="100000"/>
                          </a:lnSpc>
                          <a:spcBef>
                            <a:spcPts val="0"/>
                          </a:spcBef>
                          <a:spcAft>
                            <a:spcPts val="0"/>
                          </a:spcAft>
                          <a:buClr>
                            <a:srgbClr val="000000"/>
                          </a:buClr>
                          <a:buSzPts val="900"/>
                          <a:buFont typeface="Arial"/>
                          <a:buNone/>
                        </a:pPr>
                        <a:endParaRPr sz="900" b="0" i="0" u="none" strike="noStrike" cap="none">
                          <a:solidFill>
                            <a:srgbClr val="005B84"/>
                          </a:solidFill>
                          <a:latin typeface="Arial"/>
                          <a:ea typeface="Arial"/>
                          <a:cs typeface="Arial"/>
                          <a:sym typeface="Arial"/>
                        </a:endParaRPr>
                      </a:p>
                    </p:txBody>
                  </p:sp>
                  <p:sp>
                    <p:nvSpPr>
                      <p:cNvPr id="1873" name="Google Shape;1873;g3978402b0d5_2_1041"/>
                      <p:cNvSpPr/>
                      <p:nvPr/>
                    </p:nvSpPr>
                    <p:spPr>
                      <a:xfrm rot="-5400000">
                        <a:off x="5060499" y="3558807"/>
                        <a:ext cx="163262" cy="283795"/>
                      </a:xfrm>
                      <a:custGeom>
                        <a:avLst/>
                        <a:gdLst/>
                        <a:ahLst/>
                        <a:cxnLst/>
                        <a:rect l="l" t="t" r="r" b="b"/>
                        <a:pathLst>
                          <a:path w="469820" h="675703" extrusionOk="0">
                            <a:moveTo>
                              <a:pt x="0" y="675704"/>
                            </a:moveTo>
                            <a:lnTo>
                              <a:pt x="210503" y="675704"/>
                            </a:lnTo>
                            <a:cubicBezTo>
                              <a:pt x="229648" y="675704"/>
                              <a:pt x="247555" y="666464"/>
                              <a:pt x="258699" y="650843"/>
                            </a:cubicBezTo>
                            <a:lnTo>
                              <a:pt x="459962" y="368713"/>
                            </a:lnTo>
                            <a:cubicBezTo>
                              <a:pt x="473107" y="350234"/>
                              <a:pt x="473107" y="325374"/>
                              <a:pt x="459962" y="306896"/>
                            </a:cubicBezTo>
                            <a:lnTo>
                              <a:pt x="260033" y="26670"/>
                            </a:lnTo>
                            <a:cubicBezTo>
                              <a:pt x="248126" y="9906"/>
                              <a:pt x="228791" y="0"/>
                              <a:pt x="208217" y="0"/>
                            </a:cubicBezTo>
                            <a:lnTo>
                              <a:pt x="0" y="0"/>
                            </a:lnTo>
                            <a:lnTo>
                              <a:pt x="223266" y="312992"/>
                            </a:lnTo>
                            <a:cubicBezTo>
                              <a:pt x="233839" y="327850"/>
                              <a:pt x="233839" y="347853"/>
                              <a:pt x="223266" y="362712"/>
                            </a:cubicBezTo>
                            <a:lnTo>
                              <a:pt x="0" y="675704"/>
                            </a:lnTo>
                            <a:lnTo>
                              <a:pt x="0" y="675704"/>
                            </a:lnTo>
                            <a:close/>
                          </a:path>
                        </a:pathLst>
                      </a:custGeom>
                      <a:solidFill>
                        <a:schemeClr val="accent3">
                          <a:alpha val="44705"/>
                        </a:schemeClr>
                      </a:solidFill>
                      <a:ln>
                        <a:noFill/>
                      </a:ln>
                    </p:spPr>
                    <p:txBody>
                      <a:bodyPr spcFirstLastPara="1" wrap="square" lIns="68525" tIns="34250" rIns="68525" bIns="34250" anchor="ctr" anchorCtr="0">
                        <a:noAutofit/>
                      </a:bodyPr>
                      <a:lstStyle/>
                      <a:p>
                        <a:pPr marL="0" marR="0" lvl="0" indent="0" algn="ctr" rtl="0">
                          <a:lnSpc>
                            <a:spcPct val="100000"/>
                          </a:lnSpc>
                          <a:spcBef>
                            <a:spcPts val="0"/>
                          </a:spcBef>
                          <a:spcAft>
                            <a:spcPts val="0"/>
                          </a:spcAft>
                          <a:buClr>
                            <a:srgbClr val="000000"/>
                          </a:buClr>
                          <a:buSzPts val="900"/>
                          <a:buFont typeface="Arial"/>
                          <a:buNone/>
                        </a:pPr>
                        <a:endParaRPr sz="900" b="0" i="0" u="none" strike="noStrike" cap="none">
                          <a:solidFill>
                            <a:srgbClr val="005B84"/>
                          </a:solidFill>
                          <a:latin typeface="Arial"/>
                          <a:ea typeface="Arial"/>
                          <a:cs typeface="Arial"/>
                          <a:sym typeface="Arial"/>
                        </a:endParaRPr>
                      </a:p>
                    </p:txBody>
                  </p:sp>
                  <p:sp>
                    <p:nvSpPr>
                      <p:cNvPr id="1874" name="Google Shape;1874;g3978402b0d5_2_1041"/>
                      <p:cNvSpPr/>
                      <p:nvPr/>
                    </p:nvSpPr>
                    <p:spPr>
                      <a:xfrm rot="-5400000">
                        <a:off x="5060499" y="3446180"/>
                        <a:ext cx="163262" cy="283795"/>
                      </a:xfrm>
                      <a:custGeom>
                        <a:avLst/>
                        <a:gdLst/>
                        <a:ahLst/>
                        <a:cxnLst/>
                        <a:rect l="l" t="t" r="r" b="b"/>
                        <a:pathLst>
                          <a:path w="469820" h="675703" extrusionOk="0">
                            <a:moveTo>
                              <a:pt x="0" y="675704"/>
                            </a:moveTo>
                            <a:lnTo>
                              <a:pt x="210503" y="675704"/>
                            </a:lnTo>
                            <a:cubicBezTo>
                              <a:pt x="229648" y="675704"/>
                              <a:pt x="247555" y="666464"/>
                              <a:pt x="258699" y="650843"/>
                            </a:cubicBezTo>
                            <a:lnTo>
                              <a:pt x="459962" y="368713"/>
                            </a:lnTo>
                            <a:cubicBezTo>
                              <a:pt x="473107" y="350234"/>
                              <a:pt x="473107" y="325374"/>
                              <a:pt x="459962" y="306896"/>
                            </a:cubicBezTo>
                            <a:lnTo>
                              <a:pt x="260033" y="26670"/>
                            </a:lnTo>
                            <a:cubicBezTo>
                              <a:pt x="248126" y="9906"/>
                              <a:pt x="228791" y="0"/>
                              <a:pt x="208217" y="0"/>
                            </a:cubicBezTo>
                            <a:lnTo>
                              <a:pt x="0" y="0"/>
                            </a:lnTo>
                            <a:lnTo>
                              <a:pt x="223266" y="312992"/>
                            </a:lnTo>
                            <a:cubicBezTo>
                              <a:pt x="233839" y="327850"/>
                              <a:pt x="233839" y="347853"/>
                              <a:pt x="223266" y="362712"/>
                            </a:cubicBezTo>
                            <a:lnTo>
                              <a:pt x="0" y="675704"/>
                            </a:lnTo>
                            <a:lnTo>
                              <a:pt x="0" y="675704"/>
                            </a:lnTo>
                            <a:close/>
                          </a:path>
                        </a:pathLst>
                      </a:custGeom>
                      <a:solidFill>
                        <a:schemeClr val="accent3"/>
                      </a:solidFill>
                      <a:ln>
                        <a:noFill/>
                      </a:ln>
                    </p:spPr>
                    <p:txBody>
                      <a:bodyPr spcFirstLastPara="1" wrap="square" lIns="68525" tIns="34250" rIns="68525" bIns="34250" anchor="ctr" anchorCtr="0">
                        <a:noAutofit/>
                      </a:bodyPr>
                      <a:lstStyle/>
                      <a:p>
                        <a:pPr marL="0" marR="0" lvl="0" indent="0" algn="ctr" rtl="0">
                          <a:lnSpc>
                            <a:spcPct val="100000"/>
                          </a:lnSpc>
                          <a:spcBef>
                            <a:spcPts val="0"/>
                          </a:spcBef>
                          <a:spcAft>
                            <a:spcPts val="0"/>
                          </a:spcAft>
                          <a:buClr>
                            <a:srgbClr val="000000"/>
                          </a:buClr>
                          <a:buSzPts val="900"/>
                          <a:buFont typeface="Arial"/>
                          <a:buNone/>
                        </a:pPr>
                        <a:endParaRPr sz="900" b="0" i="0" u="none" strike="noStrike" cap="none">
                          <a:solidFill>
                            <a:srgbClr val="005B84"/>
                          </a:solidFill>
                          <a:latin typeface="Arial"/>
                          <a:ea typeface="Arial"/>
                          <a:cs typeface="Arial"/>
                          <a:sym typeface="Arial"/>
                        </a:endParaRPr>
                      </a:p>
                    </p:txBody>
                  </p:sp>
                </p:grpSp>
              </p:grpSp>
              <p:grpSp>
                <p:nvGrpSpPr>
                  <p:cNvPr id="1875" name="Google Shape;1875;g3978402b0d5_2_1041"/>
                  <p:cNvGrpSpPr/>
                  <p:nvPr/>
                </p:nvGrpSpPr>
                <p:grpSpPr>
                  <a:xfrm>
                    <a:off x="7581729" y="3746890"/>
                    <a:ext cx="313500" cy="313500"/>
                    <a:chOff x="7352926" y="3734175"/>
                    <a:chExt cx="313500" cy="313500"/>
                  </a:xfrm>
                </p:grpSpPr>
                <p:sp>
                  <p:nvSpPr>
                    <p:cNvPr id="1876" name="Google Shape;1876;g3978402b0d5_2_1041"/>
                    <p:cNvSpPr/>
                    <p:nvPr/>
                  </p:nvSpPr>
                  <p:spPr>
                    <a:xfrm>
                      <a:off x="7352926" y="3734175"/>
                      <a:ext cx="313500" cy="313500"/>
                    </a:xfrm>
                    <a:prstGeom prst="ellipse">
                      <a:avLst/>
                    </a:prstGeom>
                    <a:solidFill>
                      <a:srgbClr val="FFFFFF"/>
                    </a:solidFill>
                    <a:ln>
                      <a:noFill/>
                    </a:ln>
                  </p:spPr>
                  <p:txBody>
                    <a:bodyPr spcFirstLastPara="1" wrap="square" lIns="68550" tIns="68550" rIns="68550" bIns="68550" anchor="ctr" anchorCtr="0">
                      <a:noAutofit/>
                    </a:bodyPr>
                    <a:lstStyle/>
                    <a:p>
                      <a:pPr marL="0" marR="0" lvl="0" indent="0" algn="ctr" rtl="0">
                        <a:lnSpc>
                          <a:spcPct val="100000"/>
                        </a:lnSpc>
                        <a:spcBef>
                          <a:spcPts val="0"/>
                        </a:spcBef>
                        <a:spcAft>
                          <a:spcPts val="0"/>
                        </a:spcAft>
                        <a:buClr>
                          <a:srgbClr val="000000"/>
                        </a:buClr>
                        <a:buSzPts val="900"/>
                        <a:buFont typeface="Arial"/>
                        <a:buNone/>
                      </a:pPr>
                      <a:endParaRPr sz="900" b="0" i="0" u="none" strike="noStrike" cap="none">
                        <a:solidFill>
                          <a:srgbClr val="041032"/>
                        </a:solidFill>
                        <a:latin typeface="Arial"/>
                        <a:ea typeface="Arial"/>
                        <a:cs typeface="Arial"/>
                        <a:sym typeface="Arial"/>
                      </a:endParaRPr>
                    </a:p>
                  </p:txBody>
                </p:sp>
                <p:grpSp>
                  <p:nvGrpSpPr>
                    <p:cNvPr id="1877" name="Google Shape;1877;g3978402b0d5_2_1041"/>
                    <p:cNvGrpSpPr/>
                    <p:nvPr/>
                  </p:nvGrpSpPr>
                  <p:grpSpPr>
                    <a:xfrm>
                      <a:off x="7437499" y="3792599"/>
                      <a:ext cx="140081" cy="191773"/>
                      <a:chOff x="5000233" y="3506447"/>
                      <a:chExt cx="283795" cy="388519"/>
                    </a:xfrm>
                  </p:grpSpPr>
                  <p:sp>
                    <p:nvSpPr>
                      <p:cNvPr id="1878" name="Google Shape;1878;g3978402b0d5_2_1041"/>
                      <p:cNvSpPr/>
                      <p:nvPr/>
                    </p:nvSpPr>
                    <p:spPr>
                      <a:xfrm rot="-5400000">
                        <a:off x="5060499" y="3671437"/>
                        <a:ext cx="163262" cy="283795"/>
                      </a:xfrm>
                      <a:custGeom>
                        <a:avLst/>
                        <a:gdLst/>
                        <a:ahLst/>
                        <a:cxnLst/>
                        <a:rect l="l" t="t" r="r" b="b"/>
                        <a:pathLst>
                          <a:path w="469820" h="675703" extrusionOk="0">
                            <a:moveTo>
                              <a:pt x="0" y="675704"/>
                            </a:moveTo>
                            <a:lnTo>
                              <a:pt x="210503" y="675704"/>
                            </a:lnTo>
                            <a:cubicBezTo>
                              <a:pt x="229648" y="675704"/>
                              <a:pt x="247555" y="666464"/>
                              <a:pt x="258699" y="650843"/>
                            </a:cubicBezTo>
                            <a:lnTo>
                              <a:pt x="459962" y="368713"/>
                            </a:lnTo>
                            <a:cubicBezTo>
                              <a:pt x="473107" y="350234"/>
                              <a:pt x="473107" y="325374"/>
                              <a:pt x="459962" y="306896"/>
                            </a:cubicBezTo>
                            <a:lnTo>
                              <a:pt x="260033" y="26670"/>
                            </a:lnTo>
                            <a:cubicBezTo>
                              <a:pt x="248126" y="9906"/>
                              <a:pt x="228791" y="0"/>
                              <a:pt x="208217" y="0"/>
                            </a:cubicBezTo>
                            <a:lnTo>
                              <a:pt x="0" y="0"/>
                            </a:lnTo>
                            <a:lnTo>
                              <a:pt x="223266" y="312992"/>
                            </a:lnTo>
                            <a:cubicBezTo>
                              <a:pt x="233839" y="327850"/>
                              <a:pt x="233839" y="347853"/>
                              <a:pt x="223266" y="362712"/>
                            </a:cubicBezTo>
                            <a:lnTo>
                              <a:pt x="0" y="675704"/>
                            </a:lnTo>
                            <a:lnTo>
                              <a:pt x="0" y="675704"/>
                            </a:lnTo>
                            <a:close/>
                          </a:path>
                        </a:pathLst>
                      </a:custGeom>
                      <a:solidFill>
                        <a:schemeClr val="accent3">
                          <a:alpha val="20000"/>
                        </a:schemeClr>
                      </a:solidFill>
                      <a:ln>
                        <a:noFill/>
                      </a:ln>
                    </p:spPr>
                    <p:txBody>
                      <a:bodyPr spcFirstLastPara="1" wrap="square" lIns="68525" tIns="34250" rIns="68525" bIns="34250" anchor="ctr" anchorCtr="0">
                        <a:noAutofit/>
                      </a:bodyPr>
                      <a:lstStyle/>
                      <a:p>
                        <a:pPr marL="0" marR="0" lvl="0" indent="0" algn="ctr" rtl="0">
                          <a:lnSpc>
                            <a:spcPct val="100000"/>
                          </a:lnSpc>
                          <a:spcBef>
                            <a:spcPts val="0"/>
                          </a:spcBef>
                          <a:spcAft>
                            <a:spcPts val="0"/>
                          </a:spcAft>
                          <a:buClr>
                            <a:srgbClr val="000000"/>
                          </a:buClr>
                          <a:buSzPts val="900"/>
                          <a:buFont typeface="Arial"/>
                          <a:buNone/>
                        </a:pPr>
                        <a:endParaRPr sz="900" b="0" i="0" u="none" strike="noStrike" cap="none">
                          <a:solidFill>
                            <a:srgbClr val="005B84"/>
                          </a:solidFill>
                          <a:latin typeface="Arial"/>
                          <a:ea typeface="Arial"/>
                          <a:cs typeface="Arial"/>
                          <a:sym typeface="Arial"/>
                        </a:endParaRPr>
                      </a:p>
                    </p:txBody>
                  </p:sp>
                  <p:sp>
                    <p:nvSpPr>
                      <p:cNvPr id="1879" name="Google Shape;1879;g3978402b0d5_2_1041"/>
                      <p:cNvSpPr/>
                      <p:nvPr/>
                    </p:nvSpPr>
                    <p:spPr>
                      <a:xfrm rot="-5400000">
                        <a:off x="5060499" y="3558807"/>
                        <a:ext cx="163262" cy="283795"/>
                      </a:xfrm>
                      <a:custGeom>
                        <a:avLst/>
                        <a:gdLst/>
                        <a:ahLst/>
                        <a:cxnLst/>
                        <a:rect l="l" t="t" r="r" b="b"/>
                        <a:pathLst>
                          <a:path w="469820" h="675703" extrusionOk="0">
                            <a:moveTo>
                              <a:pt x="0" y="675704"/>
                            </a:moveTo>
                            <a:lnTo>
                              <a:pt x="210503" y="675704"/>
                            </a:lnTo>
                            <a:cubicBezTo>
                              <a:pt x="229648" y="675704"/>
                              <a:pt x="247555" y="666464"/>
                              <a:pt x="258699" y="650843"/>
                            </a:cubicBezTo>
                            <a:lnTo>
                              <a:pt x="459962" y="368713"/>
                            </a:lnTo>
                            <a:cubicBezTo>
                              <a:pt x="473107" y="350234"/>
                              <a:pt x="473107" y="325374"/>
                              <a:pt x="459962" y="306896"/>
                            </a:cubicBezTo>
                            <a:lnTo>
                              <a:pt x="260033" y="26670"/>
                            </a:lnTo>
                            <a:cubicBezTo>
                              <a:pt x="248126" y="9906"/>
                              <a:pt x="228791" y="0"/>
                              <a:pt x="208217" y="0"/>
                            </a:cubicBezTo>
                            <a:lnTo>
                              <a:pt x="0" y="0"/>
                            </a:lnTo>
                            <a:lnTo>
                              <a:pt x="223266" y="312992"/>
                            </a:lnTo>
                            <a:cubicBezTo>
                              <a:pt x="233839" y="327850"/>
                              <a:pt x="233839" y="347853"/>
                              <a:pt x="223266" y="362712"/>
                            </a:cubicBezTo>
                            <a:lnTo>
                              <a:pt x="0" y="675704"/>
                            </a:lnTo>
                            <a:lnTo>
                              <a:pt x="0" y="675704"/>
                            </a:lnTo>
                            <a:close/>
                          </a:path>
                        </a:pathLst>
                      </a:custGeom>
                      <a:solidFill>
                        <a:schemeClr val="accent3">
                          <a:alpha val="44705"/>
                        </a:schemeClr>
                      </a:solidFill>
                      <a:ln>
                        <a:noFill/>
                      </a:ln>
                    </p:spPr>
                    <p:txBody>
                      <a:bodyPr spcFirstLastPara="1" wrap="square" lIns="68525" tIns="34250" rIns="68525" bIns="34250" anchor="ctr" anchorCtr="0">
                        <a:noAutofit/>
                      </a:bodyPr>
                      <a:lstStyle/>
                      <a:p>
                        <a:pPr marL="0" marR="0" lvl="0" indent="0" algn="ctr" rtl="0">
                          <a:lnSpc>
                            <a:spcPct val="100000"/>
                          </a:lnSpc>
                          <a:spcBef>
                            <a:spcPts val="0"/>
                          </a:spcBef>
                          <a:spcAft>
                            <a:spcPts val="0"/>
                          </a:spcAft>
                          <a:buClr>
                            <a:srgbClr val="000000"/>
                          </a:buClr>
                          <a:buSzPts val="900"/>
                          <a:buFont typeface="Arial"/>
                          <a:buNone/>
                        </a:pPr>
                        <a:endParaRPr sz="900" b="0" i="0" u="none" strike="noStrike" cap="none">
                          <a:solidFill>
                            <a:srgbClr val="005B84"/>
                          </a:solidFill>
                          <a:latin typeface="Arial"/>
                          <a:ea typeface="Arial"/>
                          <a:cs typeface="Arial"/>
                          <a:sym typeface="Arial"/>
                        </a:endParaRPr>
                      </a:p>
                    </p:txBody>
                  </p:sp>
                  <p:sp>
                    <p:nvSpPr>
                      <p:cNvPr id="1880" name="Google Shape;1880;g3978402b0d5_2_1041"/>
                      <p:cNvSpPr/>
                      <p:nvPr/>
                    </p:nvSpPr>
                    <p:spPr>
                      <a:xfrm rot="-5400000">
                        <a:off x="5060499" y="3446180"/>
                        <a:ext cx="163262" cy="283795"/>
                      </a:xfrm>
                      <a:custGeom>
                        <a:avLst/>
                        <a:gdLst/>
                        <a:ahLst/>
                        <a:cxnLst/>
                        <a:rect l="l" t="t" r="r" b="b"/>
                        <a:pathLst>
                          <a:path w="469820" h="675703" extrusionOk="0">
                            <a:moveTo>
                              <a:pt x="0" y="675704"/>
                            </a:moveTo>
                            <a:lnTo>
                              <a:pt x="210503" y="675704"/>
                            </a:lnTo>
                            <a:cubicBezTo>
                              <a:pt x="229648" y="675704"/>
                              <a:pt x="247555" y="666464"/>
                              <a:pt x="258699" y="650843"/>
                            </a:cubicBezTo>
                            <a:lnTo>
                              <a:pt x="459962" y="368713"/>
                            </a:lnTo>
                            <a:cubicBezTo>
                              <a:pt x="473107" y="350234"/>
                              <a:pt x="473107" y="325374"/>
                              <a:pt x="459962" y="306896"/>
                            </a:cubicBezTo>
                            <a:lnTo>
                              <a:pt x="260033" y="26670"/>
                            </a:lnTo>
                            <a:cubicBezTo>
                              <a:pt x="248126" y="9906"/>
                              <a:pt x="228791" y="0"/>
                              <a:pt x="208217" y="0"/>
                            </a:cubicBezTo>
                            <a:lnTo>
                              <a:pt x="0" y="0"/>
                            </a:lnTo>
                            <a:lnTo>
                              <a:pt x="223266" y="312992"/>
                            </a:lnTo>
                            <a:cubicBezTo>
                              <a:pt x="233839" y="327850"/>
                              <a:pt x="233839" y="347853"/>
                              <a:pt x="223266" y="362712"/>
                            </a:cubicBezTo>
                            <a:lnTo>
                              <a:pt x="0" y="675704"/>
                            </a:lnTo>
                            <a:lnTo>
                              <a:pt x="0" y="675704"/>
                            </a:lnTo>
                            <a:close/>
                          </a:path>
                        </a:pathLst>
                      </a:custGeom>
                      <a:solidFill>
                        <a:schemeClr val="accent3"/>
                      </a:solidFill>
                      <a:ln>
                        <a:noFill/>
                      </a:ln>
                    </p:spPr>
                    <p:txBody>
                      <a:bodyPr spcFirstLastPara="1" wrap="square" lIns="68525" tIns="34250" rIns="68525" bIns="34250" anchor="ctr" anchorCtr="0">
                        <a:noAutofit/>
                      </a:bodyPr>
                      <a:lstStyle/>
                      <a:p>
                        <a:pPr marL="0" marR="0" lvl="0" indent="0" algn="ctr" rtl="0">
                          <a:lnSpc>
                            <a:spcPct val="100000"/>
                          </a:lnSpc>
                          <a:spcBef>
                            <a:spcPts val="0"/>
                          </a:spcBef>
                          <a:spcAft>
                            <a:spcPts val="0"/>
                          </a:spcAft>
                          <a:buClr>
                            <a:srgbClr val="000000"/>
                          </a:buClr>
                          <a:buSzPts val="900"/>
                          <a:buFont typeface="Arial"/>
                          <a:buNone/>
                        </a:pPr>
                        <a:endParaRPr sz="900" b="0" i="0" u="none" strike="noStrike" cap="none">
                          <a:solidFill>
                            <a:srgbClr val="005B84"/>
                          </a:solidFill>
                          <a:latin typeface="Arial"/>
                          <a:ea typeface="Arial"/>
                          <a:cs typeface="Arial"/>
                          <a:sym typeface="Arial"/>
                        </a:endParaRPr>
                      </a:p>
                    </p:txBody>
                  </p:sp>
                </p:grpSp>
              </p:grpSp>
            </p:grpSp>
          </p:grpSp>
        </p:grpSp>
        <p:grpSp>
          <p:nvGrpSpPr>
            <p:cNvPr id="1881" name="Google Shape;1881;g3978402b0d5_2_1041"/>
            <p:cNvGrpSpPr/>
            <p:nvPr/>
          </p:nvGrpSpPr>
          <p:grpSpPr>
            <a:xfrm>
              <a:off x="1651829" y="5430834"/>
              <a:ext cx="8885212" cy="180049"/>
              <a:chOff x="1676496" y="5582478"/>
              <a:chExt cx="8885212" cy="180049"/>
            </a:xfrm>
          </p:grpSpPr>
          <p:sp>
            <p:nvSpPr>
              <p:cNvPr id="1882" name="Google Shape;1882;g3978402b0d5_2_1041"/>
              <p:cNvSpPr txBox="1"/>
              <p:nvPr/>
            </p:nvSpPr>
            <p:spPr>
              <a:xfrm>
                <a:off x="2977368" y="5582478"/>
                <a:ext cx="896400" cy="180049"/>
              </a:xfrm>
              <a:prstGeom prst="rect">
                <a:avLst/>
              </a:prstGeom>
              <a:noFill/>
              <a:ln>
                <a:noFill/>
              </a:ln>
            </p:spPr>
            <p:txBody>
              <a:bodyPr spcFirstLastPara="1" wrap="square" lIns="91425" tIns="0" rIns="91425" bIns="0" anchor="ctr" anchorCtr="0">
                <a:spAutoFit/>
              </a:bodyPr>
              <a:lstStyle/>
              <a:p>
                <a:pPr marL="0" marR="0" lvl="0" indent="0" algn="ctr" rtl="0">
                  <a:lnSpc>
                    <a:spcPct val="130000"/>
                  </a:lnSpc>
                  <a:spcBef>
                    <a:spcPts val="0"/>
                  </a:spcBef>
                  <a:spcAft>
                    <a:spcPts val="0"/>
                  </a:spcAft>
                  <a:buClr>
                    <a:srgbClr val="000000"/>
                  </a:buClr>
                  <a:buSzPts val="900"/>
                  <a:buFont typeface="Arial"/>
                  <a:buNone/>
                </a:pPr>
                <a:r>
                  <a:rPr lang="en-US" sz="900" b="1" i="0" u="none" strike="noStrike" cap="none">
                    <a:solidFill>
                      <a:srgbClr val="000000"/>
                    </a:solidFill>
                    <a:latin typeface="Arial"/>
                    <a:ea typeface="Arial"/>
                    <a:cs typeface="Arial"/>
                    <a:sym typeface="Arial"/>
                  </a:rPr>
                  <a:t>On-Premises</a:t>
                </a:r>
                <a:endParaRPr sz="1600" b="0" i="0" u="none" strike="noStrike" cap="none">
                  <a:solidFill>
                    <a:srgbClr val="000000"/>
                  </a:solidFill>
                  <a:latin typeface="Arial"/>
                  <a:ea typeface="Arial"/>
                  <a:cs typeface="Arial"/>
                  <a:sym typeface="Arial"/>
                </a:endParaRPr>
              </a:p>
            </p:txBody>
          </p:sp>
          <p:sp>
            <p:nvSpPr>
              <p:cNvPr id="1883" name="Google Shape;1883;g3978402b0d5_2_1041"/>
              <p:cNvSpPr txBox="1"/>
              <p:nvPr/>
            </p:nvSpPr>
            <p:spPr>
              <a:xfrm>
                <a:off x="4477401" y="5582478"/>
                <a:ext cx="890100" cy="180049"/>
              </a:xfrm>
              <a:prstGeom prst="rect">
                <a:avLst/>
              </a:prstGeom>
              <a:noFill/>
              <a:ln>
                <a:noFill/>
              </a:ln>
            </p:spPr>
            <p:txBody>
              <a:bodyPr spcFirstLastPara="1" wrap="square" lIns="91425" tIns="0" rIns="91425" bIns="0" anchor="ctr" anchorCtr="0">
                <a:spAutoFit/>
              </a:bodyPr>
              <a:lstStyle/>
              <a:p>
                <a:pPr marL="0" marR="0" lvl="0" indent="0" algn="ctr" rtl="0">
                  <a:lnSpc>
                    <a:spcPct val="130000"/>
                  </a:lnSpc>
                  <a:spcBef>
                    <a:spcPts val="0"/>
                  </a:spcBef>
                  <a:spcAft>
                    <a:spcPts val="0"/>
                  </a:spcAft>
                  <a:buClr>
                    <a:srgbClr val="000000"/>
                  </a:buClr>
                  <a:buSzPts val="900"/>
                  <a:buFont typeface="Arial"/>
                  <a:buNone/>
                </a:pPr>
                <a:r>
                  <a:rPr lang="en-US" sz="900" b="1" i="0" u="none" strike="noStrike" cap="none">
                    <a:solidFill>
                      <a:srgbClr val="000000"/>
                    </a:solidFill>
                    <a:latin typeface="Arial"/>
                    <a:ea typeface="Arial"/>
                    <a:cs typeface="Arial"/>
                    <a:sym typeface="Arial"/>
                  </a:rPr>
                  <a:t>Public Cloud</a:t>
                </a:r>
                <a:endParaRPr sz="1600" b="0" i="0" u="none" strike="noStrike" cap="none">
                  <a:solidFill>
                    <a:srgbClr val="000000"/>
                  </a:solidFill>
                  <a:latin typeface="Arial"/>
                  <a:ea typeface="Arial"/>
                  <a:cs typeface="Arial"/>
                  <a:sym typeface="Arial"/>
                </a:endParaRPr>
              </a:p>
            </p:txBody>
          </p:sp>
          <p:sp>
            <p:nvSpPr>
              <p:cNvPr id="1884" name="Google Shape;1884;g3978402b0d5_2_1041"/>
              <p:cNvSpPr txBox="1"/>
              <p:nvPr/>
            </p:nvSpPr>
            <p:spPr>
              <a:xfrm>
                <a:off x="6051318" y="5582478"/>
                <a:ext cx="1101600" cy="180049"/>
              </a:xfrm>
              <a:prstGeom prst="rect">
                <a:avLst/>
              </a:prstGeom>
              <a:noFill/>
              <a:ln>
                <a:noFill/>
              </a:ln>
            </p:spPr>
            <p:txBody>
              <a:bodyPr spcFirstLastPara="1" wrap="square" lIns="91425" tIns="0" rIns="91425" bIns="0" anchor="ctr" anchorCtr="0">
                <a:spAutoFit/>
              </a:bodyPr>
              <a:lstStyle/>
              <a:p>
                <a:pPr marL="0" marR="0" lvl="0" indent="0" algn="ctr" rtl="0">
                  <a:lnSpc>
                    <a:spcPct val="130000"/>
                  </a:lnSpc>
                  <a:spcBef>
                    <a:spcPts val="0"/>
                  </a:spcBef>
                  <a:spcAft>
                    <a:spcPts val="0"/>
                  </a:spcAft>
                  <a:buClr>
                    <a:srgbClr val="000000"/>
                  </a:buClr>
                  <a:buSzPts val="900"/>
                  <a:buFont typeface="Arial"/>
                  <a:buNone/>
                </a:pPr>
                <a:r>
                  <a:rPr lang="en-US" sz="900" b="1" i="0" u="none" strike="noStrike" cap="none">
                    <a:solidFill>
                      <a:srgbClr val="000000"/>
                    </a:solidFill>
                    <a:latin typeface="Arial"/>
                    <a:ea typeface="Arial"/>
                    <a:cs typeface="Arial"/>
                    <a:sym typeface="Arial"/>
                  </a:rPr>
                  <a:t>Sovereign Cloud</a:t>
                </a:r>
                <a:endParaRPr sz="1600" b="0" i="0" u="none" strike="noStrike" cap="none">
                  <a:solidFill>
                    <a:srgbClr val="000000"/>
                  </a:solidFill>
                  <a:latin typeface="Arial"/>
                  <a:ea typeface="Arial"/>
                  <a:cs typeface="Arial"/>
                  <a:sym typeface="Arial"/>
                </a:endParaRPr>
              </a:p>
            </p:txBody>
          </p:sp>
          <p:sp>
            <p:nvSpPr>
              <p:cNvPr id="1885" name="Google Shape;1885;g3978402b0d5_2_1041"/>
              <p:cNvSpPr txBox="1"/>
              <p:nvPr/>
            </p:nvSpPr>
            <p:spPr>
              <a:xfrm>
                <a:off x="7761262" y="5582478"/>
                <a:ext cx="466800" cy="180049"/>
              </a:xfrm>
              <a:prstGeom prst="rect">
                <a:avLst/>
              </a:prstGeom>
              <a:noFill/>
              <a:ln>
                <a:noFill/>
              </a:ln>
            </p:spPr>
            <p:txBody>
              <a:bodyPr spcFirstLastPara="1" wrap="square" lIns="91425" tIns="0" rIns="91425" bIns="0" anchor="ctr" anchorCtr="0">
                <a:spAutoFit/>
              </a:bodyPr>
              <a:lstStyle/>
              <a:p>
                <a:pPr marL="0" marR="0" lvl="0" indent="0" algn="ctr" rtl="0">
                  <a:lnSpc>
                    <a:spcPct val="130000"/>
                  </a:lnSpc>
                  <a:spcBef>
                    <a:spcPts val="0"/>
                  </a:spcBef>
                  <a:spcAft>
                    <a:spcPts val="0"/>
                  </a:spcAft>
                  <a:buClr>
                    <a:srgbClr val="000000"/>
                  </a:buClr>
                  <a:buSzPts val="900"/>
                  <a:buFont typeface="Arial"/>
                  <a:buNone/>
                </a:pPr>
                <a:r>
                  <a:rPr lang="en-US" sz="900" b="1" i="0" u="none" strike="noStrike" cap="none">
                    <a:solidFill>
                      <a:srgbClr val="000000"/>
                    </a:solidFill>
                    <a:latin typeface="Arial"/>
                    <a:ea typeface="Arial"/>
                    <a:cs typeface="Arial"/>
                    <a:sym typeface="Arial"/>
                  </a:rPr>
                  <a:t>Edge</a:t>
                </a:r>
                <a:endParaRPr sz="1600" b="0" i="0" u="none" strike="noStrike" cap="none">
                  <a:solidFill>
                    <a:srgbClr val="000000"/>
                  </a:solidFill>
                  <a:latin typeface="Arial"/>
                  <a:ea typeface="Arial"/>
                  <a:cs typeface="Arial"/>
                  <a:sym typeface="Arial"/>
                </a:endParaRPr>
              </a:p>
            </p:txBody>
          </p:sp>
          <p:sp>
            <p:nvSpPr>
              <p:cNvPr id="1886" name="Google Shape;1886;g3978402b0d5_2_1041"/>
              <p:cNvSpPr txBox="1"/>
              <p:nvPr/>
            </p:nvSpPr>
            <p:spPr>
              <a:xfrm>
                <a:off x="8774759" y="5582478"/>
                <a:ext cx="486000" cy="180049"/>
              </a:xfrm>
              <a:prstGeom prst="rect">
                <a:avLst/>
              </a:prstGeom>
              <a:noFill/>
              <a:ln>
                <a:noFill/>
              </a:ln>
            </p:spPr>
            <p:txBody>
              <a:bodyPr spcFirstLastPara="1" wrap="square" lIns="91425" tIns="0" rIns="91425" bIns="0" anchor="ctr" anchorCtr="0">
                <a:spAutoFit/>
              </a:bodyPr>
              <a:lstStyle/>
              <a:p>
                <a:pPr marL="0" marR="0" lvl="0" indent="0" algn="ctr" rtl="0">
                  <a:lnSpc>
                    <a:spcPct val="130000"/>
                  </a:lnSpc>
                  <a:spcBef>
                    <a:spcPts val="0"/>
                  </a:spcBef>
                  <a:spcAft>
                    <a:spcPts val="0"/>
                  </a:spcAft>
                  <a:buClr>
                    <a:srgbClr val="000000"/>
                  </a:buClr>
                  <a:buSzPts val="900"/>
                  <a:buFont typeface="Arial"/>
                  <a:buNone/>
                </a:pPr>
                <a:r>
                  <a:rPr lang="en-US" sz="900" b="1" i="0" u="none" strike="noStrike" cap="none">
                    <a:solidFill>
                      <a:srgbClr val="000000"/>
                    </a:solidFill>
                    <a:latin typeface="Arial"/>
                    <a:ea typeface="Arial"/>
                    <a:cs typeface="Arial"/>
                    <a:sym typeface="Arial"/>
                  </a:rPr>
                  <a:t>Telco</a:t>
                </a:r>
                <a:endParaRPr sz="1600" b="0" i="0" u="none" strike="noStrike" cap="none">
                  <a:solidFill>
                    <a:srgbClr val="000000"/>
                  </a:solidFill>
                  <a:latin typeface="Arial"/>
                  <a:ea typeface="Arial"/>
                  <a:cs typeface="Arial"/>
                  <a:sym typeface="Arial"/>
                </a:endParaRPr>
              </a:p>
            </p:txBody>
          </p:sp>
          <p:cxnSp>
            <p:nvCxnSpPr>
              <p:cNvPr id="1887" name="Google Shape;1887;g3978402b0d5_2_1041"/>
              <p:cNvCxnSpPr/>
              <p:nvPr/>
            </p:nvCxnSpPr>
            <p:spPr>
              <a:xfrm>
                <a:off x="3872798" y="5693226"/>
                <a:ext cx="605700" cy="0"/>
              </a:xfrm>
              <a:prstGeom prst="straightConnector1">
                <a:avLst/>
              </a:prstGeom>
              <a:noFill/>
              <a:ln w="12700" cap="flat" cmpd="sng">
                <a:solidFill>
                  <a:schemeClr val="dk1"/>
                </a:solidFill>
                <a:prstDash val="solid"/>
                <a:miter lim="800000"/>
                <a:headEnd type="none" w="sm" len="sm"/>
                <a:tailEnd type="none" w="sm" len="sm"/>
              </a:ln>
            </p:spPr>
          </p:cxnSp>
          <p:cxnSp>
            <p:nvCxnSpPr>
              <p:cNvPr id="1888" name="Google Shape;1888;g3978402b0d5_2_1041"/>
              <p:cNvCxnSpPr/>
              <p:nvPr/>
            </p:nvCxnSpPr>
            <p:spPr>
              <a:xfrm>
                <a:off x="5366419" y="5693226"/>
                <a:ext cx="685800" cy="0"/>
              </a:xfrm>
              <a:prstGeom prst="straightConnector1">
                <a:avLst/>
              </a:prstGeom>
              <a:noFill/>
              <a:ln w="12700" cap="flat" cmpd="sng">
                <a:solidFill>
                  <a:schemeClr val="dk1"/>
                </a:solidFill>
                <a:prstDash val="solid"/>
                <a:miter lim="800000"/>
                <a:headEnd type="none" w="sm" len="sm"/>
                <a:tailEnd type="none" w="sm" len="sm"/>
              </a:ln>
            </p:spPr>
          </p:cxnSp>
          <p:cxnSp>
            <p:nvCxnSpPr>
              <p:cNvPr id="1889" name="Google Shape;1889;g3978402b0d5_2_1041"/>
              <p:cNvCxnSpPr/>
              <p:nvPr/>
            </p:nvCxnSpPr>
            <p:spPr>
              <a:xfrm>
                <a:off x="7151933" y="5693226"/>
                <a:ext cx="610200" cy="0"/>
              </a:xfrm>
              <a:prstGeom prst="straightConnector1">
                <a:avLst/>
              </a:prstGeom>
              <a:noFill/>
              <a:ln w="12700" cap="flat" cmpd="sng">
                <a:solidFill>
                  <a:schemeClr val="dk1"/>
                </a:solidFill>
                <a:prstDash val="solid"/>
                <a:miter lim="800000"/>
                <a:headEnd type="none" w="sm" len="sm"/>
                <a:tailEnd type="none" w="sm" len="sm"/>
              </a:ln>
            </p:spPr>
          </p:cxnSp>
          <p:cxnSp>
            <p:nvCxnSpPr>
              <p:cNvPr id="1890" name="Google Shape;1890;g3978402b0d5_2_1041"/>
              <p:cNvCxnSpPr/>
              <p:nvPr/>
            </p:nvCxnSpPr>
            <p:spPr>
              <a:xfrm>
                <a:off x="8227088" y="5693226"/>
                <a:ext cx="548700" cy="0"/>
              </a:xfrm>
              <a:prstGeom prst="straightConnector1">
                <a:avLst/>
              </a:prstGeom>
              <a:noFill/>
              <a:ln w="12700" cap="flat" cmpd="sng">
                <a:solidFill>
                  <a:schemeClr val="dk1"/>
                </a:solidFill>
                <a:prstDash val="solid"/>
                <a:miter lim="800000"/>
                <a:headEnd type="none" w="sm" len="sm"/>
                <a:tailEnd type="none" w="sm" len="sm"/>
              </a:ln>
            </p:spPr>
          </p:cxnSp>
          <p:cxnSp>
            <p:nvCxnSpPr>
              <p:cNvPr id="1891" name="Google Shape;1891;g3978402b0d5_2_1041"/>
              <p:cNvCxnSpPr/>
              <p:nvPr/>
            </p:nvCxnSpPr>
            <p:spPr>
              <a:xfrm>
                <a:off x="9319108" y="5693208"/>
                <a:ext cx="1242600" cy="0"/>
              </a:xfrm>
              <a:prstGeom prst="straightConnector1">
                <a:avLst/>
              </a:prstGeom>
              <a:noFill/>
              <a:ln w="12700" cap="flat" cmpd="sng">
                <a:solidFill>
                  <a:schemeClr val="dk1"/>
                </a:solidFill>
                <a:prstDash val="solid"/>
                <a:miter lim="800000"/>
                <a:headEnd type="none" w="sm" len="sm"/>
                <a:tailEnd type="none" w="sm" len="sm"/>
              </a:ln>
            </p:spPr>
          </p:cxnSp>
          <p:cxnSp>
            <p:nvCxnSpPr>
              <p:cNvPr id="1892" name="Google Shape;1892;g3978402b0d5_2_1041"/>
              <p:cNvCxnSpPr/>
              <p:nvPr/>
            </p:nvCxnSpPr>
            <p:spPr>
              <a:xfrm>
                <a:off x="1676496" y="5693207"/>
                <a:ext cx="1292700" cy="0"/>
              </a:xfrm>
              <a:prstGeom prst="straightConnector1">
                <a:avLst/>
              </a:prstGeom>
              <a:noFill/>
              <a:ln w="12700" cap="flat" cmpd="sng">
                <a:solidFill>
                  <a:schemeClr val="dk1"/>
                </a:solidFill>
                <a:prstDash val="solid"/>
                <a:miter lim="800000"/>
                <a:headEnd type="none" w="sm" len="sm"/>
                <a:tailEnd type="none" w="sm" len="sm"/>
              </a:ln>
            </p:spPr>
          </p:cxnSp>
        </p:grpSp>
        <p:grpSp>
          <p:nvGrpSpPr>
            <p:cNvPr id="1893" name="Google Shape;1893;g3978402b0d5_2_1041"/>
            <p:cNvGrpSpPr/>
            <p:nvPr/>
          </p:nvGrpSpPr>
          <p:grpSpPr>
            <a:xfrm>
              <a:off x="2327549" y="1160019"/>
              <a:ext cx="7533832" cy="780732"/>
              <a:chOff x="2440883" y="1160019"/>
              <a:chExt cx="7533832" cy="780732"/>
            </a:xfrm>
          </p:grpSpPr>
          <p:grpSp>
            <p:nvGrpSpPr>
              <p:cNvPr id="1894" name="Google Shape;1894;g3978402b0d5_2_1041"/>
              <p:cNvGrpSpPr/>
              <p:nvPr/>
            </p:nvGrpSpPr>
            <p:grpSpPr>
              <a:xfrm>
                <a:off x="2440883" y="1252426"/>
                <a:ext cx="7533832" cy="688325"/>
                <a:chOff x="1994229" y="1233375"/>
                <a:chExt cx="7816800" cy="838500"/>
              </a:xfrm>
            </p:grpSpPr>
            <p:sp>
              <p:nvSpPr>
                <p:cNvPr id="1895" name="Google Shape;1895;g3978402b0d5_2_1041"/>
                <p:cNvSpPr/>
                <p:nvPr/>
              </p:nvSpPr>
              <p:spPr>
                <a:xfrm>
                  <a:off x="1994229" y="1233375"/>
                  <a:ext cx="7816800" cy="838500"/>
                </a:xfrm>
                <a:prstGeom prst="roundRect">
                  <a:avLst>
                    <a:gd name="adj" fmla="val 14530"/>
                  </a:avLst>
                </a:prstGeom>
                <a:gradFill>
                  <a:gsLst>
                    <a:gs pos="0">
                      <a:srgbClr val="002060"/>
                    </a:gs>
                    <a:gs pos="100000">
                      <a:srgbClr val="00A5DD"/>
                    </a:gs>
                  </a:gsLst>
                  <a:lin ang="0" scaled="0"/>
                </a:grad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Clr>
                      <a:srgbClr val="000000"/>
                    </a:buClr>
                    <a:buSzPts val="900"/>
                    <a:buFont typeface="Arial"/>
                    <a:buNone/>
                  </a:pPr>
                  <a:endParaRPr sz="900" b="0" i="0" u="none" strike="noStrike" cap="none">
                    <a:solidFill>
                      <a:srgbClr val="FFFFFF"/>
                    </a:solidFill>
                    <a:latin typeface="Arial"/>
                    <a:ea typeface="Arial"/>
                    <a:cs typeface="Arial"/>
                    <a:sym typeface="Arial"/>
                  </a:endParaRPr>
                </a:p>
              </p:txBody>
            </p:sp>
            <p:sp>
              <p:nvSpPr>
                <p:cNvPr id="1896" name="Google Shape;1896;g3978402b0d5_2_1041"/>
                <p:cNvSpPr/>
                <p:nvPr/>
              </p:nvSpPr>
              <p:spPr>
                <a:xfrm>
                  <a:off x="2067683" y="1320525"/>
                  <a:ext cx="7669800" cy="664200"/>
                </a:xfrm>
                <a:prstGeom prst="roundRect">
                  <a:avLst>
                    <a:gd name="adj" fmla="val 12290"/>
                  </a:avLst>
                </a:prstGeom>
                <a:solidFill>
                  <a:schemeClr val="lt1">
                    <a:alpha val="93725"/>
                  </a:schemeClr>
                </a:solidFill>
                <a:ln>
                  <a:noFill/>
                </a:ln>
              </p:spPr>
              <p:txBody>
                <a:bodyPr spcFirstLastPara="1" wrap="square" lIns="68550" tIns="68550" rIns="68550" bIns="68550" anchor="ctr" anchorCtr="0">
                  <a:noAutofit/>
                </a:bodyPr>
                <a:lstStyle/>
                <a:p>
                  <a:pPr marL="0" marR="0" lvl="0" indent="0" algn="ctr" rtl="0">
                    <a:lnSpc>
                      <a:spcPct val="100000"/>
                    </a:lnSpc>
                    <a:spcBef>
                      <a:spcPts val="0"/>
                    </a:spcBef>
                    <a:spcAft>
                      <a:spcPts val="0"/>
                    </a:spcAft>
                    <a:buClr>
                      <a:srgbClr val="000000"/>
                    </a:buClr>
                    <a:buSzPts val="900"/>
                    <a:buFont typeface="Arial"/>
                    <a:buNone/>
                  </a:pPr>
                  <a:endParaRPr sz="900" b="0" i="0" u="none" strike="noStrike" cap="none">
                    <a:solidFill>
                      <a:srgbClr val="0098C7"/>
                    </a:solidFill>
                    <a:latin typeface="Arial"/>
                    <a:ea typeface="Arial"/>
                    <a:cs typeface="Arial"/>
                    <a:sym typeface="Arial"/>
                  </a:endParaRPr>
                </a:p>
              </p:txBody>
            </p:sp>
          </p:grpSp>
          <p:sp>
            <p:nvSpPr>
              <p:cNvPr id="1897" name="Google Shape;1897;g3978402b0d5_2_1041"/>
              <p:cNvSpPr/>
              <p:nvPr/>
            </p:nvSpPr>
            <p:spPr>
              <a:xfrm>
                <a:off x="5161254" y="1160019"/>
                <a:ext cx="2093100" cy="255000"/>
              </a:xfrm>
              <a:prstGeom prst="roundRect">
                <a:avLst>
                  <a:gd name="adj" fmla="val 50000"/>
                </a:avLst>
              </a:prstGeom>
              <a:gradFill>
                <a:gsLst>
                  <a:gs pos="0">
                    <a:schemeClr val="accent3"/>
                  </a:gs>
                  <a:gs pos="35000">
                    <a:schemeClr val="accent3"/>
                  </a:gs>
                  <a:gs pos="100000">
                    <a:schemeClr val="accent2"/>
                  </a:gs>
                </a:gsLst>
                <a:lin ang="18900044" scaled="0"/>
              </a:grad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Clr>
                    <a:srgbClr val="000000"/>
                  </a:buClr>
                  <a:buSzPts val="1000"/>
                  <a:buFont typeface="Arial"/>
                  <a:buNone/>
                </a:pPr>
                <a:r>
                  <a:rPr lang="en-US" sz="1000" b="1" i="0" u="none" strike="noStrike" cap="none">
                    <a:solidFill>
                      <a:srgbClr val="FFFFFF"/>
                    </a:solidFill>
                    <a:latin typeface="Arial"/>
                    <a:ea typeface="Arial"/>
                    <a:cs typeface="Arial"/>
                    <a:sym typeface="Arial"/>
                  </a:rPr>
                  <a:t>VCF Advanced Services</a:t>
                </a:r>
                <a:endParaRPr sz="1400" b="0" i="0" u="none" strike="noStrike" cap="none">
                  <a:solidFill>
                    <a:srgbClr val="000000"/>
                  </a:solidFill>
                  <a:latin typeface="Arial"/>
                  <a:ea typeface="Arial"/>
                  <a:cs typeface="Arial"/>
                  <a:sym typeface="Arial"/>
                </a:endParaRPr>
              </a:p>
            </p:txBody>
          </p:sp>
          <p:grpSp>
            <p:nvGrpSpPr>
              <p:cNvPr id="1898" name="Google Shape;1898;g3978402b0d5_2_1041"/>
              <p:cNvGrpSpPr/>
              <p:nvPr/>
            </p:nvGrpSpPr>
            <p:grpSpPr>
              <a:xfrm>
                <a:off x="2728950" y="1523169"/>
                <a:ext cx="6957448" cy="249301"/>
                <a:chOff x="2760678" y="1512018"/>
                <a:chExt cx="6957448" cy="249301"/>
              </a:xfrm>
            </p:grpSpPr>
            <p:sp>
              <p:nvSpPr>
                <p:cNvPr id="1899" name="Google Shape;1899;g3978402b0d5_2_1041"/>
                <p:cNvSpPr txBox="1"/>
                <p:nvPr/>
              </p:nvSpPr>
              <p:spPr>
                <a:xfrm>
                  <a:off x="2760678" y="1512019"/>
                  <a:ext cx="694800" cy="249300"/>
                </a:xfrm>
                <a:prstGeom prst="rect">
                  <a:avLst/>
                </a:prstGeom>
                <a:noFill/>
                <a:ln>
                  <a:noFill/>
                </a:ln>
              </p:spPr>
              <p:txBody>
                <a:bodyPr spcFirstLastPara="1" wrap="square" lIns="0" tIns="0" rIns="0" bIns="0" anchor="ctr" anchorCtr="0">
                  <a:spAutoFit/>
                </a:bodyPr>
                <a:lstStyle/>
                <a:p>
                  <a:pPr marL="0" marR="0" lvl="0" indent="0" algn="ctr" rtl="0">
                    <a:lnSpc>
                      <a:spcPct val="90000"/>
                    </a:lnSpc>
                    <a:spcBef>
                      <a:spcPts val="0"/>
                    </a:spcBef>
                    <a:spcAft>
                      <a:spcPts val="0"/>
                    </a:spcAft>
                    <a:buClr>
                      <a:srgbClr val="000000"/>
                    </a:buClr>
                    <a:buSzPts val="900"/>
                    <a:buFont typeface="Arial"/>
                    <a:buNone/>
                  </a:pPr>
                  <a:r>
                    <a:rPr lang="en-US" sz="900" b="0" i="0" u="none" strike="noStrike" cap="none">
                      <a:solidFill>
                        <a:srgbClr val="005C8A"/>
                      </a:solidFill>
                      <a:latin typeface="Arial"/>
                      <a:ea typeface="Arial"/>
                      <a:cs typeface="Arial"/>
                      <a:sym typeface="Arial"/>
                    </a:rPr>
                    <a:t>Cyber Compliance</a:t>
                  </a:r>
                  <a:endParaRPr sz="900" b="0" i="0" u="none" strike="noStrike" cap="none">
                    <a:solidFill>
                      <a:srgbClr val="005C8A"/>
                    </a:solidFill>
                    <a:latin typeface="Arial"/>
                    <a:ea typeface="Arial"/>
                    <a:cs typeface="Arial"/>
                    <a:sym typeface="Arial"/>
                  </a:endParaRPr>
                </a:p>
              </p:txBody>
            </p:sp>
            <p:sp>
              <p:nvSpPr>
                <p:cNvPr id="1900" name="Google Shape;1900;g3978402b0d5_2_1041"/>
                <p:cNvSpPr txBox="1"/>
                <p:nvPr/>
              </p:nvSpPr>
              <p:spPr>
                <a:xfrm>
                  <a:off x="3655342" y="1512019"/>
                  <a:ext cx="694800" cy="249300"/>
                </a:xfrm>
                <a:prstGeom prst="rect">
                  <a:avLst/>
                </a:prstGeom>
                <a:noFill/>
                <a:ln>
                  <a:noFill/>
                </a:ln>
              </p:spPr>
              <p:txBody>
                <a:bodyPr spcFirstLastPara="1" wrap="square" lIns="0" tIns="0" rIns="0" bIns="0" anchor="ctr" anchorCtr="0">
                  <a:spAutoFit/>
                </a:bodyPr>
                <a:lstStyle/>
                <a:p>
                  <a:pPr marL="0" marR="0" lvl="0" indent="0" algn="ctr" rtl="0">
                    <a:lnSpc>
                      <a:spcPct val="90000"/>
                    </a:lnSpc>
                    <a:spcBef>
                      <a:spcPts val="0"/>
                    </a:spcBef>
                    <a:spcAft>
                      <a:spcPts val="0"/>
                    </a:spcAft>
                    <a:buClr>
                      <a:srgbClr val="000000"/>
                    </a:buClr>
                    <a:buSzPts val="900"/>
                    <a:buFont typeface="Arial"/>
                    <a:buNone/>
                  </a:pPr>
                  <a:r>
                    <a:rPr lang="en-US" sz="900" b="0" i="0" u="none" strike="noStrike" cap="none">
                      <a:solidFill>
                        <a:srgbClr val="005C8A"/>
                      </a:solidFill>
                      <a:latin typeface="Arial"/>
                      <a:ea typeface="Arial"/>
                      <a:cs typeface="Arial"/>
                      <a:sym typeface="Arial"/>
                    </a:rPr>
                    <a:t>Advanced </a:t>
                  </a:r>
                  <a:endParaRPr sz="900" b="0" i="0" u="none" strike="noStrike" cap="none">
                    <a:solidFill>
                      <a:srgbClr val="005C8A"/>
                    </a:solidFill>
                    <a:latin typeface="Arial"/>
                    <a:ea typeface="Arial"/>
                    <a:cs typeface="Arial"/>
                    <a:sym typeface="Arial"/>
                  </a:endParaRPr>
                </a:p>
                <a:p>
                  <a:pPr marL="0" marR="0" lvl="0" indent="0" algn="ctr" rtl="0">
                    <a:lnSpc>
                      <a:spcPct val="90000"/>
                    </a:lnSpc>
                    <a:spcBef>
                      <a:spcPts val="0"/>
                    </a:spcBef>
                    <a:spcAft>
                      <a:spcPts val="0"/>
                    </a:spcAft>
                    <a:buClr>
                      <a:srgbClr val="000000"/>
                    </a:buClr>
                    <a:buSzPts val="900"/>
                    <a:buFont typeface="Arial"/>
                    <a:buNone/>
                  </a:pPr>
                  <a:r>
                    <a:rPr lang="en-US" sz="900" b="0" i="0" u="none" strike="noStrike" cap="none">
                      <a:solidFill>
                        <a:srgbClr val="005C8A"/>
                      </a:solidFill>
                      <a:latin typeface="Arial"/>
                      <a:ea typeface="Arial"/>
                      <a:cs typeface="Arial"/>
                      <a:sym typeface="Arial"/>
                    </a:rPr>
                    <a:t>Security</a:t>
                  </a:r>
                  <a:endParaRPr sz="900" b="0" i="0" u="none" strike="noStrike" cap="none">
                    <a:solidFill>
                      <a:srgbClr val="005C8A"/>
                    </a:solidFill>
                    <a:latin typeface="Arial"/>
                    <a:ea typeface="Arial"/>
                    <a:cs typeface="Arial"/>
                    <a:sym typeface="Arial"/>
                  </a:endParaRPr>
                </a:p>
              </p:txBody>
            </p:sp>
            <p:sp>
              <p:nvSpPr>
                <p:cNvPr id="1901" name="Google Shape;1901;g3978402b0d5_2_1041"/>
                <p:cNvSpPr txBox="1"/>
                <p:nvPr/>
              </p:nvSpPr>
              <p:spPr>
                <a:xfrm>
                  <a:off x="7233998" y="1512019"/>
                  <a:ext cx="694800" cy="249300"/>
                </a:xfrm>
                <a:prstGeom prst="rect">
                  <a:avLst/>
                </a:prstGeom>
                <a:noFill/>
                <a:ln>
                  <a:noFill/>
                </a:ln>
              </p:spPr>
              <p:txBody>
                <a:bodyPr spcFirstLastPara="1" wrap="square" lIns="0" tIns="0" rIns="0" bIns="0" anchor="ctr" anchorCtr="0">
                  <a:spAutoFit/>
                </a:bodyPr>
                <a:lstStyle/>
                <a:p>
                  <a:pPr marL="0" marR="0" lvl="0" indent="0" algn="ctr" rtl="0">
                    <a:lnSpc>
                      <a:spcPct val="90000"/>
                    </a:lnSpc>
                    <a:spcBef>
                      <a:spcPts val="0"/>
                    </a:spcBef>
                    <a:spcAft>
                      <a:spcPts val="0"/>
                    </a:spcAft>
                    <a:buClr>
                      <a:srgbClr val="000000"/>
                    </a:buClr>
                    <a:buSzPts val="900"/>
                    <a:buFont typeface="Arial"/>
                    <a:buNone/>
                  </a:pPr>
                  <a:r>
                    <a:rPr lang="en-US" sz="900" b="0" i="0" u="none" strike="noStrike" cap="none">
                      <a:solidFill>
                        <a:srgbClr val="005C8A"/>
                      </a:solidFill>
                      <a:latin typeface="Arial"/>
                      <a:ea typeface="Arial"/>
                      <a:cs typeface="Arial"/>
                      <a:sym typeface="Arial"/>
                    </a:rPr>
                    <a:t>Network </a:t>
                  </a:r>
                  <a:endParaRPr sz="900" b="0" i="0" u="none" strike="noStrike" cap="none">
                    <a:solidFill>
                      <a:srgbClr val="000000"/>
                    </a:solidFill>
                    <a:latin typeface="Arial"/>
                    <a:ea typeface="Arial"/>
                    <a:cs typeface="Arial"/>
                    <a:sym typeface="Arial"/>
                  </a:endParaRPr>
                </a:p>
                <a:p>
                  <a:pPr marL="0" marR="0" lvl="0" indent="0" algn="ctr" rtl="0">
                    <a:lnSpc>
                      <a:spcPct val="90000"/>
                    </a:lnSpc>
                    <a:spcBef>
                      <a:spcPts val="0"/>
                    </a:spcBef>
                    <a:spcAft>
                      <a:spcPts val="0"/>
                    </a:spcAft>
                    <a:buClr>
                      <a:srgbClr val="000000"/>
                    </a:buClr>
                    <a:buSzPts val="900"/>
                    <a:buFont typeface="Arial"/>
                    <a:buNone/>
                  </a:pPr>
                  <a:r>
                    <a:rPr lang="en-US" sz="900" b="0" i="0" u="none" strike="noStrike" cap="none">
                      <a:solidFill>
                        <a:srgbClr val="005C8A"/>
                      </a:solidFill>
                      <a:latin typeface="Arial"/>
                      <a:ea typeface="Arial"/>
                      <a:cs typeface="Arial"/>
                      <a:sym typeface="Arial"/>
                    </a:rPr>
                    <a:t>Observability</a:t>
                  </a:r>
                  <a:endParaRPr sz="900" b="0" i="0" u="none" strike="noStrike" cap="none">
                    <a:solidFill>
                      <a:srgbClr val="005C8A"/>
                    </a:solidFill>
                    <a:latin typeface="Arial"/>
                    <a:ea typeface="Arial"/>
                    <a:cs typeface="Arial"/>
                    <a:sym typeface="Arial"/>
                  </a:endParaRPr>
                </a:p>
              </p:txBody>
            </p:sp>
            <p:sp>
              <p:nvSpPr>
                <p:cNvPr id="1902" name="Google Shape;1902;g3978402b0d5_2_1041"/>
                <p:cNvSpPr txBox="1"/>
                <p:nvPr/>
              </p:nvSpPr>
              <p:spPr>
                <a:xfrm>
                  <a:off x="8128662" y="1512018"/>
                  <a:ext cx="694800" cy="249300"/>
                </a:xfrm>
                <a:prstGeom prst="rect">
                  <a:avLst/>
                </a:prstGeom>
                <a:noFill/>
                <a:ln>
                  <a:noFill/>
                </a:ln>
              </p:spPr>
              <p:txBody>
                <a:bodyPr spcFirstLastPara="1" wrap="square" lIns="0" tIns="0" rIns="0" bIns="0" anchor="ctr" anchorCtr="0">
                  <a:spAutoFit/>
                </a:bodyPr>
                <a:lstStyle/>
                <a:p>
                  <a:pPr marL="0" marR="0" lvl="0" indent="0" algn="ctr" rtl="0">
                    <a:lnSpc>
                      <a:spcPct val="90000"/>
                    </a:lnSpc>
                    <a:spcBef>
                      <a:spcPts val="0"/>
                    </a:spcBef>
                    <a:spcAft>
                      <a:spcPts val="0"/>
                    </a:spcAft>
                    <a:buClr>
                      <a:srgbClr val="000000"/>
                    </a:buClr>
                    <a:buSzPts val="900"/>
                    <a:buFont typeface="Arial"/>
                    <a:buNone/>
                  </a:pPr>
                  <a:r>
                    <a:rPr lang="en-US" sz="900" b="0" i="0" u="none" strike="noStrike" cap="none">
                      <a:solidFill>
                        <a:srgbClr val="005C8A"/>
                      </a:solidFill>
                      <a:latin typeface="Arial"/>
                      <a:ea typeface="Arial"/>
                      <a:cs typeface="Arial"/>
                      <a:sym typeface="Arial"/>
                    </a:rPr>
                    <a:t>Business </a:t>
                  </a:r>
                  <a:br>
                    <a:rPr lang="en-US" sz="900" b="0" i="0" u="none" strike="noStrike" cap="none">
                      <a:solidFill>
                        <a:srgbClr val="005C8A"/>
                      </a:solidFill>
                      <a:latin typeface="Arial"/>
                      <a:ea typeface="Arial"/>
                      <a:cs typeface="Arial"/>
                      <a:sym typeface="Arial"/>
                    </a:rPr>
                  </a:br>
                  <a:r>
                    <a:rPr lang="en-US" sz="900" b="0" i="0" u="none" strike="noStrike" cap="none">
                      <a:solidFill>
                        <a:srgbClr val="005C8A"/>
                      </a:solidFill>
                      <a:latin typeface="Arial"/>
                      <a:ea typeface="Arial"/>
                      <a:cs typeface="Arial"/>
                      <a:sym typeface="Arial"/>
                    </a:rPr>
                    <a:t>Operations</a:t>
                  </a:r>
                  <a:endParaRPr sz="900" b="0" i="0" u="none" strike="noStrike" cap="none">
                    <a:solidFill>
                      <a:srgbClr val="005C8A"/>
                    </a:solidFill>
                    <a:latin typeface="Arial"/>
                    <a:ea typeface="Arial"/>
                    <a:cs typeface="Arial"/>
                    <a:sym typeface="Arial"/>
                  </a:endParaRPr>
                </a:p>
              </p:txBody>
            </p:sp>
            <p:sp>
              <p:nvSpPr>
                <p:cNvPr id="1903" name="Google Shape;1903;g3978402b0d5_2_1041"/>
                <p:cNvSpPr txBox="1"/>
                <p:nvPr/>
              </p:nvSpPr>
              <p:spPr>
                <a:xfrm>
                  <a:off x="6339334" y="1512019"/>
                  <a:ext cx="694800" cy="249300"/>
                </a:xfrm>
                <a:prstGeom prst="rect">
                  <a:avLst/>
                </a:prstGeom>
                <a:noFill/>
                <a:ln>
                  <a:noFill/>
                </a:ln>
              </p:spPr>
              <p:txBody>
                <a:bodyPr spcFirstLastPara="1" wrap="square" lIns="0" tIns="0" rIns="0" bIns="0" anchor="ctr" anchorCtr="0">
                  <a:spAutoFit/>
                </a:bodyPr>
                <a:lstStyle/>
                <a:p>
                  <a:pPr marL="0" marR="0" lvl="0" indent="0" algn="ctr" rtl="0">
                    <a:lnSpc>
                      <a:spcPct val="90000"/>
                    </a:lnSpc>
                    <a:spcBef>
                      <a:spcPts val="0"/>
                    </a:spcBef>
                    <a:spcAft>
                      <a:spcPts val="0"/>
                    </a:spcAft>
                    <a:buClr>
                      <a:srgbClr val="000000"/>
                    </a:buClr>
                    <a:buSzPts val="900"/>
                    <a:buFont typeface="Arial"/>
                    <a:buNone/>
                  </a:pPr>
                  <a:r>
                    <a:rPr lang="en-US" sz="900" b="0" i="0" u="none" strike="noStrike" cap="none">
                      <a:solidFill>
                        <a:srgbClr val="005C8A"/>
                      </a:solidFill>
                      <a:latin typeface="Arial"/>
                      <a:ea typeface="Arial"/>
                      <a:cs typeface="Arial"/>
                      <a:sym typeface="Arial"/>
                    </a:rPr>
                    <a:t>Application </a:t>
                  </a:r>
                  <a:br>
                    <a:rPr lang="en-US" sz="900" b="0" i="0" u="none" strike="noStrike" cap="none">
                      <a:solidFill>
                        <a:srgbClr val="005C8A"/>
                      </a:solidFill>
                      <a:latin typeface="Arial"/>
                      <a:ea typeface="Arial"/>
                      <a:cs typeface="Arial"/>
                      <a:sym typeface="Arial"/>
                    </a:rPr>
                  </a:br>
                  <a:r>
                    <a:rPr lang="en-US" sz="900" b="0" i="0" u="none" strike="noStrike" cap="none">
                      <a:solidFill>
                        <a:srgbClr val="005C8A"/>
                      </a:solidFill>
                      <a:latin typeface="Arial"/>
                      <a:ea typeface="Arial"/>
                      <a:cs typeface="Arial"/>
                      <a:sym typeface="Arial"/>
                    </a:rPr>
                    <a:t>Services</a:t>
                  </a:r>
                  <a:endParaRPr sz="900" b="0" i="0" u="none" strike="noStrike" cap="none">
                    <a:solidFill>
                      <a:srgbClr val="000000"/>
                    </a:solidFill>
                    <a:latin typeface="Arial"/>
                    <a:ea typeface="Arial"/>
                    <a:cs typeface="Arial"/>
                    <a:sym typeface="Arial"/>
                  </a:endParaRPr>
                </a:p>
              </p:txBody>
            </p:sp>
            <p:sp>
              <p:nvSpPr>
                <p:cNvPr id="1904" name="Google Shape;1904;g3978402b0d5_2_1041"/>
                <p:cNvSpPr txBox="1"/>
                <p:nvPr/>
              </p:nvSpPr>
              <p:spPr>
                <a:xfrm>
                  <a:off x="4550006" y="1512019"/>
                  <a:ext cx="694800" cy="249300"/>
                </a:xfrm>
                <a:prstGeom prst="rect">
                  <a:avLst/>
                </a:prstGeom>
                <a:noFill/>
                <a:ln>
                  <a:noFill/>
                </a:ln>
              </p:spPr>
              <p:txBody>
                <a:bodyPr spcFirstLastPara="1" wrap="square" lIns="0" tIns="0" rIns="0" bIns="0" anchor="ctr" anchorCtr="0">
                  <a:spAutoFit/>
                </a:bodyPr>
                <a:lstStyle/>
                <a:p>
                  <a:pPr marL="0" marR="0" lvl="0" indent="0" algn="ctr" rtl="0">
                    <a:lnSpc>
                      <a:spcPct val="90000"/>
                    </a:lnSpc>
                    <a:spcBef>
                      <a:spcPts val="0"/>
                    </a:spcBef>
                    <a:spcAft>
                      <a:spcPts val="0"/>
                    </a:spcAft>
                    <a:buClr>
                      <a:srgbClr val="000000"/>
                    </a:buClr>
                    <a:buSzPts val="900"/>
                    <a:buFont typeface="Arial"/>
                    <a:buNone/>
                  </a:pPr>
                  <a:r>
                    <a:rPr lang="en-US" sz="900" b="0" i="0" u="none" strike="noStrike" cap="none">
                      <a:solidFill>
                        <a:srgbClr val="005C8A"/>
                      </a:solidFill>
                      <a:latin typeface="Arial"/>
                      <a:ea typeface="Arial"/>
                      <a:cs typeface="Arial"/>
                      <a:sym typeface="Arial"/>
                    </a:rPr>
                    <a:t>Load </a:t>
                  </a:r>
                  <a:br>
                    <a:rPr lang="en-US" sz="900" b="0" i="0" u="none" strike="noStrike" cap="none">
                      <a:solidFill>
                        <a:srgbClr val="005C8A"/>
                      </a:solidFill>
                      <a:latin typeface="Arial"/>
                      <a:ea typeface="Arial"/>
                      <a:cs typeface="Arial"/>
                      <a:sym typeface="Arial"/>
                    </a:rPr>
                  </a:br>
                  <a:r>
                    <a:rPr lang="en-US" sz="900" b="0" i="0" u="none" strike="noStrike" cap="none">
                      <a:solidFill>
                        <a:srgbClr val="005C8A"/>
                      </a:solidFill>
                      <a:latin typeface="Arial"/>
                      <a:ea typeface="Arial"/>
                      <a:cs typeface="Arial"/>
                      <a:sym typeface="Arial"/>
                    </a:rPr>
                    <a:t>Balancing </a:t>
                  </a:r>
                  <a:endParaRPr sz="900" b="0" i="0" u="none" strike="noStrike" cap="none">
                    <a:solidFill>
                      <a:srgbClr val="005C8A"/>
                    </a:solidFill>
                    <a:latin typeface="Arial"/>
                    <a:ea typeface="Arial"/>
                    <a:cs typeface="Arial"/>
                    <a:sym typeface="Arial"/>
                  </a:endParaRPr>
                </a:p>
              </p:txBody>
            </p:sp>
            <p:sp>
              <p:nvSpPr>
                <p:cNvPr id="1905" name="Google Shape;1905;g3978402b0d5_2_1041"/>
                <p:cNvSpPr txBox="1"/>
                <p:nvPr/>
              </p:nvSpPr>
              <p:spPr>
                <a:xfrm>
                  <a:off x="9023326" y="1512019"/>
                  <a:ext cx="694800" cy="249300"/>
                </a:xfrm>
                <a:prstGeom prst="rect">
                  <a:avLst/>
                </a:prstGeom>
                <a:noFill/>
                <a:ln>
                  <a:noFill/>
                </a:ln>
              </p:spPr>
              <p:txBody>
                <a:bodyPr spcFirstLastPara="1" wrap="square" lIns="0" tIns="0" rIns="0" bIns="0" anchor="ctr" anchorCtr="0">
                  <a:spAutoFit/>
                </a:bodyPr>
                <a:lstStyle/>
                <a:p>
                  <a:pPr marL="0" marR="0" lvl="0" indent="0" algn="ctr" rtl="0">
                    <a:lnSpc>
                      <a:spcPct val="90000"/>
                    </a:lnSpc>
                    <a:spcBef>
                      <a:spcPts val="0"/>
                    </a:spcBef>
                    <a:spcAft>
                      <a:spcPts val="0"/>
                    </a:spcAft>
                    <a:buClr>
                      <a:srgbClr val="000000"/>
                    </a:buClr>
                    <a:buSzPts val="900"/>
                    <a:buFont typeface="Arial"/>
                    <a:buNone/>
                  </a:pPr>
                  <a:r>
                    <a:rPr lang="en-US" sz="900" b="0" i="0" u="none" strike="noStrike" cap="none">
                      <a:solidFill>
                        <a:srgbClr val="005C8A"/>
                      </a:solidFill>
                      <a:latin typeface="Arial"/>
                      <a:ea typeface="Arial"/>
                      <a:cs typeface="Arial"/>
                      <a:sym typeface="Arial"/>
                    </a:rPr>
                    <a:t>Identity</a:t>
                  </a:r>
                  <a:br>
                    <a:rPr lang="en-US" sz="900" b="0" i="0" u="none" strike="noStrike" cap="none">
                      <a:solidFill>
                        <a:srgbClr val="005C8A"/>
                      </a:solidFill>
                      <a:latin typeface="Arial"/>
                      <a:ea typeface="Arial"/>
                      <a:cs typeface="Arial"/>
                      <a:sym typeface="Arial"/>
                    </a:rPr>
                  </a:br>
                  <a:r>
                    <a:rPr lang="en-US" sz="900" b="0" i="0" u="none" strike="noStrike" cap="none">
                      <a:solidFill>
                        <a:srgbClr val="005C8A"/>
                      </a:solidFill>
                      <a:latin typeface="Arial"/>
                      <a:ea typeface="Arial"/>
                      <a:cs typeface="Arial"/>
                      <a:sym typeface="Arial"/>
                    </a:rPr>
                    <a:t>Security</a:t>
                  </a:r>
                  <a:endParaRPr sz="900" b="0" i="0" u="none" strike="noStrike" cap="none">
                    <a:solidFill>
                      <a:srgbClr val="005C8A"/>
                    </a:solidFill>
                    <a:latin typeface="Arial"/>
                    <a:ea typeface="Arial"/>
                    <a:cs typeface="Arial"/>
                    <a:sym typeface="Arial"/>
                  </a:endParaRPr>
                </a:p>
              </p:txBody>
            </p:sp>
            <p:sp>
              <p:nvSpPr>
                <p:cNvPr id="1906" name="Google Shape;1906;g3978402b0d5_2_1041"/>
                <p:cNvSpPr txBox="1"/>
                <p:nvPr/>
              </p:nvSpPr>
              <p:spPr>
                <a:xfrm>
                  <a:off x="5444670" y="1512019"/>
                  <a:ext cx="694800" cy="249300"/>
                </a:xfrm>
                <a:prstGeom prst="rect">
                  <a:avLst/>
                </a:prstGeom>
                <a:noFill/>
                <a:ln>
                  <a:noFill/>
                </a:ln>
              </p:spPr>
              <p:txBody>
                <a:bodyPr spcFirstLastPara="1" wrap="square" lIns="0" tIns="0" rIns="0" bIns="0" anchor="ctr" anchorCtr="0">
                  <a:spAutoFit/>
                </a:bodyPr>
                <a:lstStyle/>
                <a:p>
                  <a:pPr marL="0" marR="0" lvl="0" indent="0" algn="ctr" rtl="0">
                    <a:lnSpc>
                      <a:spcPct val="90000"/>
                    </a:lnSpc>
                    <a:spcBef>
                      <a:spcPts val="0"/>
                    </a:spcBef>
                    <a:spcAft>
                      <a:spcPts val="0"/>
                    </a:spcAft>
                    <a:buClr>
                      <a:srgbClr val="000000"/>
                    </a:buClr>
                    <a:buSzPts val="900"/>
                    <a:buFont typeface="Arial"/>
                    <a:buNone/>
                  </a:pPr>
                  <a:r>
                    <a:rPr lang="en-US" sz="900" b="0" i="0" u="none" strike="noStrike" cap="none">
                      <a:solidFill>
                        <a:srgbClr val="005C8A"/>
                      </a:solidFill>
                      <a:latin typeface="Arial"/>
                      <a:ea typeface="Arial"/>
                      <a:cs typeface="Arial"/>
                      <a:sym typeface="Arial"/>
                    </a:rPr>
                    <a:t>Data Services </a:t>
                  </a:r>
                  <a:endParaRPr sz="900" b="0" i="0" u="none" strike="noStrike" cap="none">
                    <a:solidFill>
                      <a:srgbClr val="005C8A"/>
                    </a:solidFill>
                    <a:latin typeface="Arial"/>
                    <a:ea typeface="Arial"/>
                    <a:cs typeface="Arial"/>
                    <a:sym typeface="Arial"/>
                  </a:endParaRPr>
                </a:p>
              </p:txBody>
            </p:sp>
          </p:grpSp>
        </p:gr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910"/>
        <p:cNvGrpSpPr/>
        <p:nvPr/>
      </p:nvGrpSpPr>
      <p:grpSpPr>
        <a:xfrm>
          <a:off x="0" y="0"/>
          <a:ext cx="0" cy="0"/>
          <a:chOff x="0" y="0"/>
          <a:chExt cx="0" cy="0"/>
        </a:xfrm>
      </p:grpSpPr>
      <p:sp>
        <p:nvSpPr>
          <p:cNvPr id="1911" name="Google Shape;1911;p11"/>
          <p:cNvSpPr txBox="1"/>
          <p:nvPr/>
        </p:nvSpPr>
        <p:spPr>
          <a:xfrm>
            <a:off x="581246" y="413536"/>
            <a:ext cx="10998300" cy="381300"/>
          </a:xfrm>
          <a:prstGeom prst="rect">
            <a:avLst/>
          </a:prstGeom>
          <a:noFill/>
          <a:ln>
            <a:noFill/>
          </a:ln>
        </p:spPr>
        <p:txBody>
          <a:bodyPr spcFirstLastPara="1" wrap="square" lIns="0" tIns="0" rIns="0" bIns="0" anchor="b" anchorCtr="0">
            <a:noAutofit/>
          </a:bodyPr>
          <a:lstStyle/>
          <a:p>
            <a:pPr marL="0" marR="0" lvl="0" indent="0" algn="l" rtl="0">
              <a:lnSpc>
                <a:spcPct val="90000"/>
              </a:lnSpc>
              <a:spcBef>
                <a:spcPts val="0"/>
              </a:spcBef>
              <a:spcAft>
                <a:spcPts val="0"/>
              </a:spcAft>
              <a:buClr>
                <a:srgbClr val="000000"/>
              </a:buClr>
              <a:buSzPts val="2800"/>
              <a:buFont typeface="Arial"/>
              <a:buNone/>
            </a:pPr>
            <a:r>
              <a:rPr lang="en-US" sz="2800" b="0" i="0" u="none" strike="noStrike" cap="none">
                <a:solidFill>
                  <a:schemeClr val="accent2"/>
                </a:solidFill>
                <a:latin typeface="Arial"/>
                <a:ea typeface="Arial"/>
                <a:cs typeface="Arial"/>
                <a:sym typeface="Arial"/>
              </a:rPr>
              <a:t>9 Common Use Cases for Private Cloud</a:t>
            </a:r>
            <a:endParaRPr sz="2800" b="0" i="0" u="none" strike="noStrike" cap="none">
              <a:solidFill>
                <a:schemeClr val="accent2"/>
              </a:solidFill>
              <a:latin typeface="Arial"/>
              <a:ea typeface="Arial"/>
              <a:cs typeface="Arial"/>
              <a:sym typeface="Arial"/>
            </a:endParaRPr>
          </a:p>
        </p:txBody>
      </p:sp>
      <p:sp>
        <p:nvSpPr>
          <p:cNvPr id="1912" name="Google Shape;1912;p11"/>
          <p:cNvSpPr/>
          <p:nvPr/>
        </p:nvSpPr>
        <p:spPr>
          <a:xfrm>
            <a:off x="4552644" y="2992365"/>
            <a:ext cx="3111900" cy="2627100"/>
          </a:xfrm>
          <a:prstGeom prst="roundRect">
            <a:avLst>
              <a:gd name="adj" fmla="val 2307"/>
            </a:avLst>
          </a:prstGeom>
          <a:gradFill>
            <a:gsLst>
              <a:gs pos="0">
                <a:srgbClr val="0198C7">
                  <a:alpha val="16862"/>
                </a:srgbClr>
              </a:gs>
              <a:gs pos="100000">
                <a:srgbClr val="0198C7">
                  <a:alpha val="0"/>
                </a:srgbClr>
              </a:gs>
            </a:gsLst>
            <a:lin ang="5400012" scaled="0"/>
          </a:gradFill>
          <a:ln>
            <a:noFill/>
          </a:ln>
        </p:spPr>
        <p:txBody>
          <a:bodyPr spcFirstLastPara="1" wrap="square" lIns="91275" tIns="91275" rIns="91275" bIns="91275"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041032"/>
              </a:solidFill>
              <a:latin typeface="Arial"/>
              <a:ea typeface="Arial"/>
              <a:cs typeface="Arial"/>
              <a:sym typeface="Arial"/>
            </a:endParaRPr>
          </a:p>
        </p:txBody>
      </p:sp>
      <p:sp>
        <p:nvSpPr>
          <p:cNvPr id="1913" name="Google Shape;1913;p11"/>
          <p:cNvSpPr/>
          <p:nvPr/>
        </p:nvSpPr>
        <p:spPr>
          <a:xfrm>
            <a:off x="4552641" y="992137"/>
            <a:ext cx="3111900" cy="1986900"/>
          </a:xfrm>
          <a:prstGeom prst="roundRect">
            <a:avLst>
              <a:gd name="adj" fmla="val 3135"/>
            </a:avLst>
          </a:prstGeom>
          <a:gradFill>
            <a:gsLst>
              <a:gs pos="0">
                <a:schemeClr val="accent2"/>
              </a:gs>
              <a:gs pos="100000">
                <a:schemeClr val="accent3"/>
              </a:gs>
            </a:gsLst>
            <a:lin ang="18900044" scaled="0"/>
          </a:gradFill>
          <a:ln>
            <a:noFill/>
          </a:ln>
        </p:spPr>
        <p:txBody>
          <a:bodyPr spcFirstLastPara="1" wrap="square" lIns="91325" tIns="45650" rIns="91325" bIns="45650" anchor="ctr"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rgbClr val="000000"/>
              </a:solidFill>
              <a:latin typeface="Arial"/>
              <a:ea typeface="Arial"/>
              <a:cs typeface="Arial"/>
              <a:sym typeface="Arial"/>
            </a:endParaRPr>
          </a:p>
        </p:txBody>
      </p:sp>
      <p:sp>
        <p:nvSpPr>
          <p:cNvPr id="1914" name="Google Shape;1914;p11"/>
          <p:cNvSpPr txBox="1"/>
          <p:nvPr/>
        </p:nvSpPr>
        <p:spPr>
          <a:xfrm>
            <a:off x="5307152" y="2345049"/>
            <a:ext cx="1723500" cy="554100"/>
          </a:xfrm>
          <a:prstGeom prst="rect">
            <a:avLst/>
          </a:prstGeom>
          <a:noFill/>
          <a:ln>
            <a:noFill/>
          </a:ln>
        </p:spPr>
        <p:txBody>
          <a:bodyPr spcFirstLastPara="1" wrap="square" lIns="0" tIns="0" rIns="0" bIns="0" anchor="t" anchorCtr="0">
            <a:spAutoFit/>
          </a:bodyPr>
          <a:lstStyle/>
          <a:p>
            <a:pPr marL="0" marR="0" lvl="0" indent="0" algn="ctr" rtl="0">
              <a:lnSpc>
                <a:spcPct val="90000"/>
              </a:lnSpc>
              <a:spcBef>
                <a:spcPts val="0"/>
              </a:spcBef>
              <a:spcAft>
                <a:spcPts val="0"/>
              </a:spcAft>
              <a:buClr>
                <a:srgbClr val="000000"/>
              </a:buClr>
              <a:buSzPts val="2000"/>
              <a:buFont typeface="Arial"/>
              <a:buNone/>
            </a:pPr>
            <a:r>
              <a:rPr lang="en-US" sz="2000" b="1" i="0" u="none" strike="noStrike" cap="none">
                <a:solidFill>
                  <a:schemeClr val="lt1"/>
                </a:solidFill>
                <a:latin typeface="Arial"/>
                <a:ea typeface="Arial"/>
                <a:cs typeface="Arial"/>
                <a:sym typeface="Arial"/>
              </a:rPr>
              <a:t>Application</a:t>
            </a:r>
            <a:br>
              <a:rPr lang="en-US" sz="2000" b="1" i="0" u="none" strike="noStrike" cap="none">
                <a:solidFill>
                  <a:schemeClr val="lt1"/>
                </a:solidFill>
                <a:latin typeface="Arial"/>
                <a:ea typeface="Arial"/>
                <a:cs typeface="Arial"/>
                <a:sym typeface="Arial"/>
              </a:rPr>
            </a:br>
            <a:r>
              <a:rPr lang="en-US" sz="2000" b="1" i="0" u="none" strike="noStrike" cap="none">
                <a:solidFill>
                  <a:schemeClr val="lt1"/>
                </a:solidFill>
                <a:latin typeface="Arial"/>
                <a:ea typeface="Arial"/>
                <a:cs typeface="Arial"/>
                <a:sym typeface="Arial"/>
              </a:rPr>
              <a:t>Modernization</a:t>
            </a:r>
            <a:endParaRPr sz="2000" b="1" i="0" u="none" strike="noStrike" cap="none">
              <a:solidFill>
                <a:schemeClr val="lt1"/>
              </a:solidFill>
              <a:latin typeface="Arial"/>
              <a:ea typeface="Arial"/>
              <a:cs typeface="Arial"/>
              <a:sym typeface="Arial"/>
            </a:endParaRPr>
          </a:p>
        </p:txBody>
      </p:sp>
      <p:sp>
        <p:nvSpPr>
          <p:cNvPr id="1915" name="Google Shape;1915;p11"/>
          <p:cNvSpPr txBox="1"/>
          <p:nvPr/>
        </p:nvSpPr>
        <p:spPr>
          <a:xfrm>
            <a:off x="5220879" y="3931502"/>
            <a:ext cx="2313300" cy="663300"/>
          </a:xfrm>
          <a:prstGeom prst="rect">
            <a:avLst/>
          </a:prstGeom>
          <a:noFill/>
          <a:ln>
            <a:noFill/>
          </a:ln>
        </p:spPr>
        <p:txBody>
          <a:bodyPr spcFirstLastPara="1" wrap="square" lIns="121800" tIns="60900" rIns="121800" bIns="60900" anchor="t" anchorCtr="0">
            <a:spAutoFit/>
          </a:bodyPr>
          <a:lstStyle/>
          <a:p>
            <a:pPr marL="0" marR="0" lvl="0" indent="0" algn="l" rtl="0">
              <a:lnSpc>
                <a:spcPct val="90000"/>
              </a:lnSpc>
              <a:spcBef>
                <a:spcPts val="0"/>
              </a:spcBef>
              <a:spcAft>
                <a:spcPts val="0"/>
              </a:spcAft>
              <a:buClr>
                <a:srgbClr val="000000"/>
              </a:buClr>
              <a:buSzPts val="1300"/>
              <a:buFont typeface="Arial"/>
              <a:buNone/>
            </a:pPr>
            <a:r>
              <a:rPr lang="en-US" sz="1300" b="0" i="0" u="none" strike="noStrike" cap="none">
                <a:solidFill>
                  <a:schemeClr val="dk2"/>
                </a:solidFill>
                <a:latin typeface="Arial"/>
                <a:ea typeface="Arial"/>
                <a:cs typeface="Arial"/>
                <a:sym typeface="Arial"/>
              </a:rPr>
              <a:t>Build, run and manage Kubernetes and other modern workloads</a:t>
            </a:r>
            <a:endParaRPr sz="1900" b="0" i="0" u="none" strike="noStrike" cap="none">
              <a:solidFill>
                <a:schemeClr val="dk2"/>
              </a:solidFill>
              <a:latin typeface="Arial"/>
              <a:ea typeface="Arial"/>
              <a:cs typeface="Arial"/>
              <a:sym typeface="Arial"/>
            </a:endParaRPr>
          </a:p>
        </p:txBody>
      </p:sp>
      <p:sp>
        <p:nvSpPr>
          <p:cNvPr id="1916" name="Google Shape;1916;p11"/>
          <p:cNvSpPr txBox="1"/>
          <p:nvPr/>
        </p:nvSpPr>
        <p:spPr>
          <a:xfrm>
            <a:off x="5252037" y="4991738"/>
            <a:ext cx="2015400" cy="483300"/>
          </a:xfrm>
          <a:prstGeom prst="rect">
            <a:avLst/>
          </a:prstGeom>
          <a:noFill/>
          <a:ln>
            <a:noFill/>
          </a:ln>
        </p:spPr>
        <p:txBody>
          <a:bodyPr spcFirstLastPara="1" wrap="square" lIns="121800" tIns="60900" rIns="121800" bIns="60900" anchor="t" anchorCtr="0">
            <a:spAutoFit/>
          </a:bodyPr>
          <a:lstStyle/>
          <a:p>
            <a:pPr marL="0" marR="0" lvl="0" indent="0" algn="l" rtl="0">
              <a:lnSpc>
                <a:spcPct val="90000"/>
              </a:lnSpc>
              <a:spcBef>
                <a:spcPts val="0"/>
              </a:spcBef>
              <a:spcAft>
                <a:spcPts val="0"/>
              </a:spcAft>
              <a:buClr>
                <a:srgbClr val="000000"/>
              </a:buClr>
              <a:buSzPts val="1300"/>
              <a:buFont typeface="Arial"/>
              <a:buNone/>
            </a:pPr>
            <a:r>
              <a:rPr lang="en-US" sz="1300" b="0" i="0" u="none" strike="noStrike" cap="none">
                <a:solidFill>
                  <a:schemeClr val="dk2"/>
                </a:solidFill>
                <a:latin typeface="Arial"/>
                <a:ea typeface="Arial"/>
                <a:cs typeface="Arial"/>
                <a:sym typeface="Arial"/>
              </a:rPr>
              <a:t>Build, run and manage Private AI apps</a:t>
            </a:r>
            <a:endParaRPr sz="1900" b="0" i="0" u="none" strike="noStrike" cap="none">
              <a:solidFill>
                <a:schemeClr val="dk2"/>
              </a:solidFill>
              <a:latin typeface="Arial"/>
              <a:ea typeface="Arial"/>
              <a:cs typeface="Arial"/>
              <a:sym typeface="Arial"/>
            </a:endParaRPr>
          </a:p>
        </p:txBody>
      </p:sp>
      <p:sp>
        <p:nvSpPr>
          <p:cNvPr id="1917" name="Google Shape;1917;p11"/>
          <p:cNvSpPr txBox="1"/>
          <p:nvPr/>
        </p:nvSpPr>
        <p:spPr>
          <a:xfrm>
            <a:off x="5234180" y="3097338"/>
            <a:ext cx="2177700" cy="663300"/>
          </a:xfrm>
          <a:prstGeom prst="rect">
            <a:avLst/>
          </a:prstGeom>
          <a:noFill/>
          <a:ln>
            <a:noFill/>
          </a:ln>
        </p:spPr>
        <p:txBody>
          <a:bodyPr spcFirstLastPara="1" wrap="square" lIns="121800" tIns="60900" rIns="121800" bIns="60900" anchor="t" anchorCtr="0">
            <a:spAutoFit/>
          </a:bodyPr>
          <a:lstStyle/>
          <a:p>
            <a:pPr marL="0" marR="0" lvl="0" indent="0" algn="l" rtl="0">
              <a:lnSpc>
                <a:spcPct val="90000"/>
              </a:lnSpc>
              <a:spcBef>
                <a:spcPts val="0"/>
              </a:spcBef>
              <a:spcAft>
                <a:spcPts val="0"/>
              </a:spcAft>
              <a:buClr>
                <a:srgbClr val="000000"/>
              </a:buClr>
              <a:buSzPts val="1300"/>
              <a:buFont typeface="Arial"/>
              <a:buNone/>
            </a:pPr>
            <a:r>
              <a:rPr lang="en-US" sz="1300" b="0" i="0" u="none" strike="noStrike" cap="none">
                <a:solidFill>
                  <a:schemeClr val="dk2"/>
                </a:solidFill>
                <a:latin typeface="Arial"/>
                <a:ea typeface="Arial"/>
                <a:cs typeface="Arial"/>
                <a:sym typeface="Arial"/>
              </a:rPr>
              <a:t>Enable self-service infrastructure and cloud services for app teams.</a:t>
            </a:r>
            <a:endParaRPr sz="1300" b="0" i="0" u="none" strike="noStrike" cap="none">
              <a:solidFill>
                <a:schemeClr val="dk2"/>
              </a:solidFill>
              <a:latin typeface="Arial"/>
              <a:ea typeface="Arial"/>
              <a:cs typeface="Arial"/>
              <a:sym typeface="Arial"/>
            </a:endParaRPr>
          </a:p>
        </p:txBody>
      </p:sp>
      <p:cxnSp>
        <p:nvCxnSpPr>
          <p:cNvPr id="1918" name="Google Shape;1918;p11"/>
          <p:cNvCxnSpPr/>
          <p:nvPr/>
        </p:nvCxnSpPr>
        <p:spPr>
          <a:xfrm>
            <a:off x="4548734" y="3866907"/>
            <a:ext cx="3111900" cy="0"/>
          </a:xfrm>
          <a:prstGeom prst="straightConnector1">
            <a:avLst/>
          </a:prstGeom>
          <a:noFill/>
          <a:ln w="9525" cap="flat" cmpd="sng">
            <a:solidFill>
              <a:srgbClr val="0198C7"/>
            </a:solidFill>
            <a:prstDash val="solid"/>
            <a:round/>
            <a:headEnd type="none" w="sm" len="sm"/>
            <a:tailEnd type="none" w="sm" len="sm"/>
          </a:ln>
        </p:spPr>
      </p:cxnSp>
      <p:cxnSp>
        <p:nvCxnSpPr>
          <p:cNvPr id="1919" name="Google Shape;1919;p11"/>
          <p:cNvCxnSpPr/>
          <p:nvPr/>
        </p:nvCxnSpPr>
        <p:spPr>
          <a:xfrm>
            <a:off x="4552641" y="4746159"/>
            <a:ext cx="3111900" cy="0"/>
          </a:xfrm>
          <a:prstGeom prst="straightConnector1">
            <a:avLst/>
          </a:prstGeom>
          <a:noFill/>
          <a:ln w="9525" cap="flat" cmpd="sng">
            <a:solidFill>
              <a:srgbClr val="0198C7"/>
            </a:solidFill>
            <a:prstDash val="solid"/>
            <a:round/>
            <a:headEnd type="none" w="sm" len="sm"/>
            <a:tailEnd type="none" w="sm" len="sm"/>
          </a:ln>
        </p:spPr>
      </p:cxnSp>
      <p:sp>
        <p:nvSpPr>
          <p:cNvPr id="1920" name="Google Shape;1920;p11"/>
          <p:cNvSpPr/>
          <p:nvPr/>
        </p:nvSpPr>
        <p:spPr>
          <a:xfrm>
            <a:off x="4766187" y="4029347"/>
            <a:ext cx="441900" cy="441900"/>
          </a:xfrm>
          <a:prstGeom prst="ellipse">
            <a:avLst/>
          </a:prstGeom>
          <a:gradFill>
            <a:gsLst>
              <a:gs pos="0">
                <a:schemeClr val="accent2"/>
              </a:gs>
              <a:gs pos="100000">
                <a:schemeClr val="accent3"/>
              </a:gs>
            </a:gsLst>
            <a:lin ang="18900044" scaled="0"/>
          </a:gradFill>
          <a:ln>
            <a:noFill/>
          </a:ln>
        </p:spPr>
        <p:txBody>
          <a:bodyPr spcFirstLastPara="1" wrap="square" lIns="91325" tIns="45650" rIns="91325" bIns="45650" anchor="ctr"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chemeClr val="dk1"/>
              </a:solidFill>
              <a:latin typeface="Arial"/>
              <a:ea typeface="Arial"/>
              <a:cs typeface="Arial"/>
              <a:sym typeface="Arial"/>
            </a:endParaRPr>
          </a:p>
        </p:txBody>
      </p:sp>
      <p:sp>
        <p:nvSpPr>
          <p:cNvPr id="1921" name="Google Shape;1921;p11"/>
          <p:cNvSpPr/>
          <p:nvPr/>
        </p:nvSpPr>
        <p:spPr>
          <a:xfrm>
            <a:off x="4764417" y="4991705"/>
            <a:ext cx="441900" cy="441900"/>
          </a:xfrm>
          <a:prstGeom prst="ellipse">
            <a:avLst/>
          </a:prstGeom>
          <a:gradFill>
            <a:gsLst>
              <a:gs pos="0">
                <a:schemeClr val="accent2"/>
              </a:gs>
              <a:gs pos="100000">
                <a:schemeClr val="accent3"/>
              </a:gs>
            </a:gsLst>
            <a:lin ang="18900044" scaled="0"/>
          </a:gradFill>
          <a:ln>
            <a:noFill/>
          </a:ln>
        </p:spPr>
        <p:txBody>
          <a:bodyPr spcFirstLastPara="1" wrap="square" lIns="91325" tIns="45650" rIns="91325" bIns="45650" anchor="ctr"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chemeClr val="dk1"/>
              </a:solidFill>
              <a:latin typeface="Arial"/>
              <a:ea typeface="Arial"/>
              <a:cs typeface="Arial"/>
              <a:sym typeface="Arial"/>
            </a:endParaRPr>
          </a:p>
        </p:txBody>
      </p:sp>
      <p:grpSp>
        <p:nvGrpSpPr>
          <p:cNvPr id="1922" name="Google Shape;1922;p11"/>
          <p:cNvGrpSpPr/>
          <p:nvPr/>
        </p:nvGrpSpPr>
        <p:grpSpPr>
          <a:xfrm>
            <a:off x="4861977" y="4130286"/>
            <a:ext cx="246555" cy="240262"/>
            <a:chOff x="624431" y="1107698"/>
            <a:chExt cx="682601" cy="664625"/>
          </a:xfrm>
        </p:grpSpPr>
        <p:sp>
          <p:nvSpPr>
            <p:cNvPr id="1923" name="Google Shape;1923;p11"/>
            <p:cNvSpPr/>
            <p:nvPr/>
          </p:nvSpPr>
          <p:spPr>
            <a:xfrm>
              <a:off x="1004841" y="1579446"/>
              <a:ext cx="1943" cy="7287"/>
            </a:xfrm>
            <a:custGeom>
              <a:avLst/>
              <a:gdLst/>
              <a:ahLst/>
              <a:cxnLst/>
              <a:rect l="l" t="t" r="r" b="b"/>
              <a:pathLst>
                <a:path w="1943" h="7287" extrusionOk="0">
                  <a:moveTo>
                    <a:pt x="0" y="486"/>
                  </a:moveTo>
                  <a:lnTo>
                    <a:pt x="1943" y="7288"/>
                  </a:lnTo>
                  <a:lnTo>
                    <a:pt x="486" y="0"/>
                  </a:lnTo>
                  <a:cubicBezTo>
                    <a:pt x="486" y="0"/>
                    <a:pt x="486" y="0"/>
                    <a:pt x="0" y="0"/>
                  </a:cubicBezTo>
                  <a:close/>
                </a:path>
              </a:pathLst>
            </a:custGeom>
            <a:solidFill>
              <a:schemeClr val="lt1"/>
            </a:solidFill>
            <a:ln>
              <a:noFill/>
            </a:ln>
          </p:spPr>
          <p:txBody>
            <a:bodyPr spcFirstLastPara="1" wrap="square" lIns="121800" tIns="60900" rIns="121800" bIns="60900" anchor="ctr"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p:txBody>
        </p:sp>
        <p:sp>
          <p:nvSpPr>
            <p:cNvPr id="1924" name="Google Shape;1924;p11"/>
            <p:cNvSpPr/>
            <p:nvPr/>
          </p:nvSpPr>
          <p:spPr>
            <a:xfrm>
              <a:off x="878038" y="1319523"/>
              <a:ext cx="62673" cy="67379"/>
            </a:xfrm>
            <a:custGeom>
              <a:avLst/>
              <a:gdLst/>
              <a:ahLst/>
              <a:cxnLst/>
              <a:rect l="l" t="t" r="r" b="b"/>
              <a:pathLst>
                <a:path w="62673" h="67379" extrusionOk="0">
                  <a:moveTo>
                    <a:pt x="51499" y="66560"/>
                  </a:moveTo>
                  <a:cubicBezTo>
                    <a:pt x="51499" y="66560"/>
                    <a:pt x="54900" y="68017"/>
                    <a:pt x="56357" y="67046"/>
                  </a:cubicBezTo>
                  <a:cubicBezTo>
                    <a:pt x="57815" y="66560"/>
                    <a:pt x="58786" y="65102"/>
                    <a:pt x="58786" y="63159"/>
                  </a:cubicBezTo>
                  <a:cubicBezTo>
                    <a:pt x="59758" y="47126"/>
                    <a:pt x="60730" y="30608"/>
                    <a:pt x="61701" y="14575"/>
                  </a:cubicBezTo>
                  <a:lnTo>
                    <a:pt x="62673" y="0"/>
                  </a:lnTo>
                  <a:cubicBezTo>
                    <a:pt x="38381" y="4858"/>
                    <a:pt x="17976" y="15061"/>
                    <a:pt x="0" y="30122"/>
                  </a:cubicBezTo>
                  <a:cubicBezTo>
                    <a:pt x="7773" y="35466"/>
                    <a:pt x="15547" y="41296"/>
                    <a:pt x="23320" y="46640"/>
                  </a:cubicBezTo>
                  <a:cubicBezTo>
                    <a:pt x="32551" y="53442"/>
                    <a:pt x="42268" y="59758"/>
                    <a:pt x="51499" y="66560"/>
                  </a:cubicBezTo>
                  <a:close/>
                </a:path>
              </a:pathLst>
            </a:custGeom>
            <a:solidFill>
              <a:schemeClr val="lt1"/>
            </a:solidFill>
            <a:ln>
              <a:noFill/>
            </a:ln>
          </p:spPr>
          <p:txBody>
            <a:bodyPr spcFirstLastPara="1" wrap="square" lIns="121800" tIns="60900" rIns="121800" bIns="60900" anchor="ctr"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p:txBody>
        </p:sp>
        <p:sp>
          <p:nvSpPr>
            <p:cNvPr id="1925" name="Google Shape;1925;p11"/>
            <p:cNvSpPr/>
            <p:nvPr/>
          </p:nvSpPr>
          <p:spPr>
            <a:xfrm>
              <a:off x="1014072" y="1494424"/>
              <a:ext cx="74333" cy="65102"/>
            </a:xfrm>
            <a:custGeom>
              <a:avLst/>
              <a:gdLst/>
              <a:ahLst/>
              <a:cxnLst/>
              <a:rect l="l" t="t" r="r" b="b"/>
              <a:pathLst>
                <a:path w="74333" h="65102" extrusionOk="0">
                  <a:moveTo>
                    <a:pt x="8259" y="972"/>
                  </a:moveTo>
                  <a:cubicBezTo>
                    <a:pt x="8259" y="972"/>
                    <a:pt x="6316" y="2915"/>
                    <a:pt x="6316" y="4858"/>
                  </a:cubicBezTo>
                  <a:lnTo>
                    <a:pt x="0" y="9717"/>
                  </a:lnTo>
                  <a:lnTo>
                    <a:pt x="6802" y="6802"/>
                  </a:lnTo>
                  <a:lnTo>
                    <a:pt x="12632" y="20891"/>
                  </a:lnTo>
                  <a:cubicBezTo>
                    <a:pt x="18948" y="35466"/>
                    <a:pt x="24778" y="50527"/>
                    <a:pt x="31094" y="65102"/>
                  </a:cubicBezTo>
                  <a:cubicBezTo>
                    <a:pt x="50527" y="50527"/>
                    <a:pt x="64616" y="32551"/>
                    <a:pt x="74333" y="10688"/>
                  </a:cubicBezTo>
                  <a:lnTo>
                    <a:pt x="12146" y="0"/>
                  </a:lnTo>
                  <a:cubicBezTo>
                    <a:pt x="12146" y="0"/>
                    <a:pt x="9231" y="486"/>
                    <a:pt x="8259" y="972"/>
                  </a:cubicBezTo>
                  <a:close/>
                </a:path>
              </a:pathLst>
            </a:custGeom>
            <a:solidFill>
              <a:schemeClr val="lt1"/>
            </a:solidFill>
            <a:ln>
              <a:noFill/>
            </a:ln>
          </p:spPr>
          <p:txBody>
            <a:bodyPr spcFirstLastPara="1" wrap="square" lIns="121800" tIns="60900" rIns="121800" bIns="60900" anchor="ctr"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p:txBody>
        </p:sp>
        <p:sp>
          <p:nvSpPr>
            <p:cNvPr id="1926" name="Google Shape;1926;p11"/>
            <p:cNvSpPr/>
            <p:nvPr/>
          </p:nvSpPr>
          <p:spPr>
            <a:xfrm>
              <a:off x="842572" y="1494424"/>
              <a:ext cx="67045" cy="64616"/>
            </a:xfrm>
            <a:custGeom>
              <a:avLst/>
              <a:gdLst/>
              <a:ahLst/>
              <a:cxnLst/>
              <a:rect l="l" t="t" r="r" b="b"/>
              <a:pathLst>
                <a:path w="67045" h="64616" extrusionOk="0">
                  <a:moveTo>
                    <a:pt x="62673" y="0"/>
                  </a:moveTo>
                  <a:lnTo>
                    <a:pt x="46155" y="2915"/>
                  </a:lnTo>
                  <a:cubicBezTo>
                    <a:pt x="30608" y="5344"/>
                    <a:pt x="15547" y="8259"/>
                    <a:pt x="0" y="10688"/>
                  </a:cubicBezTo>
                  <a:cubicBezTo>
                    <a:pt x="9717" y="32551"/>
                    <a:pt x="24292" y="50527"/>
                    <a:pt x="43240" y="64616"/>
                  </a:cubicBezTo>
                  <a:cubicBezTo>
                    <a:pt x="48584" y="51985"/>
                    <a:pt x="53442" y="39839"/>
                    <a:pt x="58300" y="27693"/>
                  </a:cubicBezTo>
                  <a:lnTo>
                    <a:pt x="65588" y="9717"/>
                  </a:lnTo>
                  <a:cubicBezTo>
                    <a:pt x="65588" y="9717"/>
                    <a:pt x="66560" y="6802"/>
                    <a:pt x="67046" y="5830"/>
                  </a:cubicBezTo>
                  <a:cubicBezTo>
                    <a:pt x="67046" y="4858"/>
                    <a:pt x="67046" y="3401"/>
                    <a:pt x="66074" y="2429"/>
                  </a:cubicBezTo>
                  <a:cubicBezTo>
                    <a:pt x="65102" y="1457"/>
                    <a:pt x="64131" y="972"/>
                    <a:pt x="62673" y="486"/>
                  </a:cubicBezTo>
                  <a:close/>
                </a:path>
              </a:pathLst>
            </a:custGeom>
            <a:solidFill>
              <a:schemeClr val="lt1"/>
            </a:solidFill>
            <a:ln>
              <a:noFill/>
            </a:ln>
          </p:spPr>
          <p:txBody>
            <a:bodyPr spcFirstLastPara="1" wrap="square" lIns="121800" tIns="60900" rIns="121800" bIns="60900" anchor="ctr"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p:txBody>
        </p:sp>
        <p:sp>
          <p:nvSpPr>
            <p:cNvPr id="1927" name="Google Shape;1927;p11"/>
            <p:cNvSpPr/>
            <p:nvPr/>
          </p:nvSpPr>
          <p:spPr>
            <a:xfrm>
              <a:off x="930994" y="1523575"/>
              <a:ext cx="68503" cy="62187"/>
            </a:xfrm>
            <a:custGeom>
              <a:avLst/>
              <a:gdLst/>
              <a:ahLst/>
              <a:cxnLst/>
              <a:rect l="l" t="t" r="r" b="b"/>
              <a:pathLst>
                <a:path w="68503" h="62187" extrusionOk="0">
                  <a:moveTo>
                    <a:pt x="55385" y="32551"/>
                  </a:moveTo>
                  <a:cubicBezTo>
                    <a:pt x="50041" y="22834"/>
                    <a:pt x="44697" y="12632"/>
                    <a:pt x="38867" y="2915"/>
                  </a:cubicBezTo>
                  <a:cubicBezTo>
                    <a:pt x="37895" y="972"/>
                    <a:pt x="35952" y="486"/>
                    <a:pt x="34494" y="0"/>
                  </a:cubicBezTo>
                  <a:cubicBezTo>
                    <a:pt x="33037" y="0"/>
                    <a:pt x="31094" y="972"/>
                    <a:pt x="30122" y="2915"/>
                  </a:cubicBezTo>
                  <a:lnTo>
                    <a:pt x="17490" y="25749"/>
                  </a:lnTo>
                  <a:cubicBezTo>
                    <a:pt x="11660" y="36438"/>
                    <a:pt x="5830" y="46640"/>
                    <a:pt x="0" y="57329"/>
                  </a:cubicBezTo>
                  <a:cubicBezTo>
                    <a:pt x="11660" y="60244"/>
                    <a:pt x="22834" y="61701"/>
                    <a:pt x="34494" y="62187"/>
                  </a:cubicBezTo>
                  <a:cubicBezTo>
                    <a:pt x="45669" y="62187"/>
                    <a:pt x="57329" y="60730"/>
                    <a:pt x="68503" y="57815"/>
                  </a:cubicBezTo>
                  <a:cubicBezTo>
                    <a:pt x="67046" y="54900"/>
                    <a:pt x="65588" y="52470"/>
                    <a:pt x="64131" y="50041"/>
                  </a:cubicBezTo>
                  <a:lnTo>
                    <a:pt x="54900" y="33037"/>
                  </a:lnTo>
                  <a:close/>
                </a:path>
              </a:pathLst>
            </a:custGeom>
            <a:solidFill>
              <a:schemeClr val="lt1"/>
            </a:solidFill>
            <a:ln>
              <a:noFill/>
            </a:ln>
          </p:spPr>
          <p:txBody>
            <a:bodyPr spcFirstLastPara="1" wrap="square" lIns="121800" tIns="60900" rIns="121800" bIns="60900" anchor="ctr"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p:txBody>
        </p:sp>
        <p:sp>
          <p:nvSpPr>
            <p:cNvPr id="1928" name="Google Shape;1928;p11"/>
            <p:cNvSpPr/>
            <p:nvPr/>
          </p:nvSpPr>
          <p:spPr>
            <a:xfrm>
              <a:off x="1090835" y="1499768"/>
              <a:ext cx="6801" cy="2915"/>
            </a:xfrm>
            <a:custGeom>
              <a:avLst/>
              <a:gdLst/>
              <a:ahLst/>
              <a:cxnLst/>
              <a:rect l="l" t="t" r="r" b="b"/>
              <a:pathLst>
                <a:path w="6801" h="2915" extrusionOk="0">
                  <a:moveTo>
                    <a:pt x="0" y="0"/>
                  </a:moveTo>
                  <a:lnTo>
                    <a:pt x="6802" y="2915"/>
                  </a:lnTo>
                  <a:lnTo>
                    <a:pt x="0" y="0"/>
                  </a:lnTo>
                  <a:lnTo>
                    <a:pt x="0" y="0"/>
                  </a:lnTo>
                  <a:close/>
                </a:path>
              </a:pathLst>
            </a:custGeom>
            <a:solidFill>
              <a:schemeClr val="lt1"/>
            </a:solidFill>
            <a:ln>
              <a:noFill/>
            </a:ln>
          </p:spPr>
          <p:txBody>
            <a:bodyPr spcFirstLastPara="1" wrap="square" lIns="121800" tIns="60900" rIns="121800" bIns="60900" anchor="ctr"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p:txBody>
        </p:sp>
        <p:sp>
          <p:nvSpPr>
            <p:cNvPr id="1929" name="Google Shape;1929;p11"/>
            <p:cNvSpPr/>
            <p:nvPr/>
          </p:nvSpPr>
          <p:spPr>
            <a:xfrm>
              <a:off x="831667" y="1388512"/>
              <a:ext cx="64346" cy="67531"/>
            </a:xfrm>
            <a:custGeom>
              <a:avLst/>
              <a:gdLst/>
              <a:ahLst/>
              <a:cxnLst/>
              <a:rect l="l" t="t" r="r" b="b"/>
              <a:pathLst>
                <a:path w="64346" h="67531" extrusionOk="0">
                  <a:moveTo>
                    <a:pt x="63375" y="47126"/>
                  </a:moveTo>
                  <a:cubicBezTo>
                    <a:pt x="63375" y="47126"/>
                    <a:pt x="63375" y="43725"/>
                    <a:pt x="60460" y="40810"/>
                  </a:cubicBezTo>
                  <a:cubicBezTo>
                    <a:pt x="45399" y="27207"/>
                    <a:pt x="30338" y="13603"/>
                    <a:pt x="15277" y="0"/>
                  </a:cubicBezTo>
                  <a:cubicBezTo>
                    <a:pt x="6532" y="17004"/>
                    <a:pt x="1673" y="34494"/>
                    <a:pt x="216" y="52956"/>
                  </a:cubicBezTo>
                  <a:cubicBezTo>
                    <a:pt x="216" y="57329"/>
                    <a:pt x="-270" y="62673"/>
                    <a:pt x="216" y="67531"/>
                  </a:cubicBezTo>
                  <a:lnTo>
                    <a:pt x="10419" y="64616"/>
                  </a:lnTo>
                  <a:cubicBezTo>
                    <a:pt x="26451" y="59758"/>
                    <a:pt x="42970" y="55385"/>
                    <a:pt x="59002" y="50527"/>
                  </a:cubicBezTo>
                  <a:cubicBezTo>
                    <a:pt x="63375" y="49070"/>
                    <a:pt x="63861" y="47612"/>
                    <a:pt x="64346" y="46640"/>
                  </a:cubicBezTo>
                  <a:close/>
                </a:path>
              </a:pathLst>
            </a:custGeom>
            <a:solidFill>
              <a:schemeClr val="lt1"/>
            </a:solidFill>
            <a:ln>
              <a:noFill/>
            </a:ln>
          </p:spPr>
          <p:txBody>
            <a:bodyPr spcFirstLastPara="1" wrap="square" lIns="121800" tIns="60900" rIns="121800" bIns="60900" anchor="ctr"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p:txBody>
        </p:sp>
        <p:sp>
          <p:nvSpPr>
            <p:cNvPr id="1930" name="Google Shape;1930;p11"/>
            <p:cNvSpPr/>
            <p:nvPr/>
          </p:nvSpPr>
          <p:spPr>
            <a:xfrm>
              <a:off x="990752" y="1319523"/>
              <a:ext cx="61701" cy="66751"/>
            </a:xfrm>
            <a:custGeom>
              <a:avLst/>
              <a:gdLst/>
              <a:ahLst/>
              <a:cxnLst/>
              <a:rect l="l" t="t" r="r" b="b"/>
              <a:pathLst>
                <a:path w="61701" h="66751" extrusionOk="0">
                  <a:moveTo>
                    <a:pt x="5830" y="66560"/>
                  </a:moveTo>
                  <a:cubicBezTo>
                    <a:pt x="5830" y="66560"/>
                    <a:pt x="8745" y="67531"/>
                    <a:pt x="12146" y="65102"/>
                  </a:cubicBezTo>
                  <a:cubicBezTo>
                    <a:pt x="28664" y="53442"/>
                    <a:pt x="45183" y="41782"/>
                    <a:pt x="61701" y="30122"/>
                  </a:cubicBezTo>
                  <a:cubicBezTo>
                    <a:pt x="42754" y="14575"/>
                    <a:pt x="22348" y="4373"/>
                    <a:pt x="0" y="0"/>
                  </a:cubicBezTo>
                  <a:lnTo>
                    <a:pt x="3401" y="60730"/>
                  </a:lnTo>
                  <a:cubicBezTo>
                    <a:pt x="3401" y="65102"/>
                    <a:pt x="4858" y="65588"/>
                    <a:pt x="5830" y="66074"/>
                  </a:cubicBezTo>
                  <a:close/>
                </a:path>
              </a:pathLst>
            </a:custGeom>
            <a:solidFill>
              <a:schemeClr val="lt1"/>
            </a:solidFill>
            <a:ln>
              <a:noFill/>
            </a:ln>
          </p:spPr>
          <p:txBody>
            <a:bodyPr spcFirstLastPara="1" wrap="square" lIns="121800" tIns="60900" rIns="121800" bIns="60900" anchor="ctr"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p:txBody>
        </p:sp>
        <p:sp>
          <p:nvSpPr>
            <p:cNvPr id="1931" name="Google Shape;1931;p11"/>
            <p:cNvSpPr/>
            <p:nvPr/>
          </p:nvSpPr>
          <p:spPr>
            <a:xfrm>
              <a:off x="732681" y="1210695"/>
              <a:ext cx="466686" cy="454812"/>
            </a:xfrm>
            <a:custGeom>
              <a:avLst/>
              <a:gdLst/>
              <a:ahLst/>
              <a:cxnLst/>
              <a:rect l="l" t="t" r="r" b="b"/>
              <a:pathLst>
                <a:path w="466686" h="454812" extrusionOk="0">
                  <a:moveTo>
                    <a:pt x="444146" y="283729"/>
                  </a:moveTo>
                  <a:cubicBezTo>
                    <a:pt x="438802" y="283243"/>
                    <a:pt x="433458" y="282757"/>
                    <a:pt x="428600" y="281786"/>
                  </a:cubicBezTo>
                  <a:cubicBezTo>
                    <a:pt x="421798" y="280814"/>
                    <a:pt x="414024" y="279842"/>
                    <a:pt x="409166" y="272555"/>
                  </a:cubicBezTo>
                  <a:cubicBezTo>
                    <a:pt x="406251" y="272069"/>
                    <a:pt x="404308" y="270611"/>
                    <a:pt x="403336" y="269154"/>
                  </a:cubicBezTo>
                  <a:cubicBezTo>
                    <a:pt x="400421" y="265753"/>
                    <a:pt x="400907" y="261866"/>
                    <a:pt x="401393" y="259923"/>
                  </a:cubicBezTo>
                  <a:cubicBezTo>
                    <a:pt x="402364" y="250206"/>
                    <a:pt x="402850" y="240975"/>
                    <a:pt x="402364" y="231744"/>
                  </a:cubicBezTo>
                  <a:cubicBezTo>
                    <a:pt x="400907" y="202108"/>
                    <a:pt x="391676" y="174416"/>
                    <a:pt x="376129" y="149152"/>
                  </a:cubicBezTo>
                  <a:cubicBezTo>
                    <a:pt x="375158" y="147695"/>
                    <a:pt x="373214" y="144294"/>
                    <a:pt x="374186" y="139921"/>
                  </a:cubicBezTo>
                  <a:cubicBezTo>
                    <a:pt x="374672" y="137492"/>
                    <a:pt x="376129" y="135549"/>
                    <a:pt x="378073" y="134091"/>
                  </a:cubicBezTo>
                  <a:cubicBezTo>
                    <a:pt x="378558" y="129719"/>
                    <a:pt x="380988" y="125832"/>
                    <a:pt x="384874" y="122431"/>
                  </a:cubicBezTo>
                  <a:cubicBezTo>
                    <a:pt x="391190" y="117087"/>
                    <a:pt x="398478" y="112228"/>
                    <a:pt x="408194" y="106884"/>
                  </a:cubicBezTo>
                  <a:cubicBezTo>
                    <a:pt x="412081" y="104941"/>
                    <a:pt x="415482" y="102998"/>
                    <a:pt x="417911" y="100083"/>
                  </a:cubicBezTo>
                  <a:cubicBezTo>
                    <a:pt x="421312" y="97167"/>
                    <a:pt x="421312" y="94738"/>
                    <a:pt x="420826" y="93281"/>
                  </a:cubicBezTo>
                  <a:cubicBezTo>
                    <a:pt x="420826" y="90852"/>
                    <a:pt x="418883" y="89394"/>
                    <a:pt x="417911" y="88908"/>
                  </a:cubicBezTo>
                  <a:cubicBezTo>
                    <a:pt x="415968" y="87937"/>
                    <a:pt x="413053" y="88422"/>
                    <a:pt x="410624" y="89880"/>
                  </a:cubicBezTo>
                  <a:cubicBezTo>
                    <a:pt x="407223" y="91823"/>
                    <a:pt x="404308" y="95224"/>
                    <a:pt x="401393" y="98139"/>
                  </a:cubicBezTo>
                  <a:cubicBezTo>
                    <a:pt x="395563" y="104941"/>
                    <a:pt x="389247" y="111257"/>
                    <a:pt x="382445" y="116601"/>
                  </a:cubicBezTo>
                  <a:cubicBezTo>
                    <a:pt x="380502" y="118058"/>
                    <a:pt x="375643" y="122431"/>
                    <a:pt x="368356" y="121459"/>
                  </a:cubicBezTo>
                  <a:cubicBezTo>
                    <a:pt x="366412" y="123403"/>
                    <a:pt x="363983" y="124374"/>
                    <a:pt x="361554" y="123889"/>
                  </a:cubicBezTo>
                  <a:cubicBezTo>
                    <a:pt x="357182" y="123889"/>
                    <a:pt x="354267" y="120974"/>
                    <a:pt x="352809" y="119516"/>
                  </a:cubicBezTo>
                  <a:cubicBezTo>
                    <a:pt x="333861" y="100568"/>
                    <a:pt x="311513" y="86965"/>
                    <a:pt x="286249" y="78220"/>
                  </a:cubicBezTo>
                  <a:cubicBezTo>
                    <a:pt x="275075" y="74333"/>
                    <a:pt x="263415" y="71904"/>
                    <a:pt x="249811" y="69961"/>
                  </a:cubicBezTo>
                  <a:cubicBezTo>
                    <a:pt x="248354" y="69961"/>
                    <a:pt x="244953" y="69961"/>
                    <a:pt x="242524" y="67046"/>
                  </a:cubicBezTo>
                  <a:lnTo>
                    <a:pt x="240581" y="64616"/>
                  </a:lnTo>
                  <a:lnTo>
                    <a:pt x="240581" y="60244"/>
                  </a:lnTo>
                  <a:cubicBezTo>
                    <a:pt x="237180" y="56357"/>
                    <a:pt x="235722" y="52956"/>
                    <a:pt x="235722" y="49070"/>
                  </a:cubicBezTo>
                  <a:lnTo>
                    <a:pt x="235722" y="47126"/>
                  </a:lnTo>
                  <a:cubicBezTo>
                    <a:pt x="235722" y="42754"/>
                    <a:pt x="235722" y="38867"/>
                    <a:pt x="236208" y="34494"/>
                  </a:cubicBezTo>
                  <a:cubicBezTo>
                    <a:pt x="237180" y="28664"/>
                    <a:pt x="237666" y="23320"/>
                    <a:pt x="238637" y="17490"/>
                  </a:cubicBezTo>
                  <a:lnTo>
                    <a:pt x="238637" y="11660"/>
                  </a:lnTo>
                  <a:cubicBezTo>
                    <a:pt x="238637" y="11660"/>
                    <a:pt x="239123" y="7288"/>
                    <a:pt x="239123" y="7288"/>
                  </a:cubicBezTo>
                  <a:cubicBezTo>
                    <a:pt x="239123" y="3401"/>
                    <a:pt x="236208" y="486"/>
                    <a:pt x="233293" y="0"/>
                  </a:cubicBezTo>
                  <a:cubicBezTo>
                    <a:pt x="229892" y="0"/>
                    <a:pt x="226977" y="2429"/>
                    <a:pt x="226491" y="6316"/>
                  </a:cubicBezTo>
                  <a:cubicBezTo>
                    <a:pt x="226491" y="9231"/>
                    <a:pt x="226491" y="12632"/>
                    <a:pt x="226977" y="17490"/>
                  </a:cubicBezTo>
                  <a:cubicBezTo>
                    <a:pt x="228435" y="26721"/>
                    <a:pt x="229892" y="36438"/>
                    <a:pt x="229892" y="46640"/>
                  </a:cubicBezTo>
                  <a:cubicBezTo>
                    <a:pt x="229892" y="49070"/>
                    <a:pt x="229892" y="54414"/>
                    <a:pt x="225520" y="58786"/>
                  </a:cubicBezTo>
                  <a:cubicBezTo>
                    <a:pt x="225520" y="62187"/>
                    <a:pt x="224548" y="64616"/>
                    <a:pt x="223090" y="66560"/>
                  </a:cubicBezTo>
                  <a:cubicBezTo>
                    <a:pt x="221633" y="68503"/>
                    <a:pt x="219204" y="69475"/>
                    <a:pt x="215803" y="69961"/>
                  </a:cubicBezTo>
                  <a:lnTo>
                    <a:pt x="212402" y="69961"/>
                  </a:lnTo>
                  <a:cubicBezTo>
                    <a:pt x="174021" y="75305"/>
                    <a:pt x="140012" y="91337"/>
                    <a:pt x="112805" y="119030"/>
                  </a:cubicBezTo>
                  <a:cubicBezTo>
                    <a:pt x="111348" y="120488"/>
                    <a:pt x="108433" y="124374"/>
                    <a:pt x="103574" y="123403"/>
                  </a:cubicBezTo>
                  <a:cubicBezTo>
                    <a:pt x="101631" y="123403"/>
                    <a:pt x="99202" y="122431"/>
                    <a:pt x="97259" y="121459"/>
                  </a:cubicBezTo>
                  <a:cubicBezTo>
                    <a:pt x="90943" y="121945"/>
                    <a:pt x="86570" y="118544"/>
                    <a:pt x="84627" y="117573"/>
                  </a:cubicBezTo>
                  <a:cubicBezTo>
                    <a:pt x="77825" y="112228"/>
                    <a:pt x="71509" y="106398"/>
                    <a:pt x="64707" y="98625"/>
                  </a:cubicBezTo>
                  <a:cubicBezTo>
                    <a:pt x="61307" y="94738"/>
                    <a:pt x="58392" y="91823"/>
                    <a:pt x="54991" y="89394"/>
                  </a:cubicBezTo>
                  <a:cubicBezTo>
                    <a:pt x="51590" y="87451"/>
                    <a:pt x="47703" y="87937"/>
                    <a:pt x="45760" y="90366"/>
                  </a:cubicBezTo>
                  <a:cubicBezTo>
                    <a:pt x="43816" y="92795"/>
                    <a:pt x="44302" y="96682"/>
                    <a:pt x="47217" y="99597"/>
                  </a:cubicBezTo>
                  <a:cubicBezTo>
                    <a:pt x="50132" y="102512"/>
                    <a:pt x="53533" y="104455"/>
                    <a:pt x="57420" y="106398"/>
                  </a:cubicBezTo>
                  <a:cubicBezTo>
                    <a:pt x="65193" y="110771"/>
                    <a:pt x="72481" y="115143"/>
                    <a:pt x="78797" y="120488"/>
                  </a:cubicBezTo>
                  <a:cubicBezTo>
                    <a:pt x="81712" y="122917"/>
                    <a:pt x="86570" y="126804"/>
                    <a:pt x="87542" y="133605"/>
                  </a:cubicBezTo>
                  <a:cubicBezTo>
                    <a:pt x="89485" y="135063"/>
                    <a:pt x="90457" y="137006"/>
                    <a:pt x="90943" y="138949"/>
                  </a:cubicBezTo>
                  <a:cubicBezTo>
                    <a:pt x="91914" y="143322"/>
                    <a:pt x="89971" y="147209"/>
                    <a:pt x="88514" y="149152"/>
                  </a:cubicBezTo>
                  <a:cubicBezTo>
                    <a:pt x="67622" y="183161"/>
                    <a:pt x="59363" y="220084"/>
                    <a:pt x="64222" y="258951"/>
                  </a:cubicBezTo>
                  <a:cubicBezTo>
                    <a:pt x="65193" y="268182"/>
                    <a:pt x="59363" y="271097"/>
                    <a:pt x="56448" y="271583"/>
                  </a:cubicBezTo>
                  <a:cubicBezTo>
                    <a:pt x="53047" y="276927"/>
                    <a:pt x="47703" y="278385"/>
                    <a:pt x="43816" y="279356"/>
                  </a:cubicBezTo>
                  <a:cubicBezTo>
                    <a:pt x="34586" y="281300"/>
                    <a:pt x="24869" y="282272"/>
                    <a:pt x="15638" y="282757"/>
                  </a:cubicBezTo>
                  <a:cubicBezTo>
                    <a:pt x="11265" y="282757"/>
                    <a:pt x="7864" y="283729"/>
                    <a:pt x="4464" y="284701"/>
                  </a:cubicBezTo>
                  <a:cubicBezTo>
                    <a:pt x="1063" y="286158"/>
                    <a:pt x="-395" y="289559"/>
                    <a:pt x="91" y="291988"/>
                  </a:cubicBezTo>
                  <a:cubicBezTo>
                    <a:pt x="577" y="294903"/>
                    <a:pt x="3978" y="297818"/>
                    <a:pt x="7379" y="296847"/>
                  </a:cubicBezTo>
                  <a:cubicBezTo>
                    <a:pt x="11265" y="296847"/>
                    <a:pt x="15152" y="295389"/>
                    <a:pt x="19525" y="293446"/>
                  </a:cubicBezTo>
                  <a:cubicBezTo>
                    <a:pt x="28755" y="289559"/>
                    <a:pt x="37015" y="286644"/>
                    <a:pt x="44788" y="284701"/>
                  </a:cubicBezTo>
                  <a:cubicBezTo>
                    <a:pt x="48675" y="283729"/>
                    <a:pt x="53533" y="282272"/>
                    <a:pt x="58392" y="285187"/>
                  </a:cubicBezTo>
                  <a:cubicBezTo>
                    <a:pt x="59849" y="286158"/>
                    <a:pt x="60335" y="286158"/>
                    <a:pt x="60335" y="286158"/>
                  </a:cubicBezTo>
                  <a:lnTo>
                    <a:pt x="63250" y="285187"/>
                  </a:lnTo>
                  <a:lnTo>
                    <a:pt x="67622" y="286644"/>
                  </a:lnTo>
                  <a:cubicBezTo>
                    <a:pt x="71023" y="288587"/>
                    <a:pt x="71995" y="291502"/>
                    <a:pt x="72481" y="292960"/>
                  </a:cubicBezTo>
                  <a:cubicBezTo>
                    <a:pt x="86084" y="331341"/>
                    <a:pt x="109890" y="361463"/>
                    <a:pt x="144385" y="382840"/>
                  </a:cubicBezTo>
                  <a:cubicBezTo>
                    <a:pt x="150701" y="386727"/>
                    <a:pt x="150701" y="392557"/>
                    <a:pt x="148271" y="396929"/>
                  </a:cubicBezTo>
                  <a:cubicBezTo>
                    <a:pt x="150701" y="403245"/>
                    <a:pt x="148271" y="408589"/>
                    <a:pt x="146814" y="410533"/>
                  </a:cubicBezTo>
                  <a:cubicBezTo>
                    <a:pt x="142927" y="418306"/>
                    <a:pt x="138555" y="426079"/>
                    <a:pt x="131753" y="435310"/>
                  </a:cubicBezTo>
                  <a:cubicBezTo>
                    <a:pt x="128838" y="439197"/>
                    <a:pt x="127380" y="442112"/>
                    <a:pt x="126409" y="445027"/>
                  </a:cubicBezTo>
                  <a:cubicBezTo>
                    <a:pt x="124951" y="448914"/>
                    <a:pt x="126409" y="452800"/>
                    <a:pt x="129324" y="454258"/>
                  </a:cubicBezTo>
                  <a:cubicBezTo>
                    <a:pt x="132239" y="455715"/>
                    <a:pt x="136126" y="454258"/>
                    <a:pt x="138069" y="450371"/>
                  </a:cubicBezTo>
                  <a:cubicBezTo>
                    <a:pt x="139526" y="447942"/>
                    <a:pt x="140984" y="444541"/>
                    <a:pt x="141956" y="440654"/>
                  </a:cubicBezTo>
                  <a:cubicBezTo>
                    <a:pt x="144871" y="430938"/>
                    <a:pt x="147786" y="422193"/>
                    <a:pt x="151672" y="414419"/>
                  </a:cubicBezTo>
                  <a:cubicBezTo>
                    <a:pt x="152644" y="411990"/>
                    <a:pt x="155559" y="406160"/>
                    <a:pt x="162361" y="403731"/>
                  </a:cubicBezTo>
                  <a:cubicBezTo>
                    <a:pt x="163818" y="400330"/>
                    <a:pt x="168191" y="395472"/>
                    <a:pt x="176936" y="398387"/>
                  </a:cubicBezTo>
                  <a:cubicBezTo>
                    <a:pt x="213860" y="411504"/>
                    <a:pt x="251269" y="411504"/>
                    <a:pt x="289164" y="398872"/>
                  </a:cubicBezTo>
                  <a:cubicBezTo>
                    <a:pt x="292079" y="397901"/>
                    <a:pt x="295966" y="396443"/>
                    <a:pt x="300339" y="398872"/>
                  </a:cubicBezTo>
                  <a:cubicBezTo>
                    <a:pt x="302282" y="399844"/>
                    <a:pt x="303739" y="401302"/>
                    <a:pt x="304711" y="403731"/>
                  </a:cubicBezTo>
                  <a:cubicBezTo>
                    <a:pt x="309084" y="405188"/>
                    <a:pt x="311999" y="408103"/>
                    <a:pt x="314428" y="412962"/>
                  </a:cubicBezTo>
                  <a:cubicBezTo>
                    <a:pt x="319286" y="422678"/>
                    <a:pt x="322201" y="432881"/>
                    <a:pt x="324630" y="441140"/>
                  </a:cubicBezTo>
                  <a:cubicBezTo>
                    <a:pt x="326088" y="445999"/>
                    <a:pt x="327545" y="449400"/>
                    <a:pt x="329975" y="451829"/>
                  </a:cubicBezTo>
                  <a:cubicBezTo>
                    <a:pt x="332404" y="454258"/>
                    <a:pt x="335319" y="454744"/>
                    <a:pt x="337748" y="453286"/>
                  </a:cubicBezTo>
                  <a:cubicBezTo>
                    <a:pt x="340177" y="451829"/>
                    <a:pt x="341149" y="448428"/>
                    <a:pt x="340177" y="445513"/>
                  </a:cubicBezTo>
                  <a:cubicBezTo>
                    <a:pt x="339206" y="441626"/>
                    <a:pt x="336776" y="438225"/>
                    <a:pt x="334347" y="434824"/>
                  </a:cubicBezTo>
                  <a:cubicBezTo>
                    <a:pt x="329003" y="427051"/>
                    <a:pt x="324145" y="419763"/>
                    <a:pt x="320258" y="412476"/>
                  </a:cubicBezTo>
                  <a:cubicBezTo>
                    <a:pt x="318800" y="409561"/>
                    <a:pt x="315400" y="403731"/>
                    <a:pt x="317829" y="396443"/>
                  </a:cubicBezTo>
                  <a:cubicBezTo>
                    <a:pt x="315885" y="392071"/>
                    <a:pt x="316371" y="386727"/>
                    <a:pt x="322687" y="382840"/>
                  </a:cubicBezTo>
                  <a:cubicBezTo>
                    <a:pt x="339691" y="372637"/>
                    <a:pt x="354752" y="359034"/>
                    <a:pt x="367384" y="343001"/>
                  </a:cubicBezTo>
                  <a:cubicBezTo>
                    <a:pt x="379044" y="327940"/>
                    <a:pt x="388275" y="311422"/>
                    <a:pt x="394105" y="293446"/>
                  </a:cubicBezTo>
                  <a:cubicBezTo>
                    <a:pt x="396534" y="285672"/>
                    <a:pt x="402850" y="284215"/>
                    <a:pt x="407709" y="285672"/>
                  </a:cubicBezTo>
                  <a:cubicBezTo>
                    <a:pt x="409652" y="283243"/>
                    <a:pt x="414510" y="282272"/>
                    <a:pt x="419369" y="283243"/>
                  </a:cubicBezTo>
                  <a:cubicBezTo>
                    <a:pt x="425199" y="284701"/>
                    <a:pt x="431029" y="286158"/>
                    <a:pt x="436373" y="288102"/>
                  </a:cubicBezTo>
                  <a:cubicBezTo>
                    <a:pt x="440260" y="289559"/>
                    <a:pt x="442689" y="290531"/>
                    <a:pt x="445118" y="291502"/>
                  </a:cubicBezTo>
                  <a:cubicBezTo>
                    <a:pt x="449491" y="293446"/>
                    <a:pt x="453377" y="294903"/>
                    <a:pt x="457750" y="295389"/>
                  </a:cubicBezTo>
                  <a:cubicBezTo>
                    <a:pt x="462122" y="296361"/>
                    <a:pt x="464066" y="294417"/>
                    <a:pt x="465523" y="292474"/>
                  </a:cubicBezTo>
                  <a:cubicBezTo>
                    <a:pt x="466981" y="290531"/>
                    <a:pt x="466981" y="289073"/>
                    <a:pt x="466009" y="287130"/>
                  </a:cubicBezTo>
                  <a:cubicBezTo>
                    <a:pt x="464552" y="284215"/>
                    <a:pt x="462608" y="282757"/>
                    <a:pt x="459207" y="282272"/>
                  </a:cubicBezTo>
                  <a:cubicBezTo>
                    <a:pt x="454349" y="281786"/>
                    <a:pt x="449491" y="281300"/>
                    <a:pt x="444632" y="280814"/>
                  </a:cubicBezTo>
                  <a:close/>
                  <a:moveTo>
                    <a:pt x="246411" y="95710"/>
                  </a:moveTo>
                  <a:cubicBezTo>
                    <a:pt x="249811" y="92795"/>
                    <a:pt x="254184" y="93281"/>
                    <a:pt x="259042" y="94252"/>
                  </a:cubicBezTo>
                  <a:lnTo>
                    <a:pt x="259042" y="94252"/>
                  </a:lnTo>
                  <a:cubicBezTo>
                    <a:pt x="286249" y="99111"/>
                    <a:pt x="311513" y="111743"/>
                    <a:pt x="332890" y="131176"/>
                  </a:cubicBezTo>
                  <a:cubicBezTo>
                    <a:pt x="334347" y="132634"/>
                    <a:pt x="337748" y="135549"/>
                    <a:pt x="337262" y="139921"/>
                  </a:cubicBezTo>
                  <a:cubicBezTo>
                    <a:pt x="337262" y="144294"/>
                    <a:pt x="333376" y="147209"/>
                    <a:pt x="331918" y="148180"/>
                  </a:cubicBezTo>
                  <a:cubicBezTo>
                    <a:pt x="313942" y="160812"/>
                    <a:pt x="296452" y="173444"/>
                    <a:pt x="278476" y="186076"/>
                  </a:cubicBezTo>
                  <a:cubicBezTo>
                    <a:pt x="274103" y="188991"/>
                    <a:pt x="269731" y="190448"/>
                    <a:pt x="265358" y="190448"/>
                  </a:cubicBezTo>
                  <a:cubicBezTo>
                    <a:pt x="262443" y="190448"/>
                    <a:pt x="260014" y="189962"/>
                    <a:pt x="257099" y="188505"/>
                  </a:cubicBezTo>
                  <a:cubicBezTo>
                    <a:pt x="250297" y="185590"/>
                    <a:pt x="246411" y="179274"/>
                    <a:pt x="245925" y="170529"/>
                  </a:cubicBezTo>
                  <a:lnTo>
                    <a:pt x="242524" y="108828"/>
                  </a:lnTo>
                  <a:cubicBezTo>
                    <a:pt x="242524" y="102998"/>
                    <a:pt x="242524" y="98625"/>
                    <a:pt x="245925" y="95710"/>
                  </a:cubicBezTo>
                  <a:close/>
                  <a:moveTo>
                    <a:pt x="249326" y="207938"/>
                  </a:moveTo>
                  <a:lnTo>
                    <a:pt x="269245" y="233202"/>
                  </a:lnTo>
                  <a:lnTo>
                    <a:pt x="262443" y="264781"/>
                  </a:lnTo>
                  <a:lnTo>
                    <a:pt x="233293" y="278871"/>
                  </a:lnTo>
                  <a:lnTo>
                    <a:pt x="204143" y="264781"/>
                  </a:lnTo>
                  <a:lnTo>
                    <a:pt x="196855" y="233202"/>
                  </a:lnTo>
                  <a:lnTo>
                    <a:pt x="216775" y="207938"/>
                  </a:lnTo>
                  <a:lnTo>
                    <a:pt x="249326" y="207938"/>
                  </a:lnTo>
                  <a:close/>
                  <a:moveTo>
                    <a:pt x="130781" y="132148"/>
                  </a:moveTo>
                  <a:lnTo>
                    <a:pt x="136126" y="137492"/>
                  </a:lnTo>
                  <a:lnTo>
                    <a:pt x="131267" y="132148"/>
                  </a:lnTo>
                  <a:cubicBezTo>
                    <a:pt x="152158" y="112714"/>
                    <a:pt x="176936" y="100568"/>
                    <a:pt x="204629" y="95224"/>
                  </a:cubicBezTo>
                  <a:cubicBezTo>
                    <a:pt x="206572" y="95224"/>
                    <a:pt x="208029" y="94738"/>
                    <a:pt x="209001" y="94252"/>
                  </a:cubicBezTo>
                  <a:cubicBezTo>
                    <a:pt x="212888" y="93767"/>
                    <a:pt x="216289" y="93281"/>
                    <a:pt x="219690" y="96196"/>
                  </a:cubicBezTo>
                  <a:cubicBezTo>
                    <a:pt x="223090" y="99111"/>
                    <a:pt x="222605" y="102998"/>
                    <a:pt x="222605" y="106398"/>
                  </a:cubicBezTo>
                  <a:lnTo>
                    <a:pt x="221633" y="124374"/>
                  </a:lnTo>
                  <a:cubicBezTo>
                    <a:pt x="220661" y="140407"/>
                    <a:pt x="219690" y="156925"/>
                    <a:pt x="218718" y="172958"/>
                  </a:cubicBezTo>
                  <a:cubicBezTo>
                    <a:pt x="218718" y="180246"/>
                    <a:pt x="214345" y="186076"/>
                    <a:pt x="208029" y="188991"/>
                  </a:cubicBezTo>
                  <a:cubicBezTo>
                    <a:pt x="205600" y="190448"/>
                    <a:pt x="202685" y="190934"/>
                    <a:pt x="199770" y="190934"/>
                  </a:cubicBezTo>
                  <a:cubicBezTo>
                    <a:pt x="195884" y="190934"/>
                    <a:pt x="191997" y="189477"/>
                    <a:pt x="188596" y="187533"/>
                  </a:cubicBezTo>
                  <a:cubicBezTo>
                    <a:pt x="179365" y="180731"/>
                    <a:pt x="169648" y="174416"/>
                    <a:pt x="160417" y="167614"/>
                  </a:cubicBezTo>
                  <a:cubicBezTo>
                    <a:pt x="151187" y="160812"/>
                    <a:pt x="141470" y="154496"/>
                    <a:pt x="132239" y="147695"/>
                  </a:cubicBezTo>
                  <a:cubicBezTo>
                    <a:pt x="129324" y="145751"/>
                    <a:pt x="127866" y="143322"/>
                    <a:pt x="127380" y="140407"/>
                  </a:cubicBezTo>
                  <a:cubicBezTo>
                    <a:pt x="127380" y="136034"/>
                    <a:pt x="129810" y="133605"/>
                    <a:pt x="131267" y="132634"/>
                  </a:cubicBezTo>
                  <a:close/>
                  <a:moveTo>
                    <a:pt x="85113" y="256522"/>
                  </a:moveTo>
                  <a:cubicBezTo>
                    <a:pt x="83169" y="246805"/>
                    <a:pt x="83655" y="237574"/>
                    <a:pt x="84141" y="229801"/>
                  </a:cubicBezTo>
                  <a:cubicBezTo>
                    <a:pt x="85598" y="206967"/>
                    <a:pt x="92400" y="185590"/>
                    <a:pt x="103574" y="166156"/>
                  </a:cubicBezTo>
                  <a:cubicBezTo>
                    <a:pt x="104546" y="164699"/>
                    <a:pt x="106489" y="160812"/>
                    <a:pt x="110862" y="160326"/>
                  </a:cubicBezTo>
                  <a:cubicBezTo>
                    <a:pt x="115235" y="159841"/>
                    <a:pt x="118150" y="162270"/>
                    <a:pt x="119607" y="163241"/>
                  </a:cubicBezTo>
                  <a:cubicBezTo>
                    <a:pt x="136126" y="178302"/>
                    <a:pt x="152644" y="192877"/>
                    <a:pt x="169162" y="207453"/>
                  </a:cubicBezTo>
                  <a:cubicBezTo>
                    <a:pt x="175964" y="213283"/>
                    <a:pt x="178393" y="220084"/>
                    <a:pt x="176450" y="227858"/>
                  </a:cubicBezTo>
                  <a:cubicBezTo>
                    <a:pt x="174021" y="239032"/>
                    <a:pt x="164304" y="241461"/>
                    <a:pt x="160903" y="242433"/>
                  </a:cubicBezTo>
                  <a:cubicBezTo>
                    <a:pt x="144871" y="246805"/>
                    <a:pt x="128838" y="251664"/>
                    <a:pt x="112320" y="256522"/>
                  </a:cubicBezTo>
                  <a:lnTo>
                    <a:pt x="86570" y="263810"/>
                  </a:lnTo>
                  <a:lnTo>
                    <a:pt x="85113" y="256036"/>
                  </a:lnTo>
                  <a:close/>
                  <a:moveTo>
                    <a:pt x="164790" y="358062"/>
                  </a:moveTo>
                  <a:cubicBezTo>
                    <a:pt x="164790" y="358062"/>
                    <a:pt x="162361" y="363892"/>
                    <a:pt x="157988" y="365350"/>
                  </a:cubicBezTo>
                  <a:cubicBezTo>
                    <a:pt x="157017" y="365350"/>
                    <a:pt x="156045" y="365350"/>
                    <a:pt x="155559" y="365350"/>
                  </a:cubicBezTo>
                  <a:cubicBezTo>
                    <a:pt x="152158" y="365350"/>
                    <a:pt x="149729" y="363406"/>
                    <a:pt x="148271" y="362435"/>
                  </a:cubicBezTo>
                  <a:cubicBezTo>
                    <a:pt x="123980" y="345430"/>
                    <a:pt x="105518" y="322596"/>
                    <a:pt x="94344" y="294903"/>
                  </a:cubicBezTo>
                  <a:cubicBezTo>
                    <a:pt x="93372" y="292960"/>
                    <a:pt x="91914" y="289073"/>
                    <a:pt x="94344" y="285672"/>
                  </a:cubicBezTo>
                  <a:cubicBezTo>
                    <a:pt x="95801" y="283243"/>
                    <a:pt x="98230" y="281300"/>
                    <a:pt x="102117" y="280814"/>
                  </a:cubicBezTo>
                  <a:cubicBezTo>
                    <a:pt x="119121" y="277899"/>
                    <a:pt x="136611" y="274984"/>
                    <a:pt x="153616" y="272069"/>
                  </a:cubicBezTo>
                  <a:lnTo>
                    <a:pt x="172563" y="269154"/>
                  </a:lnTo>
                  <a:cubicBezTo>
                    <a:pt x="178393" y="268668"/>
                    <a:pt x="183738" y="271583"/>
                    <a:pt x="187624" y="275956"/>
                  </a:cubicBezTo>
                  <a:cubicBezTo>
                    <a:pt x="191511" y="280328"/>
                    <a:pt x="192969" y="286158"/>
                    <a:pt x="191997" y="291988"/>
                  </a:cubicBezTo>
                  <a:lnTo>
                    <a:pt x="191997" y="291988"/>
                  </a:lnTo>
                  <a:cubicBezTo>
                    <a:pt x="191997" y="291988"/>
                    <a:pt x="190539" y="296361"/>
                    <a:pt x="190053" y="298790"/>
                  </a:cubicBezTo>
                  <a:lnTo>
                    <a:pt x="182766" y="316766"/>
                  </a:lnTo>
                  <a:cubicBezTo>
                    <a:pt x="176936" y="330369"/>
                    <a:pt x="171592" y="343973"/>
                    <a:pt x="165762" y="358062"/>
                  </a:cubicBezTo>
                  <a:close/>
                  <a:moveTo>
                    <a:pt x="283820" y="377010"/>
                  </a:moveTo>
                  <a:cubicBezTo>
                    <a:pt x="281877" y="381382"/>
                    <a:pt x="277504" y="382840"/>
                    <a:pt x="276047" y="383326"/>
                  </a:cubicBezTo>
                  <a:cubicBezTo>
                    <a:pt x="261472" y="387212"/>
                    <a:pt x="247382" y="389642"/>
                    <a:pt x="232807" y="389642"/>
                  </a:cubicBezTo>
                  <a:cubicBezTo>
                    <a:pt x="217746" y="389642"/>
                    <a:pt x="203171" y="387212"/>
                    <a:pt x="188596" y="382840"/>
                  </a:cubicBezTo>
                  <a:cubicBezTo>
                    <a:pt x="187138" y="382840"/>
                    <a:pt x="183252" y="381382"/>
                    <a:pt x="181308" y="377010"/>
                  </a:cubicBezTo>
                  <a:cubicBezTo>
                    <a:pt x="179851" y="373123"/>
                    <a:pt x="181308" y="369236"/>
                    <a:pt x="182280" y="367779"/>
                  </a:cubicBezTo>
                  <a:cubicBezTo>
                    <a:pt x="189082" y="355633"/>
                    <a:pt x="195398" y="343973"/>
                    <a:pt x="202199" y="331827"/>
                  </a:cubicBezTo>
                  <a:lnTo>
                    <a:pt x="214831" y="308993"/>
                  </a:lnTo>
                  <a:cubicBezTo>
                    <a:pt x="218718" y="302191"/>
                    <a:pt x="225034" y="298304"/>
                    <a:pt x="231836" y="298304"/>
                  </a:cubicBezTo>
                  <a:lnTo>
                    <a:pt x="231836" y="298304"/>
                  </a:lnTo>
                  <a:cubicBezTo>
                    <a:pt x="238637" y="298304"/>
                    <a:pt x="244953" y="302191"/>
                    <a:pt x="248840" y="308993"/>
                  </a:cubicBezTo>
                  <a:cubicBezTo>
                    <a:pt x="254670" y="318709"/>
                    <a:pt x="260014" y="328912"/>
                    <a:pt x="265358" y="338629"/>
                  </a:cubicBezTo>
                  <a:lnTo>
                    <a:pt x="274589" y="355633"/>
                  </a:lnTo>
                  <a:cubicBezTo>
                    <a:pt x="276533" y="359520"/>
                    <a:pt x="278962" y="363406"/>
                    <a:pt x="280905" y="367293"/>
                  </a:cubicBezTo>
                  <a:cubicBezTo>
                    <a:pt x="281877" y="368751"/>
                    <a:pt x="284306" y="372637"/>
                    <a:pt x="282363" y="377010"/>
                  </a:cubicBezTo>
                  <a:close/>
                  <a:moveTo>
                    <a:pt x="371757" y="294417"/>
                  </a:moveTo>
                  <a:cubicBezTo>
                    <a:pt x="360582" y="323082"/>
                    <a:pt x="341635" y="346402"/>
                    <a:pt x="316857" y="363892"/>
                  </a:cubicBezTo>
                  <a:cubicBezTo>
                    <a:pt x="315885" y="364378"/>
                    <a:pt x="313456" y="366321"/>
                    <a:pt x="310541" y="366321"/>
                  </a:cubicBezTo>
                  <a:cubicBezTo>
                    <a:pt x="309569" y="366321"/>
                    <a:pt x="309084" y="366321"/>
                    <a:pt x="308112" y="366321"/>
                  </a:cubicBezTo>
                  <a:cubicBezTo>
                    <a:pt x="303739" y="364864"/>
                    <a:pt x="302282" y="360977"/>
                    <a:pt x="301796" y="360005"/>
                  </a:cubicBezTo>
                  <a:cubicBezTo>
                    <a:pt x="294994" y="343487"/>
                    <a:pt x="288193" y="326969"/>
                    <a:pt x="281391" y="310450"/>
                  </a:cubicBezTo>
                  <a:lnTo>
                    <a:pt x="275561" y="296361"/>
                  </a:lnTo>
                  <a:cubicBezTo>
                    <a:pt x="275561" y="296361"/>
                    <a:pt x="273618" y="291017"/>
                    <a:pt x="274103" y="287616"/>
                  </a:cubicBezTo>
                  <a:cubicBezTo>
                    <a:pt x="274103" y="282757"/>
                    <a:pt x="276533" y="277413"/>
                    <a:pt x="280905" y="273526"/>
                  </a:cubicBezTo>
                  <a:cubicBezTo>
                    <a:pt x="285278" y="270126"/>
                    <a:pt x="290622" y="268668"/>
                    <a:pt x="296452" y="269640"/>
                  </a:cubicBezTo>
                  <a:lnTo>
                    <a:pt x="363983" y="281300"/>
                  </a:lnTo>
                  <a:cubicBezTo>
                    <a:pt x="363983" y="281300"/>
                    <a:pt x="369328" y="282272"/>
                    <a:pt x="371757" y="286158"/>
                  </a:cubicBezTo>
                  <a:cubicBezTo>
                    <a:pt x="373214" y="288587"/>
                    <a:pt x="373214" y="291502"/>
                    <a:pt x="371757" y="294903"/>
                  </a:cubicBezTo>
                  <a:lnTo>
                    <a:pt x="371757" y="294903"/>
                  </a:lnTo>
                  <a:close/>
                  <a:moveTo>
                    <a:pt x="380988" y="253121"/>
                  </a:moveTo>
                  <a:cubicBezTo>
                    <a:pt x="380988" y="256522"/>
                    <a:pt x="379530" y="258951"/>
                    <a:pt x="377101" y="260409"/>
                  </a:cubicBezTo>
                  <a:cubicBezTo>
                    <a:pt x="375643" y="261380"/>
                    <a:pt x="373700" y="261866"/>
                    <a:pt x="372242" y="261866"/>
                  </a:cubicBezTo>
                  <a:cubicBezTo>
                    <a:pt x="370785" y="261866"/>
                    <a:pt x="369328" y="261866"/>
                    <a:pt x="368842" y="261380"/>
                  </a:cubicBezTo>
                  <a:lnTo>
                    <a:pt x="347465" y="255065"/>
                  </a:lnTo>
                  <a:cubicBezTo>
                    <a:pt x="332404" y="250692"/>
                    <a:pt x="317829" y="246320"/>
                    <a:pt x="302768" y="241947"/>
                  </a:cubicBezTo>
                  <a:cubicBezTo>
                    <a:pt x="295480" y="240004"/>
                    <a:pt x="290136" y="234659"/>
                    <a:pt x="288678" y="227858"/>
                  </a:cubicBezTo>
                  <a:cubicBezTo>
                    <a:pt x="287221" y="221056"/>
                    <a:pt x="289650" y="213768"/>
                    <a:pt x="295480" y="208910"/>
                  </a:cubicBezTo>
                  <a:lnTo>
                    <a:pt x="346007" y="163727"/>
                  </a:lnTo>
                  <a:cubicBezTo>
                    <a:pt x="346007" y="163727"/>
                    <a:pt x="350380" y="159841"/>
                    <a:pt x="354752" y="160812"/>
                  </a:cubicBezTo>
                  <a:cubicBezTo>
                    <a:pt x="359125" y="161298"/>
                    <a:pt x="361068" y="165185"/>
                    <a:pt x="362040" y="166642"/>
                  </a:cubicBezTo>
                  <a:cubicBezTo>
                    <a:pt x="373214" y="186076"/>
                    <a:pt x="380016" y="206967"/>
                    <a:pt x="381473" y="228829"/>
                  </a:cubicBezTo>
                  <a:cubicBezTo>
                    <a:pt x="381473" y="234174"/>
                    <a:pt x="382445" y="238060"/>
                    <a:pt x="381959" y="241947"/>
                  </a:cubicBezTo>
                  <a:cubicBezTo>
                    <a:pt x="381959" y="246320"/>
                    <a:pt x="381959" y="249720"/>
                    <a:pt x="381473" y="253607"/>
                  </a:cubicBezTo>
                  <a:close/>
                </a:path>
              </a:pathLst>
            </a:custGeom>
            <a:solidFill>
              <a:schemeClr val="lt1"/>
            </a:solidFill>
            <a:ln>
              <a:noFill/>
            </a:ln>
          </p:spPr>
          <p:txBody>
            <a:bodyPr spcFirstLastPara="1" wrap="square" lIns="121800" tIns="60900" rIns="121800" bIns="60900" anchor="ctr"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p:txBody>
        </p:sp>
        <p:sp>
          <p:nvSpPr>
            <p:cNvPr id="1932" name="Google Shape;1932;p11"/>
            <p:cNvSpPr/>
            <p:nvPr/>
          </p:nvSpPr>
          <p:spPr>
            <a:xfrm>
              <a:off x="624431" y="1107698"/>
              <a:ext cx="682601" cy="664625"/>
            </a:xfrm>
            <a:custGeom>
              <a:avLst/>
              <a:gdLst/>
              <a:ahLst/>
              <a:cxnLst/>
              <a:rect l="l" t="t" r="r" b="b"/>
              <a:pathLst>
                <a:path w="682601" h="664625" extrusionOk="0">
                  <a:moveTo>
                    <a:pt x="614584" y="131662"/>
                  </a:moveTo>
                  <a:lnTo>
                    <a:pt x="341058" y="0"/>
                  </a:lnTo>
                  <a:lnTo>
                    <a:pt x="67531" y="131662"/>
                  </a:lnTo>
                  <a:lnTo>
                    <a:pt x="0" y="427537"/>
                  </a:lnTo>
                  <a:lnTo>
                    <a:pt x="189477" y="664626"/>
                  </a:lnTo>
                  <a:lnTo>
                    <a:pt x="493125" y="664626"/>
                  </a:lnTo>
                  <a:lnTo>
                    <a:pt x="682601" y="427537"/>
                  </a:lnTo>
                  <a:lnTo>
                    <a:pt x="615070" y="131662"/>
                  </a:lnTo>
                  <a:close/>
                  <a:moveTo>
                    <a:pt x="584462" y="407618"/>
                  </a:moveTo>
                  <a:cubicBezTo>
                    <a:pt x="579118" y="413933"/>
                    <a:pt x="571831" y="416848"/>
                    <a:pt x="563085" y="415877"/>
                  </a:cubicBezTo>
                  <a:cubicBezTo>
                    <a:pt x="557255" y="414905"/>
                    <a:pt x="551911" y="412962"/>
                    <a:pt x="547053" y="411018"/>
                  </a:cubicBezTo>
                  <a:cubicBezTo>
                    <a:pt x="544624" y="410047"/>
                    <a:pt x="542680" y="409075"/>
                    <a:pt x="540251" y="408103"/>
                  </a:cubicBezTo>
                  <a:cubicBezTo>
                    <a:pt x="533935" y="406160"/>
                    <a:pt x="529077" y="404217"/>
                    <a:pt x="523733" y="403245"/>
                  </a:cubicBezTo>
                  <a:cubicBezTo>
                    <a:pt x="519846" y="405188"/>
                    <a:pt x="516931" y="405674"/>
                    <a:pt x="514988" y="405674"/>
                  </a:cubicBezTo>
                  <a:cubicBezTo>
                    <a:pt x="508186" y="424136"/>
                    <a:pt x="498955" y="441626"/>
                    <a:pt x="486809" y="457173"/>
                  </a:cubicBezTo>
                  <a:cubicBezTo>
                    <a:pt x="473691" y="474177"/>
                    <a:pt x="458145" y="488267"/>
                    <a:pt x="440654" y="498955"/>
                  </a:cubicBezTo>
                  <a:cubicBezTo>
                    <a:pt x="441140" y="501870"/>
                    <a:pt x="440654" y="504299"/>
                    <a:pt x="440169" y="505757"/>
                  </a:cubicBezTo>
                  <a:cubicBezTo>
                    <a:pt x="440169" y="506728"/>
                    <a:pt x="439683" y="507700"/>
                    <a:pt x="441626" y="511101"/>
                  </a:cubicBezTo>
                  <a:cubicBezTo>
                    <a:pt x="445027" y="517903"/>
                    <a:pt x="449400" y="524704"/>
                    <a:pt x="454258" y="531992"/>
                  </a:cubicBezTo>
                  <a:cubicBezTo>
                    <a:pt x="457173" y="536364"/>
                    <a:pt x="460574" y="541223"/>
                    <a:pt x="462031" y="547539"/>
                  </a:cubicBezTo>
                  <a:cubicBezTo>
                    <a:pt x="464461" y="557255"/>
                    <a:pt x="460574" y="566972"/>
                    <a:pt x="452315" y="571831"/>
                  </a:cubicBezTo>
                  <a:cubicBezTo>
                    <a:pt x="444055" y="576689"/>
                    <a:pt x="433853" y="574746"/>
                    <a:pt x="426565" y="567458"/>
                  </a:cubicBezTo>
                  <a:cubicBezTo>
                    <a:pt x="421707" y="562114"/>
                    <a:pt x="419763" y="556284"/>
                    <a:pt x="417820" y="550454"/>
                  </a:cubicBezTo>
                  <a:cubicBezTo>
                    <a:pt x="415391" y="542680"/>
                    <a:pt x="412476" y="532964"/>
                    <a:pt x="408103" y="524218"/>
                  </a:cubicBezTo>
                  <a:cubicBezTo>
                    <a:pt x="407132" y="522275"/>
                    <a:pt x="406646" y="522275"/>
                    <a:pt x="406160" y="522275"/>
                  </a:cubicBezTo>
                  <a:cubicBezTo>
                    <a:pt x="402759" y="521303"/>
                    <a:pt x="400816" y="519846"/>
                    <a:pt x="399844" y="518388"/>
                  </a:cubicBezTo>
                  <a:cubicBezTo>
                    <a:pt x="360005" y="531506"/>
                    <a:pt x="320167" y="531506"/>
                    <a:pt x="280814" y="518388"/>
                  </a:cubicBezTo>
                  <a:cubicBezTo>
                    <a:pt x="278871" y="521303"/>
                    <a:pt x="275956" y="522275"/>
                    <a:pt x="274498" y="522761"/>
                  </a:cubicBezTo>
                  <a:cubicBezTo>
                    <a:pt x="274012" y="522761"/>
                    <a:pt x="273526" y="522761"/>
                    <a:pt x="272069" y="526162"/>
                  </a:cubicBezTo>
                  <a:cubicBezTo>
                    <a:pt x="268668" y="533449"/>
                    <a:pt x="265753" y="541709"/>
                    <a:pt x="263324" y="550454"/>
                  </a:cubicBezTo>
                  <a:cubicBezTo>
                    <a:pt x="261866" y="555312"/>
                    <a:pt x="259923" y="559685"/>
                    <a:pt x="257980" y="563571"/>
                  </a:cubicBezTo>
                  <a:cubicBezTo>
                    <a:pt x="253607" y="570859"/>
                    <a:pt x="246320" y="574746"/>
                    <a:pt x="239032" y="574746"/>
                  </a:cubicBezTo>
                  <a:cubicBezTo>
                    <a:pt x="236117" y="574746"/>
                    <a:pt x="233202" y="574260"/>
                    <a:pt x="230287" y="572802"/>
                  </a:cubicBezTo>
                  <a:cubicBezTo>
                    <a:pt x="220570" y="567944"/>
                    <a:pt x="216198" y="556284"/>
                    <a:pt x="220084" y="545595"/>
                  </a:cubicBezTo>
                  <a:cubicBezTo>
                    <a:pt x="222028" y="540251"/>
                    <a:pt x="224943" y="535879"/>
                    <a:pt x="227372" y="532478"/>
                  </a:cubicBezTo>
                  <a:cubicBezTo>
                    <a:pt x="233202" y="524218"/>
                    <a:pt x="237574" y="516931"/>
                    <a:pt x="240975" y="510129"/>
                  </a:cubicBezTo>
                  <a:cubicBezTo>
                    <a:pt x="241947" y="508186"/>
                    <a:pt x="241947" y="507700"/>
                    <a:pt x="241461" y="507214"/>
                  </a:cubicBezTo>
                  <a:cubicBezTo>
                    <a:pt x="240004" y="504299"/>
                    <a:pt x="240004" y="501384"/>
                    <a:pt x="240975" y="498955"/>
                  </a:cubicBezTo>
                  <a:cubicBezTo>
                    <a:pt x="205995" y="476121"/>
                    <a:pt x="181217" y="445027"/>
                    <a:pt x="166642" y="406160"/>
                  </a:cubicBezTo>
                  <a:cubicBezTo>
                    <a:pt x="163241" y="406160"/>
                    <a:pt x="160326" y="404703"/>
                    <a:pt x="157897" y="403245"/>
                  </a:cubicBezTo>
                  <a:cubicBezTo>
                    <a:pt x="157897" y="403245"/>
                    <a:pt x="156440" y="403245"/>
                    <a:pt x="155468" y="403731"/>
                  </a:cubicBezTo>
                  <a:cubicBezTo>
                    <a:pt x="147209" y="405674"/>
                    <a:pt x="139921" y="408103"/>
                    <a:pt x="131176" y="411990"/>
                  </a:cubicBezTo>
                  <a:cubicBezTo>
                    <a:pt x="125832" y="414419"/>
                    <a:pt x="120002" y="416363"/>
                    <a:pt x="113200" y="416363"/>
                  </a:cubicBezTo>
                  <a:cubicBezTo>
                    <a:pt x="102512" y="416363"/>
                    <a:pt x="93767" y="409561"/>
                    <a:pt x="91823" y="399844"/>
                  </a:cubicBezTo>
                  <a:cubicBezTo>
                    <a:pt x="89880" y="390127"/>
                    <a:pt x="95710" y="379925"/>
                    <a:pt x="104941" y="376038"/>
                  </a:cubicBezTo>
                  <a:cubicBezTo>
                    <a:pt x="109799" y="374095"/>
                    <a:pt x="114658" y="373123"/>
                    <a:pt x="120974" y="372637"/>
                  </a:cubicBezTo>
                  <a:cubicBezTo>
                    <a:pt x="129719" y="372637"/>
                    <a:pt x="138464" y="371180"/>
                    <a:pt x="146723" y="369236"/>
                  </a:cubicBezTo>
                  <a:cubicBezTo>
                    <a:pt x="149638" y="368751"/>
                    <a:pt x="150124" y="368265"/>
                    <a:pt x="150124" y="367779"/>
                  </a:cubicBezTo>
                  <a:cubicBezTo>
                    <a:pt x="151095" y="365836"/>
                    <a:pt x="152553" y="363892"/>
                    <a:pt x="155468" y="362435"/>
                  </a:cubicBezTo>
                  <a:cubicBezTo>
                    <a:pt x="151095" y="321138"/>
                    <a:pt x="159840" y="282271"/>
                    <a:pt x="181703" y="246320"/>
                  </a:cubicBezTo>
                  <a:cubicBezTo>
                    <a:pt x="180246" y="244376"/>
                    <a:pt x="179274" y="241947"/>
                    <a:pt x="179274" y="239518"/>
                  </a:cubicBezTo>
                  <a:cubicBezTo>
                    <a:pt x="179274" y="238546"/>
                    <a:pt x="179274" y="238060"/>
                    <a:pt x="175873" y="235631"/>
                  </a:cubicBezTo>
                  <a:cubicBezTo>
                    <a:pt x="170043" y="231259"/>
                    <a:pt x="163241" y="226886"/>
                    <a:pt x="155954" y="222999"/>
                  </a:cubicBezTo>
                  <a:cubicBezTo>
                    <a:pt x="151581" y="220570"/>
                    <a:pt x="146723" y="217655"/>
                    <a:pt x="142350" y="213283"/>
                  </a:cubicBezTo>
                  <a:cubicBezTo>
                    <a:pt x="134577" y="205509"/>
                    <a:pt x="133119" y="193363"/>
                    <a:pt x="139921" y="185104"/>
                  </a:cubicBezTo>
                  <a:cubicBezTo>
                    <a:pt x="146237" y="176359"/>
                    <a:pt x="158383" y="174416"/>
                    <a:pt x="168100" y="180246"/>
                  </a:cubicBezTo>
                  <a:cubicBezTo>
                    <a:pt x="173444" y="183161"/>
                    <a:pt x="177331" y="187533"/>
                    <a:pt x="181217" y="191906"/>
                  </a:cubicBezTo>
                  <a:cubicBezTo>
                    <a:pt x="187533" y="199193"/>
                    <a:pt x="193363" y="204538"/>
                    <a:pt x="199193" y="208910"/>
                  </a:cubicBezTo>
                  <a:cubicBezTo>
                    <a:pt x="199193" y="208910"/>
                    <a:pt x="200651" y="210368"/>
                    <a:pt x="201137" y="209882"/>
                  </a:cubicBezTo>
                  <a:cubicBezTo>
                    <a:pt x="204052" y="208910"/>
                    <a:pt x="206481" y="209882"/>
                    <a:pt x="208910" y="210853"/>
                  </a:cubicBezTo>
                  <a:cubicBezTo>
                    <a:pt x="239518" y="181217"/>
                    <a:pt x="274984" y="164213"/>
                    <a:pt x="316280" y="159355"/>
                  </a:cubicBezTo>
                  <a:cubicBezTo>
                    <a:pt x="316280" y="159355"/>
                    <a:pt x="316280" y="159355"/>
                    <a:pt x="316280" y="159355"/>
                  </a:cubicBezTo>
                  <a:cubicBezTo>
                    <a:pt x="316766" y="156925"/>
                    <a:pt x="318709" y="154010"/>
                    <a:pt x="320653" y="152067"/>
                  </a:cubicBezTo>
                  <a:cubicBezTo>
                    <a:pt x="320653" y="152067"/>
                    <a:pt x="320653" y="152067"/>
                    <a:pt x="320653" y="150610"/>
                  </a:cubicBezTo>
                  <a:cubicBezTo>
                    <a:pt x="320653" y="141379"/>
                    <a:pt x="319195" y="132148"/>
                    <a:pt x="317738" y="123889"/>
                  </a:cubicBezTo>
                  <a:cubicBezTo>
                    <a:pt x="316766" y="118058"/>
                    <a:pt x="316766" y="113200"/>
                    <a:pt x="317252" y="108828"/>
                  </a:cubicBezTo>
                  <a:cubicBezTo>
                    <a:pt x="318709" y="97167"/>
                    <a:pt x="327454" y="88908"/>
                    <a:pt x="339114" y="89394"/>
                  </a:cubicBezTo>
                  <a:cubicBezTo>
                    <a:pt x="348831" y="89394"/>
                    <a:pt x="357090" y="97653"/>
                    <a:pt x="358548" y="107370"/>
                  </a:cubicBezTo>
                  <a:lnTo>
                    <a:pt x="360977" y="107370"/>
                  </a:lnTo>
                  <a:lnTo>
                    <a:pt x="358062" y="122431"/>
                  </a:lnTo>
                  <a:cubicBezTo>
                    <a:pt x="357576" y="128261"/>
                    <a:pt x="356605" y="134091"/>
                    <a:pt x="355633" y="139921"/>
                  </a:cubicBezTo>
                  <a:cubicBezTo>
                    <a:pt x="355633" y="143322"/>
                    <a:pt x="355633" y="146723"/>
                    <a:pt x="355633" y="150124"/>
                  </a:cubicBezTo>
                  <a:lnTo>
                    <a:pt x="355633" y="152553"/>
                  </a:lnTo>
                  <a:cubicBezTo>
                    <a:pt x="355633" y="152553"/>
                    <a:pt x="359034" y="155954"/>
                    <a:pt x="360005" y="159840"/>
                  </a:cubicBezTo>
                  <a:cubicBezTo>
                    <a:pt x="374095" y="161784"/>
                    <a:pt x="385755" y="164213"/>
                    <a:pt x="396443" y="168100"/>
                  </a:cubicBezTo>
                  <a:cubicBezTo>
                    <a:pt x="423164" y="177331"/>
                    <a:pt x="446970" y="191906"/>
                    <a:pt x="467376" y="211339"/>
                  </a:cubicBezTo>
                  <a:cubicBezTo>
                    <a:pt x="469805" y="209882"/>
                    <a:pt x="472234" y="209396"/>
                    <a:pt x="475149" y="209882"/>
                  </a:cubicBezTo>
                  <a:cubicBezTo>
                    <a:pt x="475149" y="209882"/>
                    <a:pt x="476121" y="209882"/>
                    <a:pt x="478550" y="207938"/>
                  </a:cubicBezTo>
                  <a:cubicBezTo>
                    <a:pt x="484380" y="203080"/>
                    <a:pt x="490210" y="197250"/>
                    <a:pt x="496040" y="190934"/>
                  </a:cubicBezTo>
                  <a:cubicBezTo>
                    <a:pt x="499441" y="187047"/>
                    <a:pt x="503328" y="182675"/>
                    <a:pt x="508672" y="179760"/>
                  </a:cubicBezTo>
                  <a:cubicBezTo>
                    <a:pt x="514988" y="175873"/>
                    <a:pt x="522761" y="175387"/>
                    <a:pt x="529563" y="178302"/>
                  </a:cubicBezTo>
                  <a:cubicBezTo>
                    <a:pt x="535393" y="181217"/>
                    <a:pt x="539765" y="186562"/>
                    <a:pt x="541223" y="193363"/>
                  </a:cubicBezTo>
                  <a:cubicBezTo>
                    <a:pt x="542195" y="198707"/>
                    <a:pt x="541223" y="205995"/>
                    <a:pt x="533935" y="213768"/>
                  </a:cubicBezTo>
                  <a:cubicBezTo>
                    <a:pt x="530049" y="217655"/>
                    <a:pt x="525190" y="220570"/>
                    <a:pt x="520818" y="222513"/>
                  </a:cubicBezTo>
                  <a:cubicBezTo>
                    <a:pt x="512073" y="227372"/>
                    <a:pt x="505271" y="231744"/>
                    <a:pt x="499927" y="236603"/>
                  </a:cubicBezTo>
                  <a:cubicBezTo>
                    <a:pt x="498469" y="238060"/>
                    <a:pt x="498469" y="238546"/>
                    <a:pt x="498469" y="239032"/>
                  </a:cubicBezTo>
                  <a:cubicBezTo>
                    <a:pt x="498469" y="241947"/>
                    <a:pt x="497497" y="244376"/>
                    <a:pt x="495554" y="246320"/>
                  </a:cubicBezTo>
                  <a:cubicBezTo>
                    <a:pt x="512073" y="273526"/>
                    <a:pt x="521303" y="302677"/>
                    <a:pt x="523247" y="333770"/>
                  </a:cubicBezTo>
                  <a:cubicBezTo>
                    <a:pt x="523733" y="343001"/>
                    <a:pt x="523247" y="352232"/>
                    <a:pt x="522275" y="361949"/>
                  </a:cubicBezTo>
                  <a:cubicBezTo>
                    <a:pt x="525190" y="362921"/>
                    <a:pt x="526162" y="365350"/>
                    <a:pt x="527134" y="366321"/>
                  </a:cubicBezTo>
                  <a:cubicBezTo>
                    <a:pt x="528105" y="368265"/>
                    <a:pt x="529563" y="368751"/>
                    <a:pt x="534907" y="369236"/>
                  </a:cubicBezTo>
                  <a:cubicBezTo>
                    <a:pt x="541709" y="370208"/>
                    <a:pt x="546567" y="370694"/>
                    <a:pt x="551911" y="371180"/>
                  </a:cubicBezTo>
                  <a:cubicBezTo>
                    <a:pt x="556770" y="371666"/>
                    <a:pt x="561628" y="372151"/>
                    <a:pt x="566972" y="373123"/>
                  </a:cubicBezTo>
                  <a:cubicBezTo>
                    <a:pt x="575231" y="374095"/>
                    <a:pt x="581547" y="378953"/>
                    <a:pt x="584948" y="386241"/>
                  </a:cubicBezTo>
                  <a:lnTo>
                    <a:pt x="584948" y="386241"/>
                  </a:lnTo>
                  <a:cubicBezTo>
                    <a:pt x="588349" y="393528"/>
                    <a:pt x="587377" y="400816"/>
                    <a:pt x="582519" y="407132"/>
                  </a:cubicBezTo>
                  <a:close/>
                </a:path>
              </a:pathLst>
            </a:custGeom>
            <a:solidFill>
              <a:schemeClr val="lt1"/>
            </a:solidFill>
            <a:ln>
              <a:noFill/>
            </a:ln>
          </p:spPr>
          <p:txBody>
            <a:bodyPr spcFirstLastPara="1" wrap="square" lIns="121800" tIns="60900" rIns="121800" bIns="60900" anchor="ctr"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p:txBody>
        </p:sp>
        <p:sp>
          <p:nvSpPr>
            <p:cNvPr id="1933" name="Google Shape;1933;p11"/>
            <p:cNvSpPr/>
            <p:nvPr/>
          </p:nvSpPr>
          <p:spPr>
            <a:xfrm>
              <a:off x="1099094" y="1462359"/>
              <a:ext cx="7287" cy="485"/>
            </a:xfrm>
            <a:custGeom>
              <a:avLst/>
              <a:gdLst/>
              <a:ahLst/>
              <a:cxnLst/>
              <a:rect l="l" t="t" r="r" b="b"/>
              <a:pathLst>
                <a:path w="7287" h="485" extrusionOk="0">
                  <a:moveTo>
                    <a:pt x="0" y="0"/>
                  </a:moveTo>
                  <a:lnTo>
                    <a:pt x="7288" y="486"/>
                  </a:lnTo>
                  <a:lnTo>
                    <a:pt x="0" y="0"/>
                  </a:lnTo>
                  <a:lnTo>
                    <a:pt x="0" y="0"/>
                  </a:lnTo>
                  <a:close/>
                </a:path>
              </a:pathLst>
            </a:custGeom>
            <a:solidFill>
              <a:schemeClr val="lt1"/>
            </a:solidFill>
            <a:ln>
              <a:noFill/>
            </a:ln>
          </p:spPr>
          <p:txBody>
            <a:bodyPr spcFirstLastPara="1" wrap="square" lIns="121800" tIns="60900" rIns="121800" bIns="60900" anchor="ctr"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p:txBody>
        </p:sp>
        <p:sp>
          <p:nvSpPr>
            <p:cNvPr id="1934" name="Google Shape;1934;p11"/>
            <p:cNvSpPr/>
            <p:nvPr/>
          </p:nvSpPr>
          <p:spPr>
            <a:xfrm>
              <a:off x="952371" y="1440011"/>
              <a:ext cx="26235" cy="25749"/>
            </a:xfrm>
            <a:custGeom>
              <a:avLst/>
              <a:gdLst/>
              <a:ahLst/>
              <a:cxnLst/>
              <a:rect l="l" t="t" r="r" b="b"/>
              <a:pathLst>
                <a:path w="26235" h="25749" extrusionOk="0">
                  <a:moveTo>
                    <a:pt x="13118" y="25749"/>
                  </a:moveTo>
                  <a:lnTo>
                    <a:pt x="23806" y="20405"/>
                  </a:lnTo>
                  <a:lnTo>
                    <a:pt x="26235" y="9231"/>
                  </a:lnTo>
                  <a:lnTo>
                    <a:pt x="18948" y="0"/>
                  </a:lnTo>
                  <a:lnTo>
                    <a:pt x="7288" y="0"/>
                  </a:lnTo>
                  <a:lnTo>
                    <a:pt x="0" y="9231"/>
                  </a:lnTo>
                  <a:lnTo>
                    <a:pt x="2429" y="20405"/>
                  </a:lnTo>
                  <a:lnTo>
                    <a:pt x="13118" y="25749"/>
                  </a:lnTo>
                  <a:close/>
                </a:path>
              </a:pathLst>
            </a:custGeom>
            <a:solidFill>
              <a:schemeClr val="lt1"/>
            </a:solidFill>
            <a:ln>
              <a:noFill/>
            </a:ln>
          </p:spPr>
          <p:txBody>
            <a:bodyPr spcFirstLastPara="1" wrap="square" lIns="121800" tIns="60900" rIns="121800" bIns="60900" anchor="ctr"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p:txBody>
        </p:sp>
        <p:sp>
          <p:nvSpPr>
            <p:cNvPr id="1935" name="Google Shape;1935;p11"/>
            <p:cNvSpPr/>
            <p:nvPr/>
          </p:nvSpPr>
          <p:spPr>
            <a:xfrm>
              <a:off x="1035871" y="1388512"/>
              <a:ext cx="63708" cy="67045"/>
            </a:xfrm>
            <a:custGeom>
              <a:avLst/>
              <a:gdLst/>
              <a:ahLst/>
              <a:cxnLst/>
              <a:rect l="l" t="t" r="r" b="b"/>
              <a:pathLst>
                <a:path w="63708" h="67045" extrusionOk="0">
                  <a:moveTo>
                    <a:pt x="63709" y="63645"/>
                  </a:moveTo>
                  <a:cubicBezTo>
                    <a:pt x="63709" y="59758"/>
                    <a:pt x="63709" y="56357"/>
                    <a:pt x="63223" y="52956"/>
                  </a:cubicBezTo>
                  <a:cubicBezTo>
                    <a:pt x="61766" y="34009"/>
                    <a:pt x="56421" y="16518"/>
                    <a:pt x="48162" y="0"/>
                  </a:cubicBezTo>
                  <a:lnTo>
                    <a:pt x="2008" y="41296"/>
                  </a:lnTo>
                  <a:cubicBezTo>
                    <a:pt x="2008" y="41296"/>
                    <a:pt x="-422" y="44697"/>
                    <a:pt x="64" y="46155"/>
                  </a:cubicBezTo>
                  <a:cubicBezTo>
                    <a:pt x="64" y="47612"/>
                    <a:pt x="2008" y="49070"/>
                    <a:pt x="3951" y="49555"/>
                  </a:cubicBezTo>
                  <a:cubicBezTo>
                    <a:pt x="18526" y="53928"/>
                    <a:pt x="33587" y="58300"/>
                    <a:pt x="48162" y="62673"/>
                  </a:cubicBezTo>
                  <a:lnTo>
                    <a:pt x="63709" y="67046"/>
                  </a:lnTo>
                  <a:cubicBezTo>
                    <a:pt x="63709" y="67046"/>
                    <a:pt x="63709" y="64616"/>
                    <a:pt x="63709" y="63159"/>
                  </a:cubicBezTo>
                  <a:close/>
                </a:path>
              </a:pathLst>
            </a:custGeom>
            <a:solidFill>
              <a:schemeClr val="lt1"/>
            </a:solidFill>
            <a:ln>
              <a:noFill/>
            </a:ln>
          </p:spPr>
          <p:txBody>
            <a:bodyPr spcFirstLastPara="1" wrap="square" lIns="121800" tIns="60900" rIns="121800" bIns="60900" anchor="ctr"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p:txBody>
        </p:sp>
      </p:grpSp>
      <p:sp>
        <p:nvSpPr>
          <p:cNvPr id="1936" name="Google Shape;1936;p11"/>
          <p:cNvSpPr/>
          <p:nvPr/>
        </p:nvSpPr>
        <p:spPr>
          <a:xfrm>
            <a:off x="4885764" y="5090927"/>
            <a:ext cx="213014" cy="230733"/>
          </a:xfrm>
          <a:custGeom>
            <a:avLst/>
            <a:gdLst/>
            <a:ahLst/>
            <a:cxnLst/>
            <a:rect l="l" t="t" r="r" b="b"/>
            <a:pathLst>
              <a:path w="704178" h="762755" extrusionOk="0">
                <a:moveTo>
                  <a:pt x="695758" y="422001"/>
                </a:moveTo>
                <a:cubicBezTo>
                  <a:pt x="695758" y="422001"/>
                  <a:pt x="623865" y="338254"/>
                  <a:pt x="623919" y="309836"/>
                </a:cubicBezTo>
                <a:cubicBezTo>
                  <a:pt x="624245" y="133014"/>
                  <a:pt x="476006" y="-8055"/>
                  <a:pt x="296817" y="358"/>
                </a:cubicBezTo>
                <a:cubicBezTo>
                  <a:pt x="138315" y="7799"/>
                  <a:pt x="9353" y="134632"/>
                  <a:pt x="502" y="291986"/>
                </a:cubicBezTo>
                <a:cubicBezTo>
                  <a:pt x="-4982" y="389376"/>
                  <a:pt x="34874" y="477598"/>
                  <a:pt x="100957" y="537940"/>
                </a:cubicBezTo>
                <a:cubicBezTo>
                  <a:pt x="120342" y="555628"/>
                  <a:pt x="125989" y="584208"/>
                  <a:pt x="124034" y="607396"/>
                </a:cubicBezTo>
                <a:cubicBezTo>
                  <a:pt x="122079" y="630584"/>
                  <a:pt x="113880" y="762756"/>
                  <a:pt x="113880" y="762756"/>
                </a:cubicBezTo>
                <a:lnTo>
                  <a:pt x="208525" y="762756"/>
                </a:lnTo>
                <a:lnTo>
                  <a:pt x="208525" y="530661"/>
                </a:lnTo>
                <a:cubicBezTo>
                  <a:pt x="208525" y="521925"/>
                  <a:pt x="204289" y="513620"/>
                  <a:pt x="197230" y="508389"/>
                </a:cubicBezTo>
                <a:lnTo>
                  <a:pt x="113880" y="447076"/>
                </a:lnTo>
                <a:cubicBezTo>
                  <a:pt x="101608" y="438071"/>
                  <a:pt x="94278" y="423618"/>
                  <a:pt x="94278" y="408465"/>
                </a:cubicBezTo>
                <a:lnTo>
                  <a:pt x="94278" y="377297"/>
                </a:lnTo>
                <a:cubicBezTo>
                  <a:pt x="76413" y="372767"/>
                  <a:pt x="63164" y="356697"/>
                  <a:pt x="63164" y="337553"/>
                </a:cubicBezTo>
                <a:cubicBezTo>
                  <a:pt x="63164" y="314905"/>
                  <a:pt x="81680" y="296516"/>
                  <a:pt x="104486" y="296516"/>
                </a:cubicBezTo>
                <a:cubicBezTo>
                  <a:pt x="127292" y="296516"/>
                  <a:pt x="145808" y="314905"/>
                  <a:pt x="145808" y="337553"/>
                </a:cubicBezTo>
                <a:cubicBezTo>
                  <a:pt x="145808" y="356697"/>
                  <a:pt x="132559" y="372713"/>
                  <a:pt x="114695" y="377297"/>
                </a:cubicBezTo>
                <a:lnTo>
                  <a:pt x="114695" y="408465"/>
                </a:lnTo>
                <a:cubicBezTo>
                  <a:pt x="114695" y="417201"/>
                  <a:pt x="118930" y="425506"/>
                  <a:pt x="125989" y="430737"/>
                </a:cubicBezTo>
                <a:lnTo>
                  <a:pt x="209339" y="492050"/>
                </a:lnTo>
                <a:cubicBezTo>
                  <a:pt x="221611" y="501055"/>
                  <a:pt x="228942" y="515507"/>
                  <a:pt x="228942" y="530661"/>
                </a:cubicBezTo>
                <a:lnTo>
                  <a:pt x="228942" y="762756"/>
                </a:lnTo>
                <a:lnTo>
                  <a:pt x="248381" y="762756"/>
                </a:lnTo>
                <a:lnTo>
                  <a:pt x="248381" y="406039"/>
                </a:lnTo>
                <a:cubicBezTo>
                  <a:pt x="248381" y="397303"/>
                  <a:pt x="244146" y="388998"/>
                  <a:pt x="237087" y="383768"/>
                </a:cubicBezTo>
                <a:lnTo>
                  <a:pt x="210751" y="364408"/>
                </a:lnTo>
                <a:cubicBezTo>
                  <a:pt x="198479" y="355403"/>
                  <a:pt x="191203" y="340951"/>
                  <a:pt x="191203" y="325798"/>
                </a:cubicBezTo>
                <a:lnTo>
                  <a:pt x="191203" y="235688"/>
                </a:lnTo>
                <a:cubicBezTo>
                  <a:pt x="173339" y="231159"/>
                  <a:pt x="160089" y="215089"/>
                  <a:pt x="160089" y="195945"/>
                </a:cubicBezTo>
                <a:cubicBezTo>
                  <a:pt x="160089" y="173297"/>
                  <a:pt x="178606" y="154908"/>
                  <a:pt x="201412" y="154908"/>
                </a:cubicBezTo>
                <a:cubicBezTo>
                  <a:pt x="224218" y="154908"/>
                  <a:pt x="242734" y="173297"/>
                  <a:pt x="242734" y="195945"/>
                </a:cubicBezTo>
                <a:cubicBezTo>
                  <a:pt x="242734" y="215089"/>
                  <a:pt x="229485" y="231105"/>
                  <a:pt x="211620" y="235688"/>
                </a:cubicBezTo>
                <a:lnTo>
                  <a:pt x="211620" y="325798"/>
                </a:lnTo>
                <a:cubicBezTo>
                  <a:pt x="211620" y="334534"/>
                  <a:pt x="215855" y="342838"/>
                  <a:pt x="222914" y="348069"/>
                </a:cubicBezTo>
                <a:lnTo>
                  <a:pt x="249250" y="367428"/>
                </a:lnTo>
                <a:cubicBezTo>
                  <a:pt x="261522" y="376434"/>
                  <a:pt x="268798" y="390886"/>
                  <a:pt x="268798" y="406039"/>
                </a:cubicBezTo>
                <a:lnTo>
                  <a:pt x="268798" y="762756"/>
                </a:lnTo>
                <a:lnTo>
                  <a:pt x="288237" y="762756"/>
                </a:lnTo>
                <a:lnTo>
                  <a:pt x="288237" y="363222"/>
                </a:lnTo>
                <a:cubicBezTo>
                  <a:pt x="288237" y="349633"/>
                  <a:pt x="294102" y="336583"/>
                  <a:pt x="304256" y="327523"/>
                </a:cubicBezTo>
                <a:lnTo>
                  <a:pt x="318808" y="314527"/>
                </a:lnTo>
                <a:cubicBezTo>
                  <a:pt x="324672" y="309297"/>
                  <a:pt x="328039" y="301801"/>
                  <a:pt x="328039" y="293928"/>
                </a:cubicBezTo>
                <a:lnTo>
                  <a:pt x="328039" y="196107"/>
                </a:lnTo>
                <a:cubicBezTo>
                  <a:pt x="310174" y="191577"/>
                  <a:pt x="296925" y="175508"/>
                  <a:pt x="296925" y="156364"/>
                </a:cubicBezTo>
                <a:cubicBezTo>
                  <a:pt x="296925" y="133715"/>
                  <a:pt x="315441" y="115327"/>
                  <a:pt x="338247" y="115327"/>
                </a:cubicBezTo>
                <a:cubicBezTo>
                  <a:pt x="361053" y="115327"/>
                  <a:pt x="379570" y="133715"/>
                  <a:pt x="379570" y="156364"/>
                </a:cubicBezTo>
                <a:cubicBezTo>
                  <a:pt x="379570" y="175508"/>
                  <a:pt x="366320" y="191523"/>
                  <a:pt x="348456" y="196107"/>
                </a:cubicBezTo>
                <a:lnTo>
                  <a:pt x="348456" y="293928"/>
                </a:lnTo>
                <a:cubicBezTo>
                  <a:pt x="348456" y="307517"/>
                  <a:pt x="342591" y="320567"/>
                  <a:pt x="332437" y="329626"/>
                </a:cubicBezTo>
                <a:lnTo>
                  <a:pt x="317885" y="342622"/>
                </a:lnTo>
                <a:cubicBezTo>
                  <a:pt x="312021" y="347853"/>
                  <a:pt x="308654" y="355349"/>
                  <a:pt x="308654" y="363222"/>
                </a:cubicBezTo>
                <a:lnTo>
                  <a:pt x="308654" y="762756"/>
                </a:lnTo>
                <a:lnTo>
                  <a:pt x="328093" y="762756"/>
                </a:lnTo>
                <a:lnTo>
                  <a:pt x="328093" y="439527"/>
                </a:lnTo>
                <a:cubicBezTo>
                  <a:pt x="328093" y="425937"/>
                  <a:pt x="333958" y="412887"/>
                  <a:pt x="344112" y="403828"/>
                </a:cubicBezTo>
                <a:lnTo>
                  <a:pt x="404276" y="350064"/>
                </a:lnTo>
                <a:cubicBezTo>
                  <a:pt x="410140" y="344833"/>
                  <a:pt x="413507" y="337338"/>
                  <a:pt x="413507" y="329465"/>
                </a:cubicBezTo>
                <a:lnTo>
                  <a:pt x="413507" y="269661"/>
                </a:lnTo>
                <a:cubicBezTo>
                  <a:pt x="395642" y="265132"/>
                  <a:pt x="382393" y="249062"/>
                  <a:pt x="382393" y="229918"/>
                </a:cubicBezTo>
                <a:cubicBezTo>
                  <a:pt x="382393" y="207270"/>
                  <a:pt x="400909" y="188881"/>
                  <a:pt x="423715" y="188881"/>
                </a:cubicBezTo>
                <a:cubicBezTo>
                  <a:pt x="446521" y="188881"/>
                  <a:pt x="465038" y="207270"/>
                  <a:pt x="465038" y="229918"/>
                </a:cubicBezTo>
                <a:cubicBezTo>
                  <a:pt x="465038" y="249062"/>
                  <a:pt x="451789" y="265078"/>
                  <a:pt x="433924" y="269661"/>
                </a:cubicBezTo>
                <a:lnTo>
                  <a:pt x="433924" y="329465"/>
                </a:lnTo>
                <a:cubicBezTo>
                  <a:pt x="433924" y="343054"/>
                  <a:pt x="428059" y="356104"/>
                  <a:pt x="417905" y="365163"/>
                </a:cubicBezTo>
                <a:lnTo>
                  <a:pt x="357741" y="418873"/>
                </a:lnTo>
                <a:cubicBezTo>
                  <a:pt x="351877" y="424104"/>
                  <a:pt x="348510" y="431599"/>
                  <a:pt x="348510" y="439473"/>
                </a:cubicBezTo>
                <a:lnTo>
                  <a:pt x="348510" y="762702"/>
                </a:lnTo>
                <a:lnTo>
                  <a:pt x="367949" y="762702"/>
                </a:lnTo>
                <a:lnTo>
                  <a:pt x="367949" y="528396"/>
                </a:lnTo>
                <a:cubicBezTo>
                  <a:pt x="367949" y="514806"/>
                  <a:pt x="373814" y="501756"/>
                  <a:pt x="383968" y="492697"/>
                </a:cubicBezTo>
                <a:lnTo>
                  <a:pt x="489744" y="398220"/>
                </a:lnTo>
                <a:cubicBezTo>
                  <a:pt x="495609" y="392989"/>
                  <a:pt x="498975" y="385493"/>
                  <a:pt x="498975" y="377620"/>
                </a:cubicBezTo>
                <a:lnTo>
                  <a:pt x="498975" y="354648"/>
                </a:lnTo>
                <a:cubicBezTo>
                  <a:pt x="481110" y="350118"/>
                  <a:pt x="467861" y="334048"/>
                  <a:pt x="467861" y="314905"/>
                </a:cubicBezTo>
                <a:cubicBezTo>
                  <a:pt x="467861" y="292256"/>
                  <a:pt x="486378" y="273868"/>
                  <a:pt x="509184" y="273868"/>
                </a:cubicBezTo>
                <a:cubicBezTo>
                  <a:pt x="531990" y="273868"/>
                  <a:pt x="550506" y="292256"/>
                  <a:pt x="550506" y="314905"/>
                </a:cubicBezTo>
                <a:cubicBezTo>
                  <a:pt x="550506" y="334048"/>
                  <a:pt x="537257" y="350064"/>
                  <a:pt x="519392" y="354648"/>
                </a:cubicBezTo>
                <a:lnTo>
                  <a:pt x="519392" y="377620"/>
                </a:lnTo>
                <a:cubicBezTo>
                  <a:pt x="519392" y="391209"/>
                  <a:pt x="513528" y="404259"/>
                  <a:pt x="503373" y="413319"/>
                </a:cubicBezTo>
                <a:lnTo>
                  <a:pt x="397597" y="507796"/>
                </a:lnTo>
                <a:cubicBezTo>
                  <a:pt x="391733" y="513027"/>
                  <a:pt x="388366" y="520523"/>
                  <a:pt x="388366" y="528396"/>
                </a:cubicBezTo>
                <a:lnTo>
                  <a:pt x="388366" y="762702"/>
                </a:lnTo>
                <a:lnTo>
                  <a:pt x="473291" y="762702"/>
                </a:lnTo>
                <a:cubicBezTo>
                  <a:pt x="473291" y="762702"/>
                  <a:pt x="468404" y="682946"/>
                  <a:pt x="473889" y="662886"/>
                </a:cubicBezTo>
                <a:cubicBezTo>
                  <a:pt x="483663" y="627079"/>
                  <a:pt x="557673" y="637972"/>
                  <a:pt x="596281" y="633874"/>
                </a:cubicBezTo>
                <a:cubicBezTo>
                  <a:pt x="625331" y="630746"/>
                  <a:pt x="638092" y="614569"/>
                  <a:pt x="638092" y="589655"/>
                </a:cubicBezTo>
                <a:cubicBezTo>
                  <a:pt x="638092" y="567168"/>
                  <a:pt x="636517" y="478407"/>
                  <a:pt x="638092" y="473877"/>
                </a:cubicBezTo>
                <a:cubicBezTo>
                  <a:pt x="642164" y="462283"/>
                  <a:pt x="651775" y="462984"/>
                  <a:pt x="681966" y="457484"/>
                </a:cubicBezTo>
                <a:cubicBezTo>
                  <a:pt x="708681" y="452630"/>
                  <a:pt x="708844" y="439742"/>
                  <a:pt x="695378" y="421947"/>
                </a:cubicBezTo>
                <a:close/>
              </a:path>
            </a:pathLst>
          </a:custGeom>
          <a:solidFill>
            <a:schemeClr val="lt1"/>
          </a:solidFill>
          <a:ln>
            <a:noFill/>
          </a:ln>
        </p:spPr>
        <p:txBody>
          <a:bodyPr spcFirstLastPara="1" wrap="square" lIns="121800" tIns="60900" rIns="121800" bIns="60900" anchor="ctr"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p:txBody>
      </p:sp>
      <p:grpSp>
        <p:nvGrpSpPr>
          <p:cNvPr id="1937" name="Google Shape;1937;p11"/>
          <p:cNvGrpSpPr/>
          <p:nvPr/>
        </p:nvGrpSpPr>
        <p:grpSpPr>
          <a:xfrm>
            <a:off x="4754548" y="3170983"/>
            <a:ext cx="441900" cy="441900"/>
            <a:chOff x="4754548" y="4999783"/>
            <a:chExt cx="441900" cy="441900"/>
          </a:xfrm>
        </p:grpSpPr>
        <p:sp>
          <p:nvSpPr>
            <p:cNvPr id="1938" name="Google Shape;1938;p11"/>
            <p:cNvSpPr/>
            <p:nvPr/>
          </p:nvSpPr>
          <p:spPr>
            <a:xfrm>
              <a:off x="4754548" y="4999783"/>
              <a:ext cx="441900" cy="441900"/>
            </a:xfrm>
            <a:prstGeom prst="ellipse">
              <a:avLst/>
            </a:prstGeom>
            <a:gradFill>
              <a:gsLst>
                <a:gs pos="0">
                  <a:schemeClr val="accent2"/>
                </a:gs>
                <a:gs pos="100000">
                  <a:schemeClr val="accent3"/>
                </a:gs>
              </a:gsLst>
              <a:lin ang="18900044" scaled="0"/>
            </a:gradFill>
            <a:ln>
              <a:noFill/>
            </a:ln>
          </p:spPr>
          <p:txBody>
            <a:bodyPr spcFirstLastPara="1" wrap="square" lIns="91325" tIns="45650" rIns="91325" bIns="45650" anchor="ctr"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chemeClr val="dk1"/>
                </a:solidFill>
                <a:latin typeface="Arial"/>
                <a:ea typeface="Arial"/>
                <a:cs typeface="Arial"/>
                <a:sym typeface="Arial"/>
              </a:endParaRPr>
            </a:p>
          </p:txBody>
        </p:sp>
        <p:pic>
          <p:nvPicPr>
            <p:cNvPr id="1939" name="Google Shape;1939;p11"/>
            <p:cNvPicPr preferRelativeResize="0"/>
            <p:nvPr/>
          </p:nvPicPr>
          <p:blipFill rotWithShape="1">
            <a:blip r:embed="rId3">
              <a:alphaModFix/>
            </a:blip>
            <a:srcRect/>
            <a:stretch/>
          </p:blipFill>
          <p:spPr>
            <a:xfrm>
              <a:off x="4839877" y="5091575"/>
              <a:ext cx="269740" cy="269718"/>
            </a:xfrm>
            <a:prstGeom prst="rect">
              <a:avLst/>
            </a:prstGeom>
            <a:noFill/>
            <a:ln>
              <a:noFill/>
            </a:ln>
          </p:spPr>
        </p:pic>
      </p:grpSp>
      <p:sp>
        <p:nvSpPr>
          <p:cNvPr id="1940" name="Google Shape;1940;p11"/>
          <p:cNvSpPr/>
          <p:nvPr/>
        </p:nvSpPr>
        <p:spPr>
          <a:xfrm>
            <a:off x="8408015" y="2992365"/>
            <a:ext cx="3052500" cy="2627100"/>
          </a:xfrm>
          <a:prstGeom prst="roundRect">
            <a:avLst>
              <a:gd name="adj" fmla="val 3181"/>
            </a:avLst>
          </a:prstGeom>
          <a:gradFill>
            <a:gsLst>
              <a:gs pos="0">
                <a:srgbClr val="027B8C">
                  <a:alpha val="12549"/>
                </a:srgbClr>
              </a:gs>
              <a:gs pos="100000">
                <a:srgbClr val="027B8C">
                  <a:alpha val="0"/>
                </a:srgbClr>
              </a:gs>
            </a:gsLst>
            <a:lin ang="5400012" scaled="0"/>
          </a:gradFill>
          <a:ln>
            <a:noFill/>
          </a:ln>
        </p:spPr>
        <p:txBody>
          <a:bodyPr spcFirstLastPara="1" wrap="square" lIns="91275" tIns="91275" rIns="91275" bIns="91275"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041032"/>
              </a:solidFill>
              <a:latin typeface="Arial"/>
              <a:ea typeface="Arial"/>
              <a:cs typeface="Arial"/>
              <a:sym typeface="Arial"/>
            </a:endParaRPr>
          </a:p>
        </p:txBody>
      </p:sp>
      <p:sp>
        <p:nvSpPr>
          <p:cNvPr id="1941" name="Google Shape;1941;p11"/>
          <p:cNvSpPr/>
          <p:nvPr/>
        </p:nvSpPr>
        <p:spPr>
          <a:xfrm>
            <a:off x="8415877" y="992137"/>
            <a:ext cx="3052500" cy="1986900"/>
          </a:xfrm>
          <a:prstGeom prst="roundRect">
            <a:avLst>
              <a:gd name="adj" fmla="val 3135"/>
            </a:avLst>
          </a:prstGeom>
          <a:gradFill>
            <a:gsLst>
              <a:gs pos="0">
                <a:schemeClr val="accent1"/>
              </a:gs>
              <a:gs pos="51000">
                <a:schemeClr val="accent1"/>
              </a:gs>
              <a:gs pos="100000">
                <a:schemeClr val="accent4"/>
              </a:gs>
            </a:gsLst>
            <a:lin ang="18900044" scaled="0"/>
          </a:gradFill>
          <a:ln>
            <a:noFill/>
          </a:ln>
        </p:spPr>
        <p:txBody>
          <a:bodyPr spcFirstLastPara="1" wrap="square" lIns="91325" tIns="45650" rIns="91325" bIns="45650" anchor="ctr"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rgbClr val="000000"/>
              </a:solidFill>
              <a:latin typeface="Arial"/>
              <a:ea typeface="Arial"/>
              <a:cs typeface="Arial"/>
              <a:sym typeface="Arial"/>
            </a:endParaRPr>
          </a:p>
        </p:txBody>
      </p:sp>
      <p:sp>
        <p:nvSpPr>
          <p:cNvPr id="1942" name="Google Shape;1942;p11"/>
          <p:cNvSpPr txBox="1"/>
          <p:nvPr/>
        </p:nvSpPr>
        <p:spPr>
          <a:xfrm>
            <a:off x="8828744" y="2316987"/>
            <a:ext cx="2225700" cy="554100"/>
          </a:xfrm>
          <a:prstGeom prst="rect">
            <a:avLst/>
          </a:prstGeom>
          <a:noFill/>
          <a:ln>
            <a:noFill/>
          </a:ln>
        </p:spPr>
        <p:txBody>
          <a:bodyPr spcFirstLastPara="1" wrap="square" lIns="0" tIns="0" rIns="0" bIns="0" anchor="t" anchorCtr="0">
            <a:spAutoFit/>
          </a:bodyPr>
          <a:lstStyle/>
          <a:p>
            <a:pPr marL="0" marR="0" lvl="0" indent="0" algn="ctr" rtl="0">
              <a:lnSpc>
                <a:spcPct val="90000"/>
              </a:lnSpc>
              <a:spcBef>
                <a:spcPts val="0"/>
              </a:spcBef>
              <a:spcAft>
                <a:spcPts val="0"/>
              </a:spcAft>
              <a:buClr>
                <a:srgbClr val="000000"/>
              </a:buClr>
              <a:buSzPts val="2000"/>
              <a:buFont typeface="Arial"/>
              <a:buNone/>
            </a:pPr>
            <a:r>
              <a:rPr lang="en-US" sz="2000" b="1" i="0" u="none" strike="noStrike" cap="none">
                <a:solidFill>
                  <a:schemeClr val="lt1"/>
                </a:solidFill>
                <a:latin typeface="Arial"/>
                <a:ea typeface="Arial"/>
                <a:cs typeface="Arial"/>
                <a:sym typeface="Arial"/>
              </a:rPr>
              <a:t>Security </a:t>
            </a:r>
            <a:br>
              <a:rPr lang="en-US" sz="2000" b="1" i="0" u="none" strike="noStrike" cap="none">
                <a:solidFill>
                  <a:schemeClr val="lt1"/>
                </a:solidFill>
                <a:latin typeface="Arial"/>
                <a:ea typeface="Arial"/>
                <a:cs typeface="Arial"/>
                <a:sym typeface="Arial"/>
              </a:rPr>
            </a:br>
            <a:r>
              <a:rPr lang="en-US" sz="2000" b="1" i="0" u="none" strike="noStrike" cap="none">
                <a:solidFill>
                  <a:schemeClr val="lt1"/>
                </a:solidFill>
                <a:latin typeface="Arial"/>
                <a:ea typeface="Arial"/>
                <a:cs typeface="Arial"/>
                <a:sym typeface="Arial"/>
              </a:rPr>
              <a:t>Modernization</a:t>
            </a:r>
            <a:endParaRPr sz="2000" b="1" i="0" u="none" strike="noStrike" cap="none">
              <a:solidFill>
                <a:schemeClr val="lt1"/>
              </a:solidFill>
              <a:latin typeface="Arial"/>
              <a:ea typeface="Arial"/>
              <a:cs typeface="Arial"/>
              <a:sym typeface="Arial"/>
            </a:endParaRPr>
          </a:p>
        </p:txBody>
      </p:sp>
      <p:sp>
        <p:nvSpPr>
          <p:cNvPr id="1943" name="Google Shape;1943;p11"/>
          <p:cNvSpPr txBox="1"/>
          <p:nvPr/>
        </p:nvSpPr>
        <p:spPr>
          <a:xfrm>
            <a:off x="9085150" y="3931500"/>
            <a:ext cx="2313300" cy="663300"/>
          </a:xfrm>
          <a:prstGeom prst="rect">
            <a:avLst/>
          </a:prstGeom>
          <a:noFill/>
          <a:ln>
            <a:noFill/>
          </a:ln>
        </p:spPr>
        <p:txBody>
          <a:bodyPr spcFirstLastPara="1" wrap="square" lIns="121800" tIns="60900" rIns="121800" bIns="60900" anchor="t" anchorCtr="0">
            <a:spAutoFit/>
          </a:bodyPr>
          <a:lstStyle/>
          <a:p>
            <a:pPr marL="0" marR="0" lvl="0" indent="0" algn="l" rtl="0">
              <a:lnSpc>
                <a:spcPct val="90000"/>
              </a:lnSpc>
              <a:spcBef>
                <a:spcPts val="0"/>
              </a:spcBef>
              <a:spcAft>
                <a:spcPts val="0"/>
              </a:spcAft>
              <a:buClr>
                <a:srgbClr val="000000"/>
              </a:buClr>
              <a:buSzPts val="1300"/>
              <a:buFont typeface="Arial"/>
              <a:buNone/>
            </a:pPr>
            <a:r>
              <a:rPr lang="en-US" sz="1300" b="0" i="0" u="none" strike="noStrike" cap="none">
                <a:solidFill>
                  <a:schemeClr val="dk2"/>
                </a:solidFill>
                <a:latin typeface="Arial"/>
                <a:ea typeface="Arial"/>
                <a:cs typeface="Arial"/>
                <a:sym typeface="Arial"/>
              </a:rPr>
              <a:t>Bolster lateral security and intrusions prevention/ detection</a:t>
            </a:r>
            <a:endParaRPr sz="1300" b="0" i="0" u="none" strike="noStrike" cap="none">
              <a:solidFill>
                <a:schemeClr val="dk2"/>
              </a:solidFill>
              <a:latin typeface="Arial"/>
              <a:ea typeface="Arial"/>
              <a:cs typeface="Arial"/>
              <a:sym typeface="Arial"/>
            </a:endParaRPr>
          </a:p>
        </p:txBody>
      </p:sp>
      <p:sp>
        <p:nvSpPr>
          <p:cNvPr id="1944" name="Google Shape;1944;p11"/>
          <p:cNvSpPr txBox="1"/>
          <p:nvPr/>
        </p:nvSpPr>
        <p:spPr>
          <a:xfrm>
            <a:off x="9085150" y="4904625"/>
            <a:ext cx="2015400" cy="663300"/>
          </a:xfrm>
          <a:prstGeom prst="rect">
            <a:avLst/>
          </a:prstGeom>
          <a:noFill/>
          <a:ln>
            <a:noFill/>
          </a:ln>
        </p:spPr>
        <p:txBody>
          <a:bodyPr spcFirstLastPara="1" wrap="square" lIns="121800" tIns="60900" rIns="121800" bIns="60900" anchor="t" anchorCtr="0">
            <a:spAutoFit/>
          </a:bodyPr>
          <a:lstStyle/>
          <a:p>
            <a:pPr marL="0" marR="0" lvl="0" indent="0" algn="l" rtl="0">
              <a:lnSpc>
                <a:spcPct val="90000"/>
              </a:lnSpc>
              <a:spcBef>
                <a:spcPts val="0"/>
              </a:spcBef>
              <a:spcAft>
                <a:spcPts val="0"/>
              </a:spcAft>
              <a:buClr>
                <a:srgbClr val="000000"/>
              </a:buClr>
              <a:buSzPts val="1300"/>
              <a:buFont typeface="Arial"/>
              <a:buNone/>
            </a:pPr>
            <a:r>
              <a:rPr lang="en-US" sz="1300" b="0" i="0" u="none" strike="noStrike" cap="none">
                <a:solidFill>
                  <a:schemeClr val="dk2"/>
                </a:solidFill>
                <a:latin typeface="Arial"/>
                <a:ea typeface="Arial"/>
                <a:cs typeface="Arial"/>
                <a:sym typeface="Arial"/>
              </a:rPr>
              <a:t>Accelerate recovery from ransomware and other disasters</a:t>
            </a:r>
            <a:endParaRPr sz="1300" b="0" i="0" u="none" strike="noStrike" cap="none">
              <a:solidFill>
                <a:schemeClr val="dk2"/>
              </a:solidFill>
              <a:latin typeface="Arial"/>
              <a:ea typeface="Arial"/>
              <a:cs typeface="Arial"/>
              <a:sym typeface="Arial"/>
            </a:endParaRPr>
          </a:p>
        </p:txBody>
      </p:sp>
      <p:sp>
        <p:nvSpPr>
          <p:cNvPr id="1945" name="Google Shape;1945;p11"/>
          <p:cNvSpPr txBox="1"/>
          <p:nvPr/>
        </p:nvSpPr>
        <p:spPr>
          <a:xfrm>
            <a:off x="9032050" y="3164625"/>
            <a:ext cx="2313300" cy="483300"/>
          </a:xfrm>
          <a:prstGeom prst="rect">
            <a:avLst/>
          </a:prstGeom>
          <a:noFill/>
          <a:ln>
            <a:noFill/>
          </a:ln>
        </p:spPr>
        <p:txBody>
          <a:bodyPr spcFirstLastPara="1" wrap="square" lIns="121800" tIns="60900" rIns="121800" bIns="60900" anchor="t" anchorCtr="0">
            <a:spAutoFit/>
          </a:bodyPr>
          <a:lstStyle/>
          <a:p>
            <a:pPr marL="0" marR="0" lvl="0" indent="0" algn="l" rtl="0">
              <a:lnSpc>
                <a:spcPct val="90000"/>
              </a:lnSpc>
              <a:spcBef>
                <a:spcPts val="0"/>
              </a:spcBef>
              <a:spcAft>
                <a:spcPts val="0"/>
              </a:spcAft>
              <a:buClr>
                <a:srgbClr val="000000"/>
              </a:buClr>
              <a:buSzPts val="1300"/>
              <a:buFont typeface="Arial"/>
              <a:buNone/>
            </a:pPr>
            <a:r>
              <a:rPr lang="en-US" sz="1300" b="0" i="0" u="none" strike="noStrike" cap="none">
                <a:solidFill>
                  <a:schemeClr val="dk2"/>
                </a:solidFill>
                <a:latin typeface="Arial"/>
                <a:ea typeface="Arial"/>
                <a:cs typeface="Arial"/>
                <a:sym typeface="Arial"/>
              </a:rPr>
              <a:t>Strengthen compliance and harden infrastructure</a:t>
            </a:r>
            <a:endParaRPr sz="1300" b="0" i="0" u="none" strike="noStrike" cap="none">
              <a:solidFill>
                <a:schemeClr val="dk2"/>
              </a:solidFill>
              <a:latin typeface="Arial"/>
              <a:ea typeface="Arial"/>
              <a:cs typeface="Arial"/>
              <a:sym typeface="Arial"/>
            </a:endParaRPr>
          </a:p>
        </p:txBody>
      </p:sp>
      <p:cxnSp>
        <p:nvCxnSpPr>
          <p:cNvPr id="1946" name="Google Shape;1946;p11"/>
          <p:cNvCxnSpPr/>
          <p:nvPr/>
        </p:nvCxnSpPr>
        <p:spPr>
          <a:xfrm rot="10800000" flipH="1">
            <a:off x="8408015" y="3861209"/>
            <a:ext cx="3050700" cy="5700"/>
          </a:xfrm>
          <a:prstGeom prst="straightConnector1">
            <a:avLst/>
          </a:prstGeom>
          <a:noFill/>
          <a:ln w="9525" cap="flat" cmpd="sng">
            <a:solidFill>
              <a:srgbClr val="62A60C"/>
            </a:solidFill>
            <a:prstDash val="solid"/>
            <a:round/>
            <a:headEnd type="none" w="sm" len="sm"/>
            <a:tailEnd type="none" w="sm" len="sm"/>
          </a:ln>
        </p:spPr>
      </p:cxnSp>
      <p:cxnSp>
        <p:nvCxnSpPr>
          <p:cNvPr id="1947" name="Google Shape;1947;p11"/>
          <p:cNvCxnSpPr/>
          <p:nvPr/>
        </p:nvCxnSpPr>
        <p:spPr>
          <a:xfrm rot="10800000" flipH="1">
            <a:off x="8408016" y="4740459"/>
            <a:ext cx="3054000" cy="5700"/>
          </a:xfrm>
          <a:prstGeom prst="straightConnector1">
            <a:avLst/>
          </a:prstGeom>
          <a:noFill/>
          <a:ln w="9525" cap="flat" cmpd="sng">
            <a:solidFill>
              <a:srgbClr val="62A60C"/>
            </a:solidFill>
            <a:prstDash val="solid"/>
            <a:round/>
            <a:headEnd type="none" w="sm" len="sm"/>
            <a:tailEnd type="none" w="sm" len="sm"/>
          </a:ln>
        </p:spPr>
      </p:cxnSp>
      <p:grpSp>
        <p:nvGrpSpPr>
          <p:cNvPr id="1948" name="Google Shape;1948;p11"/>
          <p:cNvGrpSpPr/>
          <p:nvPr/>
        </p:nvGrpSpPr>
        <p:grpSpPr>
          <a:xfrm>
            <a:off x="8610485" y="4915505"/>
            <a:ext cx="441900" cy="441900"/>
            <a:chOff x="8610485" y="4077305"/>
            <a:chExt cx="441900" cy="441900"/>
          </a:xfrm>
        </p:grpSpPr>
        <p:sp>
          <p:nvSpPr>
            <p:cNvPr id="1949" name="Google Shape;1949;p11"/>
            <p:cNvSpPr/>
            <p:nvPr/>
          </p:nvSpPr>
          <p:spPr>
            <a:xfrm>
              <a:off x="8610485" y="4077305"/>
              <a:ext cx="441900" cy="441900"/>
            </a:xfrm>
            <a:prstGeom prst="ellipse">
              <a:avLst/>
            </a:prstGeom>
            <a:gradFill>
              <a:gsLst>
                <a:gs pos="0">
                  <a:schemeClr val="accent1"/>
                </a:gs>
                <a:gs pos="51000">
                  <a:schemeClr val="accent1"/>
                </a:gs>
                <a:gs pos="100000">
                  <a:schemeClr val="accent4"/>
                </a:gs>
              </a:gsLst>
              <a:lin ang="18900044" scaled="0"/>
            </a:gradFill>
            <a:ln>
              <a:noFill/>
            </a:ln>
          </p:spPr>
          <p:txBody>
            <a:bodyPr spcFirstLastPara="1" wrap="square" lIns="91325" tIns="45650" rIns="91325" bIns="45650" anchor="ctr"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chemeClr val="dk1"/>
                </a:solidFill>
                <a:latin typeface="Arial"/>
                <a:ea typeface="Arial"/>
                <a:cs typeface="Arial"/>
                <a:sym typeface="Arial"/>
              </a:endParaRPr>
            </a:p>
          </p:txBody>
        </p:sp>
        <p:pic>
          <p:nvPicPr>
            <p:cNvPr id="1950" name="Google Shape;1950;p11"/>
            <p:cNvPicPr preferRelativeResize="0"/>
            <p:nvPr/>
          </p:nvPicPr>
          <p:blipFill rotWithShape="1">
            <a:blip r:embed="rId4">
              <a:alphaModFix/>
            </a:blip>
            <a:srcRect/>
            <a:stretch/>
          </p:blipFill>
          <p:spPr>
            <a:xfrm>
              <a:off x="8681148" y="4155380"/>
              <a:ext cx="300726" cy="300726"/>
            </a:xfrm>
            <a:prstGeom prst="rect">
              <a:avLst/>
            </a:prstGeom>
            <a:noFill/>
            <a:ln>
              <a:noFill/>
            </a:ln>
          </p:spPr>
        </p:pic>
      </p:grpSp>
      <p:grpSp>
        <p:nvGrpSpPr>
          <p:cNvPr id="1951" name="Google Shape;1951;p11"/>
          <p:cNvGrpSpPr/>
          <p:nvPr/>
        </p:nvGrpSpPr>
        <p:grpSpPr>
          <a:xfrm>
            <a:off x="8564360" y="3262483"/>
            <a:ext cx="441900" cy="441900"/>
            <a:chOff x="8610485" y="4999783"/>
            <a:chExt cx="441900" cy="441900"/>
          </a:xfrm>
        </p:grpSpPr>
        <p:sp>
          <p:nvSpPr>
            <p:cNvPr id="1952" name="Google Shape;1952;p11"/>
            <p:cNvSpPr/>
            <p:nvPr/>
          </p:nvSpPr>
          <p:spPr>
            <a:xfrm>
              <a:off x="8610485" y="4999783"/>
              <a:ext cx="441900" cy="441900"/>
            </a:xfrm>
            <a:prstGeom prst="ellipse">
              <a:avLst/>
            </a:prstGeom>
            <a:gradFill>
              <a:gsLst>
                <a:gs pos="0">
                  <a:schemeClr val="accent1"/>
                </a:gs>
                <a:gs pos="51000">
                  <a:schemeClr val="accent1"/>
                </a:gs>
                <a:gs pos="100000">
                  <a:schemeClr val="accent4"/>
                </a:gs>
              </a:gsLst>
              <a:lin ang="18900044" scaled="0"/>
            </a:gradFill>
            <a:ln>
              <a:noFill/>
            </a:ln>
          </p:spPr>
          <p:txBody>
            <a:bodyPr spcFirstLastPara="1" wrap="square" lIns="91325" tIns="45650" rIns="91325" bIns="45650" anchor="ctr"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chemeClr val="dk1"/>
                </a:solidFill>
                <a:latin typeface="Arial"/>
                <a:ea typeface="Arial"/>
                <a:cs typeface="Arial"/>
                <a:sym typeface="Arial"/>
              </a:endParaRPr>
            </a:p>
          </p:txBody>
        </p:sp>
        <p:pic>
          <p:nvPicPr>
            <p:cNvPr id="1953" name="Google Shape;1953;p11"/>
            <p:cNvPicPr preferRelativeResize="0"/>
            <p:nvPr/>
          </p:nvPicPr>
          <p:blipFill rotWithShape="1">
            <a:blip r:embed="rId5">
              <a:alphaModFix/>
            </a:blip>
            <a:srcRect/>
            <a:stretch/>
          </p:blipFill>
          <p:spPr>
            <a:xfrm>
              <a:off x="8714229" y="5112749"/>
              <a:ext cx="248574" cy="248574"/>
            </a:xfrm>
            <a:prstGeom prst="rect">
              <a:avLst/>
            </a:prstGeom>
            <a:noFill/>
            <a:ln>
              <a:noFill/>
            </a:ln>
          </p:spPr>
        </p:pic>
      </p:grpSp>
      <p:sp>
        <p:nvSpPr>
          <p:cNvPr id="1954" name="Google Shape;1954;p11"/>
          <p:cNvSpPr/>
          <p:nvPr/>
        </p:nvSpPr>
        <p:spPr>
          <a:xfrm>
            <a:off x="8610485" y="4105547"/>
            <a:ext cx="441900" cy="441900"/>
          </a:xfrm>
          <a:prstGeom prst="ellipse">
            <a:avLst/>
          </a:prstGeom>
          <a:gradFill>
            <a:gsLst>
              <a:gs pos="0">
                <a:schemeClr val="accent1"/>
              </a:gs>
              <a:gs pos="51000">
                <a:schemeClr val="accent1"/>
              </a:gs>
              <a:gs pos="100000">
                <a:schemeClr val="accent4"/>
              </a:gs>
            </a:gsLst>
            <a:lin ang="18900044" scaled="0"/>
          </a:gradFill>
          <a:ln>
            <a:noFill/>
          </a:ln>
        </p:spPr>
        <p:txBody>
          <a:bodyPr spcFirstLastPara="1" wrap="square" lIns="91325" tIns="45650" rIns="91325" bIns="45650" anchor="ctr"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chemeClr val="dk1"/>
              </a:solidFill>
              <a:latin typeface="Arial"/>
              <a:ea typeface="Arial"/>
              <a:cs typeface="Arial"/>
              <a:sym typeface="Arial"/>
            </a:endParaRPr>
          </a:p>
        </p:txBody>
      </p:sp>
      <p:pic>
        <p:nvPicPr>
          <p:cNvPr id="1955" name="Google Shape;1955;p11"/>
          <p:cNvPicPr preferRelativeResize="0"/>
          <p:nvPr/>
        </p:nvPicPr>
        <p:blipFill rotWithShape="1">
          <a:blip r:embed="rId6">
            <a:alphaModFix/>
          </a:blip>
          <a:srcRect/>
          <a:stretch/>
        </p:blipFill>
        <p:spPr>
          <a:xfrm>
            <a:off x="8696566" y="4191628"/>
            <a:ext cx="269739" cy="269739"/>
          </a:xfrm>
          <a:prstGeom prst="rect">
            <a:avLst/>
          </a:prstGeom>
          <a:noFill/>
          <a:ln>
            <a:noFill/>
          </a:ln>
        </p:spPr>
      </p:pic>
      <p:sp>
        <p:nvSpPr>
          <p:cNvPr id="1956" name="Google Shape;1956;p11"/>
          <p:cNvSpPr/>
          <p:nvPr/>
        </p:nvSpPr>
        <p:spPr>
          <a:xfrm>
            <a:off x="693360" y="2992365"/>
            <a:ext cx="3111900" cy="2627100"/>
          </a:xfrm>
          <a:prstGeom prst="roundRect">
            <a:avLst>
              <a:gd name="adj" fmla="val 2522"/>
            </a:avLst>
          </a:prstGeom>
          <a:gradFill>
            <a:gsLst>
              <a:gs pos="0">
                <a:srgbClr val="6C4B93">
                  <a:alpha val="12941"/>
                </a:srgbClr>
              </a:gs>
              <a:gs pos="100000">
                <a:srgbClr val="6C4B93">
                  <a:alpha val="0"/>
                </a:srgbClr>
              </a:gs>
            </a:gsLst>
            <a:lin ang="5400012" scaled="0"/>
          </a:gradFill>
          <a:ln>
            <a:noFill/>
          </a:ln>
        </p:spPr>
        <p:txBody>
          <a:bodyPr spcFirstLastPara="1" wrap="square" lIns="91275" tIns="91275" rIns="91275" bIns="91275"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041032"/>
              </a:solidFill>
              <a:latin typeface="Arial"/>
              <a:ea typeface="Arial"/>
              <a:cs typeface="Arial"/>
              <a:sym typeface="Arial"/>
            </a:endParaRPr>
          </a:p>
        </p:txBody>
      </p:sp>
      <p:sp>
        <p:nvSpPr>
          <p:cNvPr id="1957" name="Google Shape;1957;p11"/>
          <p:cNvSpPr/>
          <p:nvPr/>
        </p:nvSpPr>
        <p:spPr>
          <a:xfrm>
            <a:off x="693360" y="992137"/>
            <a:ext cx="3111900" cy="1986900"/>
          </a:xfrm>
          <a:prstGeom prst="roundRect">
            <a:avLst>
              <a:gd name="adj" fmla="val 3467"/>
            </a:avLst>
          </a:prstGeom>
          <a:gradFill>
            <a:gsLst>
              <a:gs pos="0">
                <a:schemeClr val="accent2"/>
              </a:gs>
              <a:gs pos="85000">
                <a:schemeClr val="accent5"/>
              </a:gs>
              <a:gs pos="100000">
                <a:schemeClr val="accent5"/>
              </a:gs>
            </a:gsLst>
            <a:lin ang="18900044" scaled="0"/>
          </a:gradFill>
          <a:ln>
            <a:noFill/>
          </a:ln>
        </p:spPr>
        <p:txBody>
          <a:bodyPr spcFirstLastPara="1" wrap="square" lIns="91275" tIns="45650" rIns="91275" bIns="4565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FFFFFF"/>
              </a:solidFill>
              <a:latin typeface="Arial"/>
              <a:ea typeface="Arial"/>
              <a:cs typeface="Arial"/>
              <a:sym typeface="Arial"/>
            </a:endParaRPr>
          </a:p>
        </p:txBody>
      </p:sp>
      <p:sp>
        <p:nvSpPr>
          <p:cNvPr id="1958" name="Google Shape;1958;p11"/>
          <p:cNvSpPr txBox="1"/>
          <p:nvPr/>
        </p:nvSpPr>
        <p:spPr>
          <a:xfrm>
            <a:off x="1088357" y="2345048"/>
            <a:ext cx="2420700" cy="554100"/>
          </a:xfrm>
          <a:prstGeom prst="rect">
            <a:avLst/>
          </a:prstGeom>
          <a:noFill/>
          <a:ln>
            <a:noFill/>
          </a:ln>
        </p:spPr>
        <p:txBody>
          <a:bodyPr spcFirstLastPara="1" wrap="square" lIns="0" tIns="0" rIns="0" bIns="0" anchor="t" anchorCtr="0">
            <a:spAutoFit/>
          </a:bodyPr>
          <a:lstStyle/>
          <a:p>
            <a:pPr marL="0" marR="0" lvl="0" indent="0" algn="ctr" rtl="0">
              <a:lnSpc>
                <a:spcPct val="90000"/>
              </a:lnSpc>
              <a:spcBef>
                <a:spcPts val="0"/>
              </a:spcBef>
              <a:spcAft>
                <a:spcPts val="0"/>
              </a:spcAft>
              <a:buClr>
                <a:srgbClr val="000000"/>
              </a:buClr>
              <a:buSzPts val="2000"/>
              <a:buFont typeface="Arial"/>
              <a:buNone/>
            </a:pPr>
            <a:r>
              <a:rPr lang="en-US" sz="2000" b="1" i="0" u="none" strike="noStrike" cap="none">
                <a:solidFill>
                  <a:schemeClr val="lt1"/>
                </a:solidFill>
                <a:latin typeface="Arial"/>
                <a:ea typeface="Arial"/>
                <a:cs typeface="Arial"/>
                <a:sym typeface="Arial"/>
              </a:rPr>
              <a:t>Infrastructure Modernization</a:t>
            </a:r>
            <a:endParaRPr sz="2000" b="1" i="0" u="none" strike="noStrike" cap="none">
              <a:solidFill>
                <a:schemeClr val="lt1"/>
              </a:solidFill>
              <a:latin typeface="Arial"/>
              <a:ea typeface="Arial"/>
              <a:cs typeface="Arial"/>
              <a:sym typeface="Arial"/>
            </a:endParaRPr>
          </a:p>
        </p:txBody>
      </p:sp>
      <p:sp>
        <p:nvSpPr>
          <p:cNvPr id="1959" name="Google Shape;1959;p11"/>
          <p:cNvSpPr txBox="1"/>
          <p:nvPr/>
        </p:nvSpPr>
        <p:spPr>
          <a:xfrm>
            <a:off x="1361610" y="3064317"/>
            <a:ext cx="2348100" cy="723300"/>
          </a:xfrm>
          <a:prstGeom prst="rect">
            <a:avLst/>
          </a:prstGeom>
          <a:noFill/>
          <a:ln>
            <a:noFill/>
          </a:ln>
        </p:spPr>
        <p:txBody>
          <a:bodyPr spcFirstLastPara="1" wrap="square" lIns="121800" tIns="60900" rIns="121800" bIns="60900" anchor="t" anchorCtr="0">
            <a:spAutoFit/>
          </a:bodyPr>
          <a:lstStyle/>
          <a:p>
            <a:pPr marL="0" marR="0" lvl="0" indent="0" algn="l" rtl="0">
              <a:lnSpc>
                <a:spcPct val="100000"/>
              </a:lnSpc>
              <a:spcBef>
                <a:spcPts val="0"/>
              </a:spcBef>
              <a:spcAft>
                <a:spcPts val="0"/>
              </a:spcAft>
              <a:buClr>
                <a:srgbClr val="000000"/>
              </a:buClr>
              <a:buSzPts val="1300"/>
              <a:buFont typeface="Arial"/>
              <a:buNone/>
            </a:pPr>
            <a:r>
              <a:rPr lang="en-US" sz="1300" b="0" i="0" u="none" strike="noStrike" cap="none">
                <a:solidFill>
                  <a:schemeClr val="dk2"/>
                </a:solidFill>
                <a:latin typeface="Arial"/>
                <a:ea typeface="Arial"/>
                <a:cs typeface="Arial"/>
                <a:sym typeface="Arial"/>
              </a:rPr>
              <a:t>Build and deploy private cloud infrastructure on-premises</a:t>
            </a:r>
            <a:endParaRPr sz="1900" b="0" i="0" u="none" strike="noStrike" cap="none">
              <a:solidFill>
                <a:schemeClr val="dk2"/>
              </a:solidFill>
              <a:latin typeface="Arial"/>
              <a:ea typeface="Arial"/>
              <a:cs typeface="Arial"/>
              <a:sym typeface="Arial"/>
            </a:endParaRPr>
          </a:p>
        </p:txBody>
      </p:sp>
      <p:sp>
        <p:nvSpPr>
          <p:cNvPr id="1960" name="Google Shape;1960;p11"/>
          <p:cNvSpPr/>
          <p:nvPr/>
        </p:nvSpPr>
        <p:spPr>
          <a:xfrm>
            <a:off x="905135" y="3191110"/>
            <a:ext cx="442200" cy="442500"/>
          </a:xfrm>
          <a:prstGeom prst="ellipse">
            <a:avLst/>
          </a:prstGeom>
          <a:gradFill>
            <a:gsLst>
              <a:gs pos="0">
                <a:schemeClr val="accent5"/>
              </a:gs>
              <a:gs pos="29000">
                <a:schemeClr val="accent5"/>
              </a:gs>
              <a:gs pos="100000">
                <a:schemeClr val="accent2"/>
              </a:gs>
            </a:gsLst>
            <a:lin ang="8100019" scaled="0"/>
          </a:gradFill>
          <a:ln>
            <a:noFill/>
          </a:ln>
        </p:spPr>
        <p:txBody>
          <a:bodyPr spcFirstLastPara="1" wrap="square" lIns="91275" tIns="45650" rIns="91275" bIns="4565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FFFFFF"/>
              </a:solidFill>
              <a:latin typeface="Arial"/>
              <a:ea typeface="Arial"/>
              <a:cs typeface="Arial"/>
              <a:sym typeface="Arial"/>
            </a:endParaRPr>
          </a:p>
        </p:txBody>
      </p:sp>
      <p:sp>
        <p:nvSpPr>
          <p:cNvPr id="1961" name="Google Shape;1961;p11"/>
          <p:cNvSpPr txBox="1"/>
          <p:nvPr/>
        </p:nvSpPr>
        <p:spPr>
          <a:xfrm>
            <a:off x="1361596" y="4055660"/>
            <a:ext cx="2147100" cy="483300"/>
          </a:xfrm>
          <a:prstGeom prst="rect">
            <a:avLst/>
          </a:prstGeom>
          <a:noFill/>
          <a:ln>
            <a:noFill/>
          </a:ln>
        </p:spPr>
        <p:txBody>
          <a:bodyPr spcFirstLastPara="1" wrap="square" lIns="121800" tIns="60900" rIns="121800" bIns="60900" anchor="t" anchorCtr="0">
            <a:spAutoFit/>
          </a:bodyPr>
          <a:lstStyle/>
          <a:p>
            <a:pPr marL="0" marR="0" lvl="0" indent="0" algn="l" rtl="0">
              <a:lnSpc>
                <a:spcPct val="90000"/>
              </a:lnSpc>
              <a:spcBef>
                <a:spcPts val="0"/>
              </a:spcBef>
              <a:spcAft>
                <a:spcPts val="0"/>
              </a:spcAft>
              <a:buClr>
                <a:srgbClr val="000000"/>
              </a:buClr>
              <a:buSzPts val="1300"/>
              <a:buFont typeface="Arial"/>
              <a:buNone/>
            </a:pPr>
            <a:r>
              <a:rPr lang="en-US" sz="1300" b="0" i="0" u="none" strike="noStrike" cap="none">
                <a:solidFill>
                  <a:schemeClr val="dk2"/>
                </a:solidFill>
                <a:latin typeface="Arial"/>
                <a:ea typeface="Arial"/>
                <a:cs typeface="Arial"/>
                <a:sym typeface="Arial"/>
              </a:rPr>
              <a:t>Optimize infrastructure and operations </a:t>
            </a:r>
            <a:endParaRPr sz="1300" b="0" i="0" u="none" strike="noStrike" cap="none">
              <a:solidFill>
                <a:schemeClr val="dk2"/>
              </a:solidFill>
              <a:latin typeface="Arial"/>
              <a:ea typeface="Arial"/>
              <a:cs typeface="Arial"/>
              <a:sym typeface="Arial"/>
            </a:endParaRPr>
          </a:p>
        </p:txBody>
      </p:sp>
      <p:sp>
        <p:nvSpPr>
          <p:cNvPr id="1962" name="Google Shape;1962;p11"/>
          <p:cNvSpPr txBox="1"/>
          <p:nvPr/>
        </p:nvSpPr>
        <p:spPr>
          <a:xfrm>
            <a:off x="1355873" y="5002350"/>
            <a:ext cx="2147100" cy="663300"/>
          </a:xfrm>
          <a:prstGeom prst="rect">
            <a:avLst/>
          </a:prstGeom>
          <a:noFill/>
          <a:ln>
            <a:noFill/>
          </a:ln>
        </p:spPr>
        <p:txBody>
          <a:bodyPr spcFirstLastPara="1" wrap="square" lIns="121800" tIns="60900" rIns="121800" bIns="60900" anchor="t" anchorCtr="0">
            <a:spAutoFit/>
          </a:bodyPr>
          <a:lstStyle/>
          <a:p>
            <a:pPr marL="0" marR="0" lvl="0" indent="0" algn="l" rtl="0">
              <a:lnSpc>
                <a:spcPct val="90000"/>
              </a:lnSpc>
              <a:spcBef>
                <a:spcPts val="0"/>
              </a:spcBef>
              <a:spcAft>
                <a:spcPts val="0"/>
              </a:spcAft>
              <a:buClr>
                <a:srgbClr val="000000"/>
              </a:buClr>
              <a:buSzPts val="1300"/>
              <a:buFont typeface="Arial"/>
              <a:buNone/>
            </a:pPr>
            <a:r>
              <a:rPr lang="en-US" sz="1300" b="0" i="0" u="none" strike="noStrike" cap="none">
                <a:solidFill>
                  <a:schemeClr val="dk2"/>
                </a:solidFill>
                <a:latin typeface="Arial"/>
                <a:ea typeface="Arial"/>
                <a:cs typeface="Arial"/>
                <a:sym typeface="Arial"/>
              </a:rPr>
              <a:t>Extend data center to the Edge, public and sovereign clouds</a:t>
            </a:r>
            <a:endParaRPr sz="1300" b="0" i="0" u="none" strike="noStrike" cap="none">
              <a:solidFill>
                <a:schemeClr val="dk2"/>
              </a:solidFill>
              <a:latin typeface="Arial"/>
              <a:ea typeface="Arial"/>
              <a:cs typeface="Arial"/>
              <a:sym typeface="Arial"/>
            </a:endParaRPr>
          </a:p>
        </p:txBody>
      </p:sp>
      <p:sp>
        <p:nvSpPr>
          <p:cNvPr id="1963" name="Google Shape;1963;p11"/>
          <p:cNvSpPr/>
          <p:nvPr/>
        </p:nvSpPr>
        <p:spPr>
          <a:xfrm>
            <a:off x="902300" y="4076147"/>
            <a:ext cx="442200" cy="442500"/>
          </a:xfrm>
          <a:prstGeom prst="ellipse">
            <a:avLst/>
          </a:prstGeom>
          <a:gradFill>
            <a:gsLst>
              <a:gs pos="0">
                <a:schemeClr val="accent5"/>
              </a:gs>
              <a:gs pos="29000">
                <a:schemeClr val="accent5"/>
              </a:gs>
              <a:gs pos="100000">
                <a:schemeClr val="accent2"/>
              </a:gs>
            </a:gsLst>
            <a:lin ang="8100019" scaled="0"/>
          </a:gradFill>
          <a:ln>
            <a:noFill/>
          </a:ln>
        </p:spPr>
        <p:txBody>
          <a:bodyPr spcFirstLastPara="1" wrap="square" lIns="91275" tIns="45650" rIns="91275" bIns="4565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FFFFFF"/>
              </a:solidFill>
              <a:latin typeface="Arial"/>
              <a:ea typeface="Arial"/>
              <a:cs typeface="Arial"/>
              <a:sym typeface="Arial"/>
            </a:endParaRPr>
          </a:p>
        </p:txBody>
      </p:sp>
      <p:sp>
        <p:nvSpPr>
          <p:cNvPr id="1964" name="Google Shape;1964;p11"/>
          <p:cNvSpPr/>
          <p:nvPr/>
        </p:nvSpPr>
        <p:spPr>
          <a:xfrm>
            <a:off x="895124" y="4999747"/>
            <a:ext cx="442200" cy="442500"/>
          </a:xfrm>
          <a:prstGeom prst="ellipse">
            <a:avLst/>
          </a:prstGeom>
          <a:gradFill>
            <a:gsLst>
              <a:gs pos="0">
                <a:schemeClr val="accent5"/>
              </a:gs>
              <a:gs pos="29000">
                <a:schemeClr val="accent5"/>
              </a:gs>
              <a:gs pos="100000">
                <a:schemeClr val="accent2"/>
              </a:gs>
            </a:gsLst>
            <a:lin ang="8100019" scaled="0"/>
          </a:gradFill>
          <a:ln>
            <a:noFill/>
          </a:ln>
        </p:spPr>
        <p:txBody>
          <a:bodyPr spcFirstLastPara="1" wrap="square" lIns="91275" tIns="45650" rIns="91275" bIns="4565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FFFFFF"/>
              </a:solidFill>
              <a:latin typeface="Arial"/>
              <a:ea typeface="Arial"/>
              <a:cs typeface="Arial"/>
              <a:sym typeface="Arial"/>
            </a:endParaRPr>
          </a:p>
        </p:txBody>
      </p:sp>
      <p:pic>
        <p:nvPicPr>
          <p:cNvPr id="1965" name="Google Shape;1965;p11"/>
          <p:cNvPicPr preferRelativeResize="0"/>
          <p:nvPr/>
        </p:nvPicPr>
        <p:blipFill rotWithShape="1">
          <a:blip r:embed="rId7">
            <a:alphaModFix/>
          </a:blip>
          <a:srcRect/>
          <a:stretch/>
        </p:blipFill>
        <p:spPr>
          <a:xfrm>
            <a:off x="1006393" y="4167076"/>
            <a:ext cx="244095" cy="244092"/>
          </a:xfrm>
          <a:prstGeom prst="rect">
            <a:avLst/>
          </a:prstGeom>
          <a:noFill/>
          <a:ln>
            <a:noFill/>
          </a:ln>
        </p:spPr>
      </p:pic>
      <p:pic>
        <p:nvPicPr>
          <p:cNvPr id="1966" name="Google Shape;1966;p11"/>
          <p:cNvPicPr preferRelativeResize="0"/>
          <p:nvPr/>
        </p:nvPicPr>
        <p:blipFill rotWithShape="1">
          <a:blip r:embed="rId8">
            <a:alphaModFix/>
          </a:blip>
          <a:srcRect/>
          <a:stretch/>
        </p:blipFill>
        <p:spPr>
          <a:xfrm>
            <a:off x="995425" y="5119934"/>
            <a:ext cx="226918" cy="226918"/>
          </a:xfrm>
          <a:prstGeom prst="rect">
            <a:avLst/>
          </a:prstGeom>
          <a:noFill/>
          <a:ln>
            <a:noFill/>
          </a:ln>
        </p:spPr>
      </p:pic>
      <p:pic>
        <p:nvPicPr>
          <p:cNvPr id="1967" name="Google Shape;1967;p11"/>
          <p:cNvPicPr preferRelativeResize="0"/>
          <p:nvPr/>
        </p:nvPicPr>
        <p:blipFill rotWithShape="1">
          <a:blip r:embed="rId9">
            <a:alphaModFix/>
          </a:blip>
          <a:srcRect/>
          <a:stretch/>
        </p:blipFill>
        <p:spPr>
          <a:xfrm>
            <a:off x="999206" y="3255499"/>
            <a:ext cx="275410" cy="275410"/>
          </a:xfrm>
          <a:prstGeom prst="rect">
            <a:avLst/>
          </a:prstGeom>
          <a:noFill/>
          <a:ln>
            <a:noFill/>
          </a:ln>
        </p:spPr>
      </p:pic>
      <p:cxnSp>
        <p:nvCxnSpPr>
          <p:cNvPr id="1968" name="Google Shape;1968;p11"/>
          <p:cNvCxnSpPr/>
          <p:nvPr/>
        </p:nvCxnSpPr>
        <p:spPr>
          <a:xfrm rot="10800000" flipH="1">
            <a:off x="699262" y="3872649"/>
            <a:ext cx="3105900" cy="2100"/>
          </a:xfrm>
          <a:prstGeom prst="straightConnector1">
            <a:avLst/>
          </a:prstGeom>
          <a:noFill/>
          <a:ln w="9525" cap="flat" cmpd="sng">
            <a:solidFill>
              <a:srgbClr val="7030A0"/>
            </a:solidFill>
            <a:prstDash val="solid"/>
            <a:round/>
            <a:headEnd type="none" w="sm" len="sm"/>
            <a:tailEnd type="none" w="sm" len="sm"/>
          </a:ln>
        </p:spPr>
      </p:cxnSp>
      <p:cxnSp>
        <p:nvCxnSpPr>
          <p:cNvPr id="1969" name="Google Shape;1969;p11"/>
          <p:cNvCxnSpPr/>
          <p:nvPr/>
        </p:nvCxnSpPr>
        <p:spPr>
          <a:xfrm rot="10800000" flipH="1">
            <a:off x="699262" y="4782210"/>
            <a:ext cx="3105900" cy="2100"/>
          </a:xfrm>
          <a:prstGeom prst="straightConnector1">
            <a:avLst/>
          </a:prstGeom>
          <a:noFill/>
          <a:ln w="9525" cap="flat" cmpd="sng">
            <a:solidFill>
              <a:srgbClr val="7030A0"/>
            </a:solidFill>
            <a:prstDash val="solid"/>
            <a:round/>
            <a:headEnd type="none" w="sm" len="sm"/>
            <a:tailEnd type="none" w="sm" len="sm"/>
          </a:ln>
        </p:spPr>
      </p:cxnSp>
      <p:pic>
        <p:nvPicPr>
          <p:cNvPr id="1970" name="Google Shape;1970;p11" descr="A cloud and rain falling from a fence&#10;&#10;AI-generated content may be incorrect."/>
          <p:cNvPicPr preferRelativeResize="0"/>
          <p:nvPr/>
        </p:nvPicPr>
        <p:blipFill rotWithShape="1">
          <a:blip r:embed="rId10">
            <a:alphaModFix/>
          </a:blip>
          <a:srcRect/>
          <a:stretch/>
        </p:blipFill>
        <p:spPr>
          <a:xfrm>
            <a:off x="1652234" y="1251908"/>
            <a:ext cx="1296667" cy="964189"/>
          </a:xfrm>
          <a:prstGeom prst="rect">
            <a:avLst/>
          </a:prstGeom>
          <a:noFill/>
          <a:ln>
            <a:noFill/>
          </a:ln>
        </p:spPr>
      </p:pic>
      <p:pic>
        <p:nvPicPr>
          <p:cNvPr id="1971" name="Google Shape;1971;p11" descr="A computer screen with a brain and speedometer&#10;&#10;AI-generated content may be incorrect."/>
          <p:cNvPicPr preferRelativeResize="0"/>
          <p:nvPr/>
        </p:nvPicPr>
        <p:blipFill rotWithShape="1">
          <a:blip r:embed="rId11">
            <a:alphaModFix/>
          </a:blip>
          <a:srcRect/>
          <a:stretch/>
        </p:blipFill>
        <p:spPr>
          <a:xfrm>
            <a:off x="5388441" y="1072346"/>
            <a:ext cx="1574298" cy="1253425"/>
          </a:xfrm>
          <a:prstGeom prst="rect">
            <a:avLst/>
          </a:prstGeom>
          <a:noFill/>
          <a:ln>
            <a:noFill/>
          </a:ln>
        </p:spPr>
      </p:pic>
      <p:pic>
        <p:nvPicPr>
          <p:cNvPr id="1972" name="Google Shape;1972;p11" descr="A logo of a shield with a lightning bolt&#10;&#10;AI-generated content may be incorrect."/>
          <p:cNvPicPr preferRelativeResize="0"/>
          <p:nvPr/>
        </p:nvPicPr>
        <p:blipFill rotWithShape="1">
          <a:blip r:embed="rId12">
            <a:alphaModFix/>
          </a:blip>
          <a:srcRect/>
          <a:stretch/>
        </p:blipFill>
        <p:spPr>
          <a:xfrm>
            <a:off x="8916158" y="1373815"/>
            <a:ext cx="1866589" cy="720958"/>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Solution Scope</a:t>
            </a:r>
          </a:p>
        </p:txBody>
      </p:sp>
      <p:sp>
        <p:nvSpPr>
          <p:cNvPr id="4" name="Subtitle 3">
            <a:extLst>
              <a:ext uri="{FF2B5EF4-FFF2-40B4-BE49-F238E27FC236}">
                <a16:creationId xmlns:a16="http://schemas.microsoft.com/office/drawing/2014/main" id="{9BAD27C2-018D-CA4F-836D-5AEC15639375}"/>
              </a:ext>
            </a:extLst>
          </p:cNvPr>
          <p:cNvSpPr>
            <a:spLocks noGrp="1"/>
          </p:cNvSpPr>
          <p:nvPr>
            <p:ph type="subTitle" idx="10"/>
          </p:nvPr>
        </p:nvSpPr>
        <p:spPr/>
        <p:txBody>
          <a:bodyPr/>
          <a:lstStyle/>
          <a:p>
            <a:r>
              <a:rPr lang="en-AU" dirty="0"/>
              <a:t>The table below lists the scope of the engagement in the context of the VMware journey model. These are the IT Capabilities that have been determined as the focus for this engagement</a:t>
            </a:r>
            <a:endParaRPr lang="en-US" dirty="0"/>
          </a:p>
        </p:txBody>
      </p:sp>
      <p:graphicFrame>
        <p:nvGraphicFramePr>
          <p:cNvPr id="8" name="pstools_autogen_it_capabilities_table"/>
          <p:cNvGraphicFramePr>
            <a:graphicFrameLocks noGrp="1"/>
          </p:cNvGraphicFramePr>
          <p:nvPr/>
        </p:nvGraphicFramePr>
        <p:xfrm>
          <a:off x="619360" y="2335696"/>
          <a:ext cx="10727791" cy="2717800"/>
        </p:xfrm>
        <a:graphic>
          <a:graphicData uri="http://schemas.openxmlformats.org/drawingml/2006/table">
            <a:tbl>
              <a:tblPr firstRow="1" bandRow="1">
                <a:tableStyleId>{EB9631B5-78F2-41C9-869B-9F39066F8104}</a:tableStyleId>
              </a:tblPr>
              <a:tblGrid>
                <a:gridCol w="10727791">
                  <a:extLst>
                    <a:ext uri="{9D8B030D-6E8A-4147-A177-3AD203B41FA5}">
                      <a16:colId xmlns:a16="http://schemas.microsoft.com/office/drawing/2014/main" val="20000"/>
                    </a:ext>
                  </a:extLst>
                </a:gridCol>
              </a:tblGrid>
              <a:tr h="370840">
                <a:tc>
                  <a:txBody>
                    <a:bodyPr/>
                    <a:lstStyle/>
                    <a:p>
                      <a:r>
                        <a:rPr lang="en-US" dirty="0"/>
                        <a:t>IT Capabilities in Scope</a:t>
                      </a:r>
                      <a:endParaRPr lang="en-US" dirty="0">
                        <a:solidFill>
                          <a:srgbClr val="FF0000"/>
                        </a:solidFill>
                      </a:endParaRPr>
                    </a:p>
                  </a:txBody>
                  <a:tcPr/>
                </a:tc>
                <a:extLst>
                  <a:ext uri="{0D108BD9-81ED-4DB2-BD59-A6C34878D82A}">
                    <a16:rowId xmlns:a16="http://schemas.microsoft.com/office/drawing/2014/main" val="10000"/>
                  </a:ext>
                </a:extLst>
              </a:tr>
              <a:tr h="0">
                <a:tc>
                  <a:txBody>
                    <a:bodyPr/>
                    <a:lstStyle/>
                    <a:p>
                      <a:pPr algn="ctr"/>
                      <a:r>
                        <a:rPr lang="en-AU" sz="1600" b="0" dirty="0"/>
                        <a:t>Enable application migration and workload mobility</a:t>
                      </a:r>
                      <a:endParaRPr lang="en-AU" dirty="0"/>
                    </a:p>
                  </a:txBody>
                  <a:tcPr/>
                </a:tc>
                <a:extLst>
                  <a:ext uri="{0D108BD9-81ED-4DB2-BD59-A6C34878D82A}">
                    <a16:rowId xmlns:a16="http://schemas.microsoft.com/office/drawing/2014/main" val="10001"/>
                  </a:ext>
                </a:extLst>
              </a:tr>
              <a:tr h="0">
                <a:tc>
                  <a:txBody>
                    <a:bodyPr/>
                    <a:lstStyle/>
                    <a:p>
                      <a:pPr algn="ctr"/>
                      <a:r>
                        <a:rPr lang="en-AU" sz="1600" b="0" dirty="0"/>
                        <a:t>Ensure consistency and compliance for the cloud management platform</a:t>
                      </a:r>
                      <a:endParaRPr lang="en-AU" dirty="0"/>
                    </a:p>
                  </a:txBody>
                  <a:tcPr/>
                </a:tc>
                <a:extLst>
                  <a:ext uri="{0D108BD9-81ED-4DB2-BD59-A6C34878D82A}">
                    <a16:rowId xmlns:a16="http://schemas.microsoft.com/office/drawing/2014/main" val="10002"/>
                  </a:ext>
                </a:extLst>
              </a:tr>
              <a:tr h="0">
                <a:tc>
                  <a:txBody>
                    <a:bodyPr/>
                    <a:lstStyle/>
                    <a:p>
                      <a:pPr algn="ctr"/>
                      <a:r>
                        <a:rPr lang="en-AU" sz="1600" b="0" dirty="0"/>
                        <a:t>Recover from data center outages</a:t>
                      </a:r>
                      <a:endParaRPr lang="en-AU" dirty="0"/>
                    </a:p>
                  </a:txBody>
                  <a:tcPr/>
                </a:tc>
                <a:extLst>
                  <a:ext uri="{0D108BD9-81ED-4DB2-BD59-A6C34878D82A}">
                    <a16:rowId xmlns:a16="http://schemas.microsoft.com/office/drawing/2014/main" val="10003"/>
                  </a:ext>
                </a:extLst>
              </a:tr>
              <a:tr h="0">
                <a:tc>
                  <a:txBody>
                    <a:bodyPr/>
                    <a:lstStyle/>
                    <a:p>
                      <a:pPr algn="ctr"/>
                      <a:r>
                        <a:rPr lang="en-AU" sz="1600" b="0" dirty="0"/>
                        <a:t>Monitor and manage infrastructure performance and capacity</a:t>
                      </a:r>
                      <a:endParaRPr lang="en-AU" dirty="0"/>
                    </a:p>
                  </a:txBody>
                  <a:tcPr/>
                </a:tc>
                <a:extLst>
                  <a:ext uri="{0D108BD9-81ED-4DB2-BD59-A6C34878D82A}">
                    <a16:rowId xmlns:a16="http://schemas.microsoft.com/office/drawing/2014/main" val="10004"/>
                  </a:ext>
                </a:extLst>
              </a:tr>
              <a:tr h="0">
                <a:tc>
                  <a:txBody>
                    <a:bodyPr/>
                    <a:lstStyle/>
                    <a:p>
                      <a:pPr algn="ctr"/>
                      <a:r>
                        <a:rPr lang="en-AU" sz="1600" b="0" dirty="0"/>
                        <a:t>Visualize application communication across the network</a:t>
                      </a:r>
                      <a:endParaRPr lang="en-AU" dirty="0"/>
                    </a:p>
                  </a:txBody>
                  <a:tcPr/>
                </a:tc>
                <a:extLst>
                  <a:ext uri="{0D108BD9-81ED-4DB2-BD59-A6C34878D82A}">
                    <a16:rowId xmlns:a16="http://schemas.microsoft.com/office/drawing/2014/main" val="10005"/>
                  </a:ext>
                </a:extLst>
              </a:tr>
              <a:tr h="0">
                <a:tc>
                  <a:txBody>
                    <a:bodyPr/>
                    <a:lstStyle/>
                    <a:p>
                      <a:pPr algn="ctr"/>
                      <a:r>
                        <a:rPr lang="en-AU" sz="1600" b="0" dirty="0"/>
                        <a:t>Deliver standardized infrastructure stacks on demand</a:t>
                      </a:r>
                      <a:endParaRPr lang="en-AU" dirty="0"/>
                    </a:p>
                  </a:txBody>
                  <a:tcPr/>
                </a:tc>
                <a:extLst>
                  <a:ext uri="{0D108BD9-81ED-4DB2-BD59-A6C34878D82A}">
                    <a16:rowId xmlns:a16="http://schemas.microsoft.com/office/drawing/2014/main" val="10006"/>
                  </a:ext>
                </a:extLst>
              </a:tr>
              <a:tr h="0">
                <a:tc>
                  <a:txBody>
                    <a:bodyPr/>
                    <a:lstStyle/>
                    <a:p>
                      <a:pPr algn="ctr"/>
                      <a:r>
                        <a:rPr lang="en-AU" sz="1600" b="0" dirty="0"/>
                        <a:t>Abstract and pool compute and storage resources</a:t>
                      </a:r>
                      <a:endParaRPr lang="en-AU" dirty="0"/>
                    </a:p>
                  </a:txBody>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2111796503"/>
      </p:ext>
    </p:extLst>
  </p:cSld>
  <p:clrMapOvr>
    <a:masterClrMapping/>
  </p:clrMapOvr>
  <p:transition spd="med">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Solution Scope</a:t>
            </a:r>
          </a:p>
        </p:txBody>
      </p:sp>
      <p:sp>
        <p:nvSpPr>
          <p:cNvPr id="4" name="Subtitle 3">
            <a:extLst>
              <a:ext uri="{FF2B5EF4-FFF2-40B4-BE49-F238E27FC236}">
                <a16:creationId xmlns:a16="http://schemas.microsoft.com/office/drawing/2014/main" id="{9BAD27C2-018D-CA4F-836D-5AEC15639375}"/>
              </a:ext>
            </a:extLst>
          </p:cNvPr>
          <p:cNvSpPr>
            <a:spLocks noGrp="1"/>
          </p:cNvSpPr>
          <p:nvPr>
            <p:ph type="subTitle" idx="10"/>
          </p:nvPr>
        </p:nvSpPr>
        <p:spPr/>
        <p:txBody>
          <a:bodyPr/>
          <a:lstStyle/>
          <a:p>
            <a:r>
              <a:rPr lang="en-AU" dirty="0"/>
              <a:t>The table below lists the scope of the engagement in the context of the VMware journey model. These are the IT Problems that have been determined as the focus for this engagement</a:t>
            </a:r>
            <a:endParaRPr lang="en-US" dirty="0"/>
          </a:p>
        </p:txBody>
      </p:sp>
      <p:graphicFrame>
        <p:nvGraphicFramePr>
          <p:cNvPr id="8" name="pstools_autogen_it_problems_table"/>
          <p:cNvGraphicFramePr>
            <a:graphicFrameLocks noGrp="1"/>
          </p:cNvGraphicFramePr>
          <p:nvPr/>
        </p:nvGraphicFramePr>
        <p:xfrm>
          <a:off x="619360" y="2335696"/>
          <a:ext cx="10838255" cy="3723640"/>
        </p:xfrm>
        <a:graphic>
          <a:graphicData uri="http://schemas.openxmlformats.org/drawingml/2006/table">
            <a:tbl>
              <a:tblPr firstRow="1" bandRow="1">
                <a:tableStyleId>{EB9631B5-78F2-41C9-869B-9F39066F8104}</a:tableStyleId>
              </a:tblPr>
              <a:tblGrid>
                <a:gridCol w="10838255">
                  <a:extLst>
                    <a:ext uri="{9D8B030D-6E8A-4147-A177-3AD203B41FA5}">
                      <a16:colId xmlns:a16="http://schemas.microsoft.com/office/drawing/2014/main" val="20001"/>
                    </a:ext>
                  </a:extLst>
                </a:gridCol>
              </a:tblGrid>
              <a:tr h="370840">
                <a:tc>
                  <a:txBody>
                    <a:bodyPr/>
                    <a:lstStyle/>
                    <a:p>
                      <a:r>
                        <a:rPr lang="en-US" dirty="0"/>
                        <a:t>IT Problems in Scope</a:t>
                      </a:r>
                    </a:p>
                  </a:txBody>
                  <a:tcPr/>
                </a:tc>
                <a:extLst>
                  <a:ext uri="{0D108BD9-81ED-4DB2-BD59-A6C34878D82A}">
                    <a16:rowId xmlns:a16="http://schemas.microsoft.com/office/drawing/2014/main" val="10000"/>
                  </a:ext>
                </a:extLst>
              </a:tr>
              <a:tr h="0">
                <a:tc>
                  <a:txBody>
                    <a:bodyPr/>
                    <a:lstStyle/>
                    <a:p>
                      <a:pPr algn="ctr"/>
                      <a:r>
                        <a:rPr lang="en-AU" sz="1600" b="0" dirty="0"/>
                        <a:t>High CAPEX and OPEX for dedicated infrastructure</a:t>
                      </a:r>
                      <a:endParaRPr lang="en-AU" dirty="0"/>
                    </a:p>
                  </a:txBody>
                  <a:tcPr/>
                </a:tc>
                <a:extLst>
                  <a:ext uri="{0D108BD9-81ED-4DB2-BD59-A6C34878D82A}">
                    <a16:rowId xmlns:a16="http://schemas.microsoft.com/office/drawing/2014/main" val="10001"/>
                  </a:ext>
                </a:extLst>
              </a:tr>
              <a:tr h="0">
                <a:tc>
                  <a:txBody>
                    <a:bodyPr/>
                    <a:lstStyle/>
                    <a:p>
                      <a:pPr algn="ctr"/>
                      <a:r>
                        <a:rPr lang="en-AU" sz="1600" b="0" dirty="0"/>
                        <a:t>New deployments out of compliance</a:t>
                      </a:r>
                      <a:endParaRPr lang="en-AU" dirty="0"/>
                    </a:p>
                  </a:txBody>
                  <a:tcPr/>
                </a:tc>
                <a:extLst>
                  <a:ext uri="{0D108BD9-81ED-4DB2-BD59-A6C34878D82A}">
                    <a16:rowId xmlns:a16="http://schemas.microsoft.com/office/drawing/2014/main" val="10002"/>
                  </a:ext>
                </a:extLst>
              </a:tr>
              <a:tr h="0">
                <a:tc>
                  <a:txBody>
                    <a:bodyPr/>
                    <a:lstStyle/>
                    <a:p>
                      <a:pPr algn="ctr"/>
                      <a:r>
                        <a:rPr lang="en-AU" sz="1600" b="0" dirty="0"/>
                        <a:t>No proactive disaster avoidance</a:t>
                      </a:r>
                      <a:endParaRPr lang="en-AU" dirty="0"/>
                    </a:p>
                  </a:txBody>
                  <a:tcPr/>
                </a:tc>
                <a:extLst>
                  <a:ext uri="{0D108BD9-81ED-4DB2-BD59-A6C34878D82A}">
                    <a16:rowId xmlns:a16="http://schemas.microsoft.com/office/drawing/2014/main" val="10003"/>
                  </a:ext>
                </a:extLst>
              </a:tr>
              <a:tr h="0">
                <a:tc>
                  <a:txBody>
                    <a:bodyPr/>
                    <a:lstStyle/>
                    <a:p>
                      <a:pPr algn="ctr"/>
                      <a:r>
                        <a:rPr lang="en-AU" sz="1600" b="0" dirty="0"/>
                        <a:t>Lack of network traffic visibility</a:t>
                      </a:r>
                      <a:endParaRPr lang="en-AU" dirty="0"/>
                    </a:p>
                  </a:txBody>
                  <a:tcPr/>
                </a:tc>
                <a:extLst>
                  <a:ext uri="{0D108BD9-81ED-4DB2-BD59-A6C34878D82A}">
                    <a16:rowId xmlns:a16="http://schemas.microsoft.com/office/drawing/2014/main" val="10004"/>
                  </a:ext>
                </a:extLst>
              </a:tr>
              <a:tr h="0">
                <a:tc>
                  <a:txBody>
                    <a:bodyPr/>
                    <a:lstStyle/>
                    <a:p>
                      <a:pPr algn="ctr"/>
                      <a:r>
                        <a:rPr lang="en-AU" sz="1600" b="0" dirty="0"/>
                        <a:t>Poorly understood application relationships</a:t>
                      </a:r>
                      <a:endParaRPr lang="en-AU" dirty="0"/>
                    </a:p>
                  </a:txBody>
                  <a:tcPr/>
                </a:tc>
                <a:extLst>
                  <a:ext uri="{0D108BD9-81ED-4DB2-BD59-A6C34878D82A}">
                    <a16:rowId xmlns:a16="http://schemas.microsoft.com/office/drawing/2014/main" val="10005"/>
                  </a:ext>
                </a:extLst>
              </a:tr>
              <a:tr h="0">
                <a:tc>
                  <a:txBody>
                    <a:bodyPr/>
                    <a:lstStyle/>
                    <a:p>
                      <a:pPr algn="ctr"/>
                      <a:r>
                        <a:rPr lang="en-AU" sz="1600" b="0" dirty="0"/>
                        <a:t>Long wait time for virtual infrastructure provisioning</a:t>
                      </a:r>
                      <a:endParaRPr lang="en-AU" dirty="0"/>
                    </a:p>
                  </a:txBody>
                  <a:tcPr/>
                </a:tc>
                <a:extLst>
                  <a:ext uri="{0D108BD9-81ED-4DB2-BD59-A6C34878D82A}">
                    <a16:rowId xmlns:a16="http://schemas.microsoft.com/office/drawing/2014/main" val="10006"/>
                  </a:ext>
                </a:extLst>
              </a:tr>
              <a:tr h="0">
                <a:tc>
                  <a:txBody>
                    <a:bodyPr/>
                    <a:lstStyle/>
                    <a:p>
                      <a:pPr algn="ctr"/>
                      <a:r>
                        <a:rPr lang="en-AU" sz="1600" b="0" dirty="0"/>
                        <a:t>Workloads are difficult to move to the cloud</a:t>
                      </a:r>
                      <a:endParaRPr lang="en-AU" dirty="0"/>
                    </a:p>
                  </a:txBody>
                  <a:tcPr/>
                </a:tc>
                <a:extLst>
                  <a:ext uri="{0D108BD9-81ED-4DB2-BD59-A6C34878D82A}">
                    <a16:rowId xmlns:a16="http://schemas.microsoft.com/office/drawing/2014/main" val="10007"/>
                  </a:ext>
                </a:extLst>
              </a:tr>
              <a:tr h="0">
                <a:tc>
                  <a:txBody>
                    <a:bodyPr/>
                    <a:lstStyle/>
                    <a:p>
                      <a:pPr algn="ctr"/>
                      <a:r>
                        <a:rPr lang="en-AU" sz="1600" b="0" dirty="0"/>
                        <a:t>Manual process causing compliance remediation delays</a:t>
                      </a:r>
                      <a:endParaRPr lang="en-AU" dirty="0"/>
                    </a:p>
                  </a:txBody>
                  <a:tcPr/>
                </a:tc>
                <a:extLst>
                  <a:ext uri="{0D108BD9-81ED-4DB2-BD59-A6C34878D82A}">
                    <a16:rowId xmlns:a16="http://schemas.microsoft.com/office/drawing/2014/main" val="10008"/>
                  </a:ext>
                </a:extLst>
              </a:tr>
              <a:tr h="0">
                <a:tc>
                  <a:txBody>
                    <a:bodyPr/>
                    <a:lstStyle/>
                    <a:p>
                      <a:pPr algn="ctr"/>
                      <a:r>
                        <a:rPr lang="en-AU" sz="1600" b="0" dirty="0"/>
                        <a:t>Developers using improperly sized infrastructure</a:t>
                      </a:r>
                      <a:endParaRPr lang="en-AU" dirty="0"/>
                    </a:p>
                  </a:txBody>
                  <a:tcPr/>
                </a:tc>
                <a:extLst>
                  <a:ext uri="{0D108BD9-81ED-4DB2-BD59-A6C34878D82A}">
                    <a16:rowId xmlns:a16="http://schemas.microsoft.com/office/drawing/2014/main" val="10009"/>
                  </a:ext>
                </a:extLst>
              </a:tr>
              <a:tr h="0">
                <a:tc>
                  <a:txBody>
                    <a:bodyPr/>
                    <a:lstStyle/>
                    <a:p>
                      <a:pPr algn="ctr"/>
                      <a:r>
                        <a:rPr lang="en-AU" sz="1600" b="0" dirty="0"/>
                        <a:t>Lack of expertise required for application migration to cloud</a:t>
                      </a:r>
                      <a:endParaRPr lang="en-AU" dirty="0"/>
                    </a:p>
                  </a:txBody>
                  <a:tcPr/>
                </a:tc>
                <a:extLst>
                  <a:ext uri="{0D108BD9-81ED-4DB2-BD59-A6C34878D82A}">
                    <a16:rowId xmlns:a16="http://schemas.microsoft.com/office/drawing/2014/main" val="10010"/>
                  </a:ext>
                </a:extLst>
              </a:tr>
            </a:tbl>
          </a:graphicData>
        </a:graphic>
      </p:graphicFrame>
    </p:spTree>
    <p:extLst>
      <p:ext uri="{BB962C8B-B14F-4D97-AF65-F5344CB8AC3E}">
        <p14:creationId xmlns:p14="http://schemas.microsoft.com/office/powerpoint/2010/main" val="1504815532"/>
      </p:ext>
    </p:extLst>
  </p:cSld>
  <p:clrMapOvr>
    <a:masterClrMapping/>
  </p:clrMapOvr>
  <p:transition spd="med">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Solution Scope</a:t>
            </a:r>
          </a:p>
        </p:txBody>
      </p:sp>
      <p:sp>
        <p:nvSpPr>
          <p:cNvPr id="4" name="Subtitle 3">
            <a:extLst>
              <a:ext uri="{FF2B5EF4-FFF2-40B4-BE49-F238E27FC236}">
                <a16:creationId xmlns:a16="http://schemas.microsoft.com/office/drawing/2014/main" id="{9BAD27C2-018D-CA4F-836D-5AEC15639375}"/>
              </a:ext>
            </a:extLst>
          </p:cNvPr>
          <p:cNvSpPr>
            <a:spLocks noGrp="1"/>
          </p:cNvSpPr>
          <p:nvPr>
            <p:ph type="subTitle" idx="10"/>
          </p:nvPr>
        </p:nvSpPr>
        <p:spPr/>
        <p:txBody>
          <a:bodyPr/>
          <a:lstStyle/>
          <a:p>
            <a:r>
              <a:rPr lang="en-AU" dirty="0"/>
              <a:t>The table below lists the scope of the engagement in the context of the VMware journey model. These are the IT Problems that have been determined as the focus for this engagement</a:t>
            </a:r>
            <a:endParaRPr lang="en-US" dirty="0"/>
          </a:p>
        </p:txBody>
      </p:sp>
      <p:graphicFrame>
        <p:nvGraphicFramePr>
          <p:cNvPr id="8" name="pstools_autogen_it_problems_table"/>
          <p:cNvGraphicFramePr>
            <a:graphicFrameLocks noGrp="1"/>
          </p:cNvGraphicFramePr>
          <p:nvPr/>
        </p:nvGraphicFramePr>
        <p:xfrm>
          <a:off x="619360" y="2335696"/>
          <a:ext cx="10838255" cy="3723640"/>
        </p:xfrm>
        <a:graphic>
          <a:graphicData uri="http://schemas.openxmlformats.org/drawingml/2006/table">
            <a:tbl>
              <a:tblPr firstRow="1" bandRow="1">
                <a:tableStyleId>{EB9631B5-78F2-41C9-869B-9F39066F8104}</a:tableStyleId>
              </a:tblPr>
              <a:tblGrid>
                <a:gridCol w="10838255">
                  <a:extLst>
                    <a:ext uri="{9D8B030D-6E8A-4147-A177-3AD203B41FA5}">
                      <a16:colId xmlns:a16="http://schemas.microsoft.com/office/drawing/2014/main" val="20001"/>
                    </a:ext>
                  </a:extLst>
                </a:gridCol>
              </a:tblGrid>
              <a:tr h="370840">
                <a:tc>
                  <a:txBody>
                    <a:bodyPr/>
                    <a:lstStyle/>
                    <a:p>
                      <a:r>
                        <a:rPr lang="en-US" dirty="0"/>
                        <a:t>IT Problems in Scope</a:t>
                      </a:r>
                    </a:p>
                  </a:txBody>
                  <a:tcPr/>
                </a:tc>
                <a:extLst>
                  <a:ext uri="{0D108BD9-81ED-4DB2-BD59-A6C34878D82A}">
                    <a16:rowId xmlns:a16="http://schemas.microsoft.com/office/drawing/2014/main" val="10000"/>
                  </a:ext>
                </a:extLst>
              </a:tr>
              <a:tr h="0">
                <a:tc>
                  <a:txBody>
                    <a:bodyPr/>
                    <a:lstStyle/>
                    <a:p>
                      <a:pPr algn="ctr"/>
                      <a:r>
                        <a:rPr lang="en-AU" sz="1600" b="0" dirty="0"/>
                        <a:t>Datacenter resource constraints</a:t>
                      </a:r>
                      <a:endParaRPr lang="en-AU" dirty="0"/>
                    </a:p>
                  </a:txBody>
                  <a:tcPr/>
                </a:tc>
                <a:extLst>
                  <a:ext uri="{0D108BD9-81ED-4DB2-BD59-A6C34878D82A}">
                    <a16:rowId xmlns:a16="http://schemas.microsoft.com/office/drawing/2014/main" val="10001"/>
                  </a:ext>
                </a:extLst>
              </a:tr>
              <a:tr h="0">
                <a:tc>
                  <a:txBody>
                    <a:bodyPr/>
                    <a:lstStyle/>
                    <a:p>
                      <a:pPr algn="ctr"/>
                      <a:r>
                        <a:rPr lang="en-AU" sz="1600" b="0" dirty="0"/>
                        <a:t>Infrastructure performance problems</a:t>
                      </a:r>
                      <a:endParaRPr lang="en-AU" dirty="0"/>
                    </a:p>
                  </a:txBody>
                  <a:tcPr/>
                </a:tc>
                <a:extLst>
                  <a:ext uri="{0D108BD9-81ED-4DB2-BD59-A6C34878D82A}">
                    <a16:rowId xmlns:a16="http://schemas.microsoft.com/office/drawing/2014/main" val="10002"/>
                  </a:ext>
                </a:extLst>
              </a:tr>
              <a:tr h="0">
                <a:tc>
                  <a:txBody>
                    <a:bodyPr/>
                    <a:lstStyle/>
                    <a:p>
                      <a:pPr algn="ctr"/>
                      <a:r>
                        <a:rPr lang="en-AU" sz="1600" b="0" dirty="0"/>
                        <a:t>Compliance drift</a:t>
                      </a:r>
                      <a:endParaRPr lang="en-AU" dirty="0"/>
                    </a:p>
                  </a:txBody>
                  <a:tcPr/>
                </a:tc>
                <a:extLst>
                  <a:ext uri="{0D108BD9-81ED-4DB2-BD59-A6C34878D82A}">
                    <a16:rowId xmlns:a16="http://schemas.microsoft.com/office/drawing/2014/main" val="10003"/>
                  </a:ext>
                </a:extLst>
              </a:tr>
              <a:tr h="0">
                <a:tc>
                  <a:txBody>
                    <a:bodyPr/>
                    <a:lstStyle/>
                    <a:p>
                      <a:pPr algn="ctr"/>
                      <a:r>
                        <a:rPr lang="en-AU" sz="1600" b="0" dirty="0"/>
                        <a:t>Single point of failure</a:t>
                      </a:r>
                      <a:endParaRPr lang="en-AU" dirty="0"/>
                    </a:p>
                  </a:txBody>
                  <a:tcPr/>
                </a:tc>
                <a:extLst>
                  <a:ext uri="{0D108BD9-81ED-4DB2-BD59-A6C34878D82A}">
                    <a16:rowId xmlns:a16="http://schemas.microsoft.com/office/drawing/2014/main" val="10004"/>
                  </a:ext>
                </a:extLst>
              </a:tr>
              <a:tr h="0">
                <a:tc>
                  <a:txBody>
                    <a:bodyPr/>
                    <a:lstStyle/>
                    <a:p>
                      <a:pPr algn="ctr"/>
                      <a:r>
                        <a:rPr lang="en-AU" sz="1600" b="0" dirty="0"/>
                        <a:t>Developers using unsecured infrastructure</a:t>
                      </a:r>
                      <a:endParaRPr lang="en-AU" dirty="0"/>
                    </a:p>
                  </a:txBody>
                  <a:tcPr/>
                </a:tc>
                <a:extLst>
                  <a:ext uri="{0D108BD9-81ED-4DB2-BD59-A6C34878D82A}">
                    <a16:rowId xmlns:a16="http://schemas.microsoft.com/office/drawing/2014/main" val="10005"/>
                  </a:ext>
                </a:extLst>
              </a:tr>
              <a:tr h="0">
                <a:tc>
                  <a:txBody>
                    <a:bodyPr/>
                    <a:lstStyle/>
                    <a:p>
                      <a:pPr algn="ctr"/>
                      <a:r>
                        <a:rPr lang="en-AU" sz="1600" b="0" dirty="0"/>
                        <a:t>High CAPEX and OPEX for disaster recovery</a:t>
                      </a:r>
                      <a:endParaRPr lang="en-AU" dirty="0"/>
                    </a:p>
                  </a:txBody>
                  <a:tcPr/>
                </a:tc>
                <a:extLst>
                  <a:ext uri="{0D108BD9-81ED-4DB2-BD59-A6C34878D82A}">
                    <a16:rowId xmlns:a16="http://schemas.microsoft.com/office/drawing/2014/main" val="10006"/>
                  </a:ext>
                </a:extLst>
              </a:tr>
              <a:tr h="0">
                <a:tc>
                  <a:txBody>
                    <a:bodyPr/>
                    <a:lstStyle/>
                    <a:p>
                      <a:pPr algn="ctr"/>
                      <a:r>
                        <a:rPr lang="en-AU" sz="1600" b="0" dirty="0"/>
                        <a:t>Long wait time for hardware purchases</a:t>
                      </a:r>
                      <a:endParaRPr lang="en-AU" dirty="0"/>
                    </a:p>
                  </a:txBody>
                  <a:tcPr/>
                </a:tc>
                <a:extLst>
                  <a:ext uri="{0D108BD9-81ED-4DB2-BD59-A6C34878D82A}">
                    <a16:rowId xmlns:a16="http://schemas.microsoft.com/office/drawing/2014/main" val="10007"/>
                  </a:ext>
                </a:extLst>
              </a:tr>
              <a:tr h="0">
                <a:tc>
                  <a:txBody>
                    <a:bodyPr/>
                    <a:lstStyle/>
                    <a:p>
                      <a:pPr algn="ctr"/>
                      <a:r>
                        <a:rPr lang="en-AU" sz="1600" b="0" dirty="0"/>
                        <a:t>Performance bottlenecks</a:t>
                      </a:r>
                      <a:endParaRPr lang="en-AU" dirty="0"/>
                    </a:p>
                  </a:txBody>
                  <a:tcPr/>
                </a:tc>
                <a:extLst>
                  <a:ext uri="{0D108BD9-81ED-4DB2-BD59-A6C34878D82A}">
                    <a16:rowId xmlns:a16="http://schemas.microsoft.com/office/drawing/2014/main" val="10008"/>
                  </a:ext>
                </a:extLst>
              </a:tr>
              <a:tr h="0">
                <a:tc>
                  <a:txBody>
                    <a:bodyPr/>
                    <a:lstStyle/>
                    <a:p>
                      <a:pPr algn="ctr"/>
                      <a:r>
                        <a:rPr lang="en-AU" sz="1600" b="0" dirty="0"/>
                        <a:t>Infrastructure capacity problems</a:t>
                      </a:r>
                      <a:endParaRPr lang="en-AU" dirty="0"/>
                    </a:p>
                  </a:txBody>
                  <a:tcPr/>
                </a:tc>
                <a:extLst>
                  <a:ext uri="{0D108BD9-81ED-4DB2-BD59-A6C34878D82A}">
                    <a16:rowId xmlns:a16="http://schemas.microsoft.com/office/drawing/2014/main" val="10009"/>
                  </a:ext>
                </a:extLst>
              </a:tr>
              <a:tr h="0">
                <a:tc>
                  <a:txBody>
                    <a:bodyPr/>
                    <a:lstStyle/>
                    <a:p>
                      <a:pPr algn="ctr"/>
                      <a:r>
                        <a:rPr lang="en-AU" sz="1600" b="0" dirty="0"/>
                        <a:t>Not enough data center resources or space</a:t>
                      </a:r>
                      <a:endParaRPr lang="en-AU" dirty="0"/>
                    </a:p>
                  </a:txBody>
                  <a:tcPr/>
                </a:tc>
                <a:extLst>
                  <a:ext uri="{0D108BD9-81ED-4DB2-BD59-A6C34878D82A}">
                    <a16:rowId xmlns:a16="http://schemas.microsoft.com/office/drawing/2014/main" val="10010"/>
                  </a:ext>
                </a:extLst>
              </a:tr>
            </a:tbl>
          </a:graphicData>
        </a:graphic>
      </p:graphicFrame>
    </p:spTree>
    <p:extLst>
      <p:ext uri="{BB962C8B-B14F-4D97-AF65-F5344CB8AC3E}">
        <p14:creationId xmlns:p14="http://schemas.microsoft.com/office/powerpoint/2010/main" val="1504815532"/>
      </p:ext>
    </p:extLst>
  </p:cSld>
  <p:clrMapOvr>
    <a:masterClrMapping/>
  </p:clrMapOvr>
  <p:transition spd="med">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8765770-940B-47C9-A3BB-DDBB3972FEDA}"/>
              </a:ext>
            </a:extLst>
          </p:cNvPr>
          <p:cNvSpPr>
            <a:spLocks noGrp="1"/>
          </p:cNvSpPr>
          <p:nvPr>
            <p:ph type="title"/>
          </p:nvPr>
        </p:nvSpPr>
        <p:spPr/>
        <p:txBody>
          <a:bodyPr/>
          <a:lstStyle/>
          <a:p>
            <a:r>
              <a:rPr lang="en-US" dirty="0"/>
              <a:t>VMware Solution</a:t>
            </a:r>
          </a:p>
        </p:txBody>
      </p:sp>
      <p:sp>
        <p:nvSpPr>
          <p:cNvPr id="6" name="Subtitle 5">
            <a:extLst>
              <a:ext uri="{FF2B5EF4-FFF2-40B4-BE49-F238E27FC236}">
                <a16:creationId xmlns:a16="http://schemas.microsoft.com/office/drawing/2014/main" id="{3127C3A1-6C8A-4698-9845-B559DB0BB1BD}"/>
              </a:ext>
            </a:extLst>
          </p:cNvPr>
          <p:cNvSpPr>
            <a:spLocks noGrp="1"/>
          </p:cNvSpPr>
          <p:nvPr>
            <p:ph type="subTitle" idx="10"/>
          </p:nvPr>
        </p:nvSpPr>
        <p:spPr/>
        <p:txBody>
          <a:bodyPr/>
          <a:lstStyle/>
          <a:p>
            <a:r>
              <a:rPr lang="en-US" dirty="0"/>
              <a:t>Logical Diagram</a:t>
            </a:r>
          </a:p>
        </p:txBody>
      </p:sp>
      <p:sp>
        <p:nvSpPr>
          <p:cNvPr id="9" name="Rectangle 8">
            <a:extLst>
              <a:ext uri="{FF2B5EF4-FFF2-40B4-BE49-F238E27FC236}">
                <a16:creationId xmlns:a16="http://schemas.microsoft.com/office/drawing/2014/main" id="{65F832E0-4907-4EBA-B0C0-B00BEEC954A0}"/>
              </a:ext>
            </a:extLst>
          </p:cNvPr>
          <p:cNvSpPr/>
          <p:nvPr/>
        </p:nvSpPr>
        <p:spPr>
          <a:xfrm>
            <a:off x="4392589" y="1756084"/>
            <a:ext cx="3363240" cy="1753100"/>
          </a:xfrm>
          <a:prstGeom prst="rect">
            <a:avLst/>
          </a:prstGeom>
          <a:solidFill>
            <a:srgbClr val="FFFF00"/>
          </a:solidFill>
        </p:spPr>
        <p:txBody>
          <a:bodyPr wrap="square">
            <a:spAutoFit/>
          </a:bodyPr>
          <a:lstStyle/>
          <a:p>
            <a:r>
              <a:rPr lang="en-US" sz="1798" dirty="0"/>
              <a:t>PSO Consultant: Insert appropriate logical diagrams based on the current solution.  Review the diagram, covering each component and its function</a:t>
            </a:r>
          </a:p>
        </p:txBody>
      </p:sp>
    </p:spTree>
    <p:extLst>
      <p:ext uri="{BB962C8B-B14F-4D97-AF65-F5344CB8AC3E}">
        <p14:creationId xmlns:p14="http://schemas.microsoft.com/office/powerpoint/2010/main" val="2367726731"/>
      </p:ext>
    </p:extLst>
  </p:cSld>
  <p:clrMapOvr>
    <a:masterClrMapping/>
  </p:clrMapOvr>
  <p:transition spd="med">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Engagement Scope - Technical</a:t>
            </a:r>
          </a:p>
        </p:txBody>
      </p:sp>
      <p:sp>
        <p:nvSpPr>
          <p:cNvPr id="3" name="Subtitle 2">
            <a:extLst>
              <a:ext uri="{FF2B5EF4-FFF2-40B4-BE49-F238E27FC236}">
                <a16:creationId xmlns:a16="http://schemas.microsoft.com/office/drawing/2014/main" id="{BB76212C-D4C7-1729-5432-7DB9FAB14FBB}"/>
              </a:ext>
            </a:extLst>
          </p:cNvPr>
          <p:cNvSpPr>
            <a:spLocks noGrp="1"/>
          </p:cNvSpPr>
          <p:nvPr>
            <p:ph type="subTitle" idx="10"/>
          </p:nvPr>
        </p:nvSpPr>
        <p:spPr/>
        <p:txBody>
          <a:bodyPr/>
          <a:lstStyle/>
          <a:p>
            <a:endParaRPr lang="en-US" dirty="0"/>
          </a:p>
        </p:txBody>
      </p:sp>
      <p:sp>
        <p:nvSpPr>
          <p:cNvPr id="4" name="Slide Number Placeholder 3"/>
          <p:cNvSpPr>
            <a:spLocks noGrp="1"/>
          </p:cNvSpPr>
          <p:nvPr>
            <p:ph type="sldNum" sz="quarter" idx="4294967295"/>
          </p:nvPr>
        </p:nvSpPr>
        <p:spPr>
          <a:xfrm>
            <a:off x="9447213" y="7351713"/>
            <a:ext cx="2741612" cy="365125"/>
          </a:xfrm>
          <a:prstGeom prst="rect">
            <a:avLst/>
          </a:prstGeom>
        </p:spPr>
        <p:txBody>
          <a:bodyPr/>
          <a:lstStyle/>
          <a:p>
            <a:fld id="{6EA6D8CF-3CDE-4807-BCD2-C9F2B831AAA5}" type="slidenum">
              <a:rPr lang="en-US" smtClean="0"/>
              <a:t>13</a:t>
            </a:fld>
            <a:endParaRPr lang="en-US" dirty="0"/>
          </a:p>
        </p:txBody>
      </p:sp>
      <p:graphicFrame>
        <p:nvGraphicFramePr>
          <p:cNvPr id="6" name="pstools_autogen_products_versions_table"/>
          <p:cNvGraphicFramePr>
            <a:graphicFrameLocks noGrp="1"/>
          </p:cNvGraphicFramePr>
          <p:nvPr>
            <p:extLst>
              <p:ext uri="{D42A27DB-BD31-4B8C-83A1-F6EECF244321}">
                <p14:modId xmlns:p14="http://schemas.microsoft.com/office/powerpoint/2010/main" val="1662752090"/>
              </p:ext>
            </p:extLst>
          </p:nvPr>
        </p:nvGraphicFramePr>
        <p:xfrm>
          <a:off x="417990" y="2438400"/>
          <a:ext cx="10996244" cy="706120"/>
        </p:xfrm>
        <a:graphic>
          <a:graphicData uri="http://schemas.openxmlformats.org/drawingml/2006/table">
            <a:tbl>
              <a:tblPr firstRow="1" bandRow="1">
                <a:tableStyleId>{EB9631B5-78F2-41C9-869B-9F39066F8104}</a:tableStyleId>
              </a:tblPr>
              <a:tblGrid>
                <a:gridCol w="7780648">
                  <a:extLst>
                    <a:ext uri="{9D8B030D-6E8A-4147-A177-3AD203B41FA5}">
                      <a16:colId xmlns:a16="http://schemas.microsoft.com/office/drawing/2014/main" val="20000"/>
                    </a:ext>
                  </a:extLst>
                </a:gridCol>
                <a:gridCol w="3215596">
                  <a:extLst>
                    <a:ext uri="{9D8B030D-6E8A-4147-A177-3AD203B41FA5}">
                      <a16:colId xmlns:a16="http://schemas.microsoft.com/office/drawing/2014/main" val="20002"/>
                    </a:ext>
                  </a:extLst>
                </a:gridCol>
              </a:tblGrid>
              <a:tr h="370840">
                <a:tc>
                  <a:txBody>
                    <a:bodyPr/>
                    <a:lstStyle/>
                    <a:p>
                      <a:r>
                        <a:rPr lang="en-US" dirty="0">
                          <a:solidFill>
                            <a:schemeClr val="bg1"/>
                          </a:solidFill>
                        </a:rPr>
                        <a:t>Technology</a:t>
                      </a:r>
                      <a:r>
                        <a:rPr lang="en-US" baseline="0" dirty="0">
                          <a:solidFill>
                            <a:schemeClr val="bg1"/>
                          </a:solidFill>
                        </a:rPr>
                        <a:t> Components</a:t>
                      </a:r>
                      <a:endParaRPr lang="en-US" dirty="0">
                        <a:solidFill>
                          <a:schemeClr val="bg1"/>
                        </a:solidFill>
                      </a:endParaRP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a:txBody>
                    <a:bodyPr/>
                    <a:lstStyle/>
                    <a:p>
                      <a:r>
                        <a:rPr lang="en-US" dirty="0">
                          <a:solidFill>
                            <a:schemeClr val="bg1"/>
                          </a:solidFill>
                        </a:rPr>
                        <a:t>Version</a:t>
                      </a: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0000"/>
                  </a:ext>
                </a:extLst>
              </a:tr>
              <a:tr h="0">
                <a:tc>
                  <a:txBody>
                    <a:bodyPr/>
                    <a:lstStyle/>
                    <a:p>
                      <a:pPr algn="l"/>
                      <a:r>
                        <a:rPr lang="en-AU" sz="1600" b="0" dirty="0"/>
                        <a:t>VMware Cloud Foundation for networks</a:t>
                      </a:r>
                      <a:endParaRPr lang="en-AU" dirty="0"/>
                    </a:p>
                  </a:txBody>
                  <a:tcPr/>
                </a:tc>
                <a:tc>
                  <a:txBody>
                    <a:bodyPr/>
                    <a:lstStyle/>
                    <a:p>
                      <a:pPr algn="l"/>
                      <a:r>
                        <a:rPr lang="en-AU" sz="1600" b="0" dirty="0"/>
                        <a:t>9.0</a:t>
                      </a:r>
                      <a:endParaRPr lang="en-AU" dirty="0"/>
                    </a:p>
                  </a:txBody>
                  <a:tcPr/>
                </a:tc>
                <a:extLst>
                  <a:ext uri="{0D108BD9-81ED-4DB2-BD59-A6C34878D82A}">
                    <a16:rowId xmlns:a16="http://schemas.microsoft.com/office/drawing/2014/main" val="10001"/>
                  </a:ext>
                </a:extLst>
              </a:tr>
            </a:tbl>
          </a:graphicData>
        </a:graphic>
      </p:graphicFrame>
      <p:sp>
        <p:nvSpPr>
          <p:cNvPr id="7" name="TextBox 6"/>
          <p:cNvSpPr txBox="1"/>
          <p:nvPr/>
        </p:nvSpPr>
        <p:spPr>
          <a:xfrm>
            <a:off x="579809" y="1063487"/>
            <a:ext cx="10999575" cy="1374913"/>
          </a:xfrm>
          <a:prstGeom prst="rect">
            <a:avLst/>
          </a:prstGeom>
          <a:noFill/>
        </p:spPr>
        <p:txBody>
          <a:bodyPr wrap="square" lIns="0" tIns="0" rIns="0" bIns="0" rtlCol="0">
            <a:noAutofit/>
          </a:bodyPr>
          <a:lstStyle/>
          <a:p>
            <a:pPr>
              <a:lnSpc>
                <a:spcPct val="90000"/>
              </a:lnSpc>
            </a:pPr>
            <a:r>
              <a:rPr lang="en-US" dirty="0"/>
              <a:t>This specific engagement by VMware Professional Services included the following components of the VMware Solution. This Solution Design content will only refer to these components.</a:t>
            </a:r>
          </a:p>
        </p:txBody>
      </p:sp>
    </p:spTree>
    <p:extLst>
      <p:ext uri="{BB962C8B-B14F-4D97-AF65-F5344CB8AC3E}">
        <p14:creationId xmlns:p14="http://schemas.microsoft.com/office/powerpoint/2010/main" val="1614855611"/>
      </p:ext>
    </p:extLst>
  </p:cSld>
  <p:clrMapOvr>
    <a:masterClrMapping/>
  </p:clrMapOvr>
  <p:transition spd="med">
    <p:fade/>
  </p:transition>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Engagement Scope - People and Process</a:t>
            </a:r>
          </a:p>
        </p:txBody>
      </p:sp>
      <p:sp>
        <p:nvSpPr>
          <p:cNvPr id="3" name="Subtitle 2">
            <a:extLst>
              <a:ext uri="{FF2B5EF4-FFF2-40B4-BE49-F238E27FC236}">
                <a16:creationId xmlns:a16="http://schemas.microsoft.com/office/drawing/2014/main" id="{78334F13-11CD-2101-CB1F-991B135B9660}"/>
              </a:ext>
            </a:extLst>
          </p:cNvPr>
          <p:cNvSpPr>
            <a:spLocks noGrp="1"/>
          </p:cNvSpPr>
          <p:nvPr>
            <p:ph type="subTitle" idx="10"/>
          </p:nvPr>
        </p:nvSpPr>
        <p:spPr/>
        <p:txBody>
          <a:bodyPr/>
          <a:lstStyle/>
          <a:p>
            <a:endParaRPr lang="en-US" dirty="0"/>
          </a:p>
        </p:txBody>
      </p:sp>
      <p:sp>
        <p:nvSpPr>
          <p:cNvPr id="4" name="Slide Number Placeholder 3"/>
          <p:cNvSpPr>
            <a:spLocks noGrp="1"/>
          </p:cNvSpPr>
          <p:nvPr>
            <p:ph type="sldNum" sz="quarter" idx="4294967295"/>
          </p:nvPr>
        </p:nvSpPr>
        <p:spPr>
          <a:xfrm>
            <a:off x="9447213" y="7351713"/>
            <a:ext cx="2741612" cy="365125"/>
          </a:xfrm>
          <a:prstGeom prst="rect">
            <a:avLst/>
          </a:prstGeom>
        </p:spPr>
        <p:txBody>
          <a:bodyPr/>
          <a:lstStyle/>
          <a:p>
            <a:fld id="{6EA6D8CF-3CDE-4807-BCD2-C9F2B831AAA5}" type="slidenum">
              <a:rPr lang="en-US" smtClean="0"/>
              <a:t>14</a:t>
            </a:fld>
            <a:endParaRPr lang="en-US" dirty="0"/>
          </a:p>
        </p:txBody>
      </p:sp>
      <p:graphicFrame>
        <p:nvGraphicFramePr>
          <p:cNvPr id="6" name="Table 5"/>
          <p:cNvGraphicFramePr>
            <a:graphicFrameLocks noGrp="1"/>
          </p:cNvGraphicFramePr>
          <p:nvPr/>
        </p:nvGraphicFramePr>
        <p:xfrm>
          <a:off x="417990" y="2438400"/>
          <a:ext cx="11161394" cy="2966720"/>
        </p:xfrm>
        <a:graphic>
          <a:graphicData uri="http://schemas.openxmlformats.org/drawingml/2006/table">
            <a:tbl>
              <a:tblPr firstRow="1" bandRow="1">
                <a:tableStyleId>{EB9631B5-78F2-41C9-869B-9F39066F8104}</a:tableStyleId>
              </a:tblPr>
              <a:tblGrid>
                <a:gridCol w="11161394">
                  <a:extLst>
                    <a:ext uri="{9D8B030D-6E8A-4147-A177-3AD203B41FA5}">
                      <a16:colId xmlns:a16="http://schemas.microsoft.com/office/drawing/2014/main" val="20001"/>
                    </a:ext>
                  </a:extLst>
                </a:gridCol>
              </a:tblGrid>
              <a:tr h="370840">
                <a:tc>
                  <a:txBody>
                    <a:bodyPr/>
                    <a:lstStyle/>
                    <a:p>
                      <a:r>
                        <a:rPr lang="en-US" dirty="0"/>
                        <a:t>People and Process Components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0000"/>
                  </a:ext>
                </a:extLst>
              </a:tr>
              <a:tr h="370840">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1"/>
                  </a:ext>
                </a:extLst>
              </a:tr>
              <a:tr h="370840">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2"/>
                  </a:ext>
                </a:extLst>
              </a:tr>
              <a:tr h="370840">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3"/>
                  </a:ext>
                </a:extLst>
              </a:tr>
              <a:tr h="370840">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4"/>
                  </a:ext>
                </a:extLst>
              </a:tr>
              <a:tr h="370840">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5"/>
                  </a:ext>
                </a:extLst>
              </a:tr>
              <a:tr h="370840">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6"/>
                  </a:ext>
                </a:extLst>
              </a:tr>
              <a:tr h="370840">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
        <p:nvSpPr>
          <p:cNvPr id="7" name="TextBox 6"/>
          <p:cNvSpPr txBox="1"/>
          <p:nvPr/>
        </p:nvSpPr>
        <p:spPr>
          <a:xfrm>
            <a:off x="579809" y="1063487"/>
            <a:ext cx="10999575" cy="1374913"/>
          </a:xfrm>
          <a:prstGeom prst="rect">
            <a:avLst/>
          </a:prstGeom>
          <a:noFill/>
        </p:spPr>
        <p:txBody>
          <a:bodyPr wrap="square" lIns="0" tIns="0" rIns="0" bIns="0" rtlCol="0">
            <a:noAutofit/>
          </a:bodyPr>
          <a:lstStyle/>
          <a:p>
            <a:pPr>
              <a:lnSpc>
                <a:spcPct val="90000"/>
              </a:lnSpc>
            </a:pPr>
            <a:r>
              <a:rPr lang="en-US" dirty="0"/>
              <a:t>This specific engagement by VMware Professional Services included the following components of the VMware Solution. This Solution Design content will only refer to these components.</a:t>
            </a:r>
          </a:p>
        </p:txBody>
      </p:sp>
      <p:sp>
        <p:nvSpPr>
          <p:cNvPr id="8" name="Rectangle 7"/>
          <p:cNvSpPr/>
          <p:nvPr/>
        </p:nvSpPr>
        <p:spPr>
          <a:xfrm>
            <a:off x="3256689" y="3150704"/>
            <a:ext cx="4287109" cy="2057400"/>
          </a:xfrm>
          <a:prstGeom prst="rect">
            <a:avLst/>
          </a:prstGeom>
          <a:solidFill>
            <a:srgbClr val="FFFF00"/>
          </a:solidFill>
        </p:spPr>
        <p:txBody>
          <a:bodyPr wrap="square">
            <a:spAutoFit/>
          </a:bodyPr>
          <a:lstStyle/>
          <a:p>
            <a:pPr algn="l"/>
            <a:r>
              <a:rPr lang="en-US" sz="1799" dirty="0"/>
              <a:t>Consultant: </a:t>
            </a:r>
            <a:endParaRPr lang="en-US" sz="1799" dirty="0">
              <a:solidFill>
                <a:schemeClr val="bg2">
                  <a:lumMod val="50000"/>
                </a:schemeClr>
              </a:solidFill>
            </a:endParaRPr>
          </a:p>
          <a:p>
            <a:r>
              <a:rPr lang="en-US" sz="1799" dirty="0">
                <a:solidFill>
                  <a:schemeClr val="bg2">
                    <a:lumMod val="50000"/>
                  </a:schemeClr>
                </a:solidFill>
              </a:rPr>
              <a:t>Before giving this presentation to any customer use the information in Solution Builder to define the products and the process types that are included in scope of this engagement.</a:t>
            </a:r>
          </a:p>
        </p:txBody>
      </p:sp>
    </p:spTree>
    <p:extLst>
      <p:ext uri="{BB962C8B-B14F-4D97-AF65-F5344CB8AC3E}">
        <p14:creationId xmlns:p14="http://schemas.microsoft.com/office/powerpoint/2010/main" val="1866105545"/>
      </p:ext>
    </p:extLst>
  </p:cSld>
  <p:clrMapOvr>
    <a:masterClrMapping/>
  </p:clrMapOvr>
  <p:transition spd="med">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EB880CA-5B0B-442C-BCEF-4A5AE9AE62E8}"/>
              </a:ext>
            </a:extLst>
          </p:cNvPr>
          <p:cNvSpPr>
            <a:spLocks noGrp="1"/>
          </p:cNvSpPr>
          <p:nvPr>
            <p:ph type="title"/>
          </p:nvPr>
        </p:nvSpPr>
        <p:spPr/>
        <p:txBody>
          <a:bodyPr/>
          <a:lstStyle/>
          <a:p>
            <a:r>
              <a:rPr lang="en-US" dirty="0"/>
              <a:t>VMware Cloud Foundation for networks</a:t>
            </a:r>
          </a:p>
        </p:txBody>
      </p:sp>
      <p:sp>
        <p:nvSpPr>
          <p:cNvPr id="3" name="Subtitle 2">
            <a:extLst>
              <a:ext uri="{FF2B5EF4-FFF2-40B4-BE49-F238E27FC236}">
                <a16:creationId xmlns:a16="http://schemas.microsoft.com/office/drawing/2014/main" id="{3A6D5A42-2996-4E4B-82CD-0E41D7D3A21B}"/>
              </a:ext>
            </a:extLst>
          </p:cNvPr>
          <p:cNvSpPr>
            <a:spLocks noGrp="1"/>
          </p:cNvSpPr>
          <p:nvPr>
            <p:ph type="subTitle" idx="10"/>
          </p:nvPr>
        </p:nvSpPr>
        <p:spPr/>
        <p:txBody>
          <a:bodyPr/>
          <a:lstStyle/>
          <a:p>
            <a:r>
              <a:rPr lang="en-US" dirty="0"/>
              <a:t>Deploy VMware Cloud Foundation for networks</a:t>
            </a:r>
          </a:p>
        </p:txBody>
      </p:sp>
    </p:spTree>
    <p:extLst>
      <p:ext uri="{BB962C8B-B14F-4D97-AF65-F5344CB8AC3E}">
        <p14:creationId xmlns:p14="http://schemas.microsoft.com/office/powerpoint/2010/main" val="1704848486"/>
      </p:ext>
    </p:extLst>
  </p:cSld>
  <p:clrMapOvr>
    <a:masterClrMapping/>
  </p:clrMapOvr>
  <p:transition spd="med">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2CE2C61D-31FF-4C1A-A931-65353534DD89}"/>
              </a:ext>
            </a:extLst>
          </p:cNvPr>
          <p:cNvSpPr>
            <a:spLocks noGrp="1"/>
          </p:cNvSpPr>
          <p:nvPr>
            <p:ph type="body" sz="quarter" idx="23"/>
          </p:nvPr>
        </p:nvSpPr>
        <p:spPr/>
        <p:txBody>
          <a:bodyPr/>
          <a:lstStyle/>
          <a:p>
            <a:r>
              <a:rPr lang="en-US" dirty="0"/>
              <a:t>Product Resources</a:t>
            </a:r>
          </a:p>
          <a:p>
            <a:r>
              <a:rPr lang="en-US" dirty="0"/>
              <a:t>Product Capabilities</a:t>
            </a:r>
          </a:p>
          <a:p>
            <a:r>
              <a:rPr lang="en-US" dirty="0"/>
              <a:t>Deployment Review</a:t>
            </a:r>
          </a:p>
          <a:p>
            <a:r>
              <a:rPr lang="en-US" dirty="0"/>
              <a:t>Deployment Walkthrough</a:t>
            </a:r>
          </a:p>
          <a:p>
            <a:r>
              <a:rPr lang="en-US" dirty="0"/>
              <a:t>Adoption Activities</a:t>
            </a:r>
          </a:p>
          <a:p>
            <a:endParaRPr lang="en-US" dirty="0"/>
          </a:p>
        </p:txBody>
      </p:sp>
    </p:spTree>
    <p:extLst>
      <p:ext uri="{BB962C8B-B14F-4D97-AF65-F5344CB8AC3E}">
        <p14:creationId xmlns:p14="http://schemas.microsoft.com/office/powerpoint/2010/main" val="311091439"/>
      </p:ext>
    </p:extLst>
  </p:cSld>
  <p:clrMapOvr>
    <a:masterClrMapping/>
  </p:clrMapOvr>
  <p:transition spd="med">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6A543A5-A3C3-4C05-B765-FF91B2008882}"/>
              </a:ext>
            </a:extLst>
          </p:cNvPr>
          <p:cNvSpPr>
            <a:spLocks noGrp="1"/>
          </p:cNvSpPr>
          <p:nvPr>
            <p:ph type="title"/>
          </p:nvPr>
        </p:nvSpPr>
        <p:spPr/>
        <p:txBody>
          <a:bodyPr/>
          <a:lstStyle/>
          <a:p>
            <a:r>
              <a:rPr lang="en-US" dirty="0"/>
              <a:t>Product Resources</a:t>
            </a:r>
          </a:p>
        </p:txBody>
      </p:sp>
      <p:sp>
        <p:nvSpPr>
          <p:cNvPr id="4" name="Subtitle 3">
            <a:extLst>
              <a:ext uri="{FF2B5EF4-FFF2-40B4-BE49-F238E27FC236}">
                <a16:creationId xmlns:a16="http://schemas.microsoft.com/office/drawing/2014/main" id="{247AE7D1-533B-446A-8E8E-FE8296109AA7}"/>
              </a:ext>
            </a:extLst>
          </p:cNvPr>
          <p:cNvSpPr>
            <a:spLocks noGrp="1"/>
          </p:cNvSpPr>
          <p:nvPr>
            <p:ph type="subTitle" idx="10"/>
          </p:nvPr>
        </p:nvSpPr>
        <p:spPr/>
        <p:txBody>
          <a:bodyPr/>
          <a:lstStyle/>
          <a:p>
            <a:endParaRPr lang="en-US" dirty="0"/>
          </a:p>
        </p:txBody>
      </p:sp>
    </p:spTree>
    <p:extLst>
      <p:ext uri="{BB962C8B-B14F-4D97-AF65-F5344CB8AC3E}">
        <p14:creationId xmlns:p14="http://schemas.microsoft.com/office/powerpoint/2010/main" val="3770351823"/>
      </p:ext>
    </p:extLst>
  </p:cSld>
  <p:clrMapOvr>
    <a:masterClrMapping/>
  </p:clrMapOvr>
  <p:transition spd="med">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2286099-4F1E-43AA-871A-BB414A061D0E}"/>
              </a:ext>
            </a:extLst>
          </p:cNvPr>
          <p:cNvSpPr>
            <a:spLocks noGrp="1"/>
          </p:cNvSpPr>
          <p:nvPr>
            <p:ph type="title"/>
          </p:nvPr>
        </p:nvSpPr>
        <p:spPr/>
        <p:txBody>
          <a:bodyPr/>
          <a:lstStyle/>
          <a:p>
            <a:r>
              <a:rPr lang="en-US" dirty="0"/>
              <a:t>Product Resources</a:t>
            </a:r>
          </a:p>
        </p:txBody>
      </p:sp>
      <p:sp>
        <p:nvSpPr>
          <p:cNvPr id="4" name="Subtitle 3">
            <a:extLst>
              <a:ext uri="{FF2B5EF4-FFF2-40B4-BE49-F238E27FC236}">
                <a16:creationId xmlns:a16="http://schemas.microsoft.com/office/drawing/2014/main" id="{7F2D5C11-A062-4DA5-A148-F195EC99ADA1}"/>
              </a:ext>
            </a:extLst>
          </p:cNvPr>
          <p:cNvSpPr>
            <a:spLocks noGrp="1"/>
          </p:cNvSpPr>
          <p:nvPr>
            <p:ph type="subTitle" idx="10"/>
          </p:nvPr>
        </p:nvSpPr>
        <p:spPr/>
        <p:txBody>
          <a:bodyPr/>
          <a:lstStyle/>
          <a:p>
            <a:r>
              <a:rPr lang="en-US" dirty="0"/>
              <a:t>Where to find product information</a:t>
            </a:r>
          </a:p>
        </p:txBody>
      </p:sp>
      <p:sp>
        <p:nvSpPr>
          <p:cNvPr id="5" name="Content Placeholder 4">
            <a:extLst>
              <a:ext uri="{FF2B5EF4-FFF2-40B4-BE49-F238E27FC236}">
                <a16:creationId xmlns:a16="http://schemas.microsoft.com/office/drawing/2014/main" id="{15042482-06D8-4DE0-A1FB-E92D924B6E63}"/>
              </a:ext>
            </a:extLst>
          </p:cNvPr>
          <p:cNvSpPr>
            <a:spLocks noGrp="1"/>
          </p:cNvSpPr>
          <p:nvPr>
            <p:ph sz="quarter" idx="14"/>
          </p:nvPr>
        </p:nvSpPr>
        <p:spPr/>
        <p:txBody>
          <a:bodyPr/>
          <a:lstStyle/>
          <a:p>
            <a:r>
              <a:rPr lang="en-US" dirty="0"/>
              <a:t>VMware Documentation</a:t>
            </a:r>
          </a:p>
          <a:p>
            <a:pPr lvl="1"/>
            <a:r>
              <a:rPr lang="en-US" dirty="0"/>
              <a:t>All products: </a:t>
            </a:r>
            <a:r>
              <a:rPr lang="en-US" dirty="0">
                <a:hlinkClick r:id="rId2"/>
              </a:rPr>
              <a:t>https://techdocs.broadcom.com/</a:t>
            </a:r>
            <a:endParaRPr lang="en-US" dirty="0"/>
          </a:p>
          <a:p>
            <a:pPr lvl="1"/>
            <a:r>
              <a:rPr lang="en-US" dirty="0"/>
              <a:t>Aria Operations for Networks: </a:t>
            </a:r>
            <a:r>
              <a:rPr lang="en-US" dirty="0">
                <a:hlinkClick r:id="rId3"/>
              </a:rPr>
              <a:t>https://techdocs.broadcom.com/us/en/vmware-cis/aria/aria-operations-for-networks/6-14.html</a:t>
            </a:r>
            <a:endParaRPr lang="en-US" dirty="0"/>
          </a:p>
          <a:p>
            <a:pPr lvl="1"/>
            <a:endParaRPr lang="en-US" dirty="0"/>
          </a:p>
          <a:p>
            <a:pPr lvl="1"/>
            <a:endParaRPr lang="en-US" dirty="0"/>
          </a:p>
        </p:txBody>
      </p:sp>
      <p:pic>
        <p:nvPicPr>
          <p:cNvPr id="7" name="Picture 6">
            <a:extLst>
              <a:ext uri="{FF2B5EF4-FFF2-40B4-BE49-F238E27FC236}">
                <a16:creationId xmlns:a16="http://schemas.microsoft.com/office/drawing/2014/main" id="{460FDFEA-424C-727D-C9D9-22F554D7CBB5}"/>
              </a:ext>
            </a:extLst>
          </p:cNvPr>
          <p:cNvPicPr>
            <a:picLocks noChangeAspect="1"/>
          </p:cNvPicPr>
          <p:nvPr/>
        </p:nvPicPr>
        <p:blipFill>
          <a:blip r:embed="rId4"/>
          <a:stretch>
            <a:fillRect/>
          </a:stretch>
        </p:blipFill>
        <p:spPr>
          <a:xfrm>
            <a:off x="1311116" y="3285389"/>
            <a:ext cx="9442629" cy="1624752"/>
          </a:xfrm>
          <a:prstGeom prst="rect">
            <a:avLst/>
          </a:prstGeom>
        </p:spPr>
      </p:pic>
    </p:spTree>
    <p:extLst>
      <p:ext uri="{BB962C8B-B14F-4D97-AF65-F5344CB8AC3E}">
        <p14:creationId xmlns:p14="http://schemas.microsoft.com/office/powerpoint/2010/main" val="1323423588"/>
      </p:ext>
    </p:extLst>
  </p:cSld>
  <p:clrMapOvr>
    <a:masterClrMapping/>
  </p:clrMapOvr>
  <p:transition spd="med">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2286099-4F1E-43AA-871A-BB414A061D0E}"/>
              </a:ext>
            </a:extLst>
          </p:cNvPr>
          <p:cNvSpPr>
            <a:spLocks noGrp="1"/>
          </p:cNvSpPr>
          <p:nvPr>
            <p:ph type="title"/>
          </p:nvPr>
        </p:nvSpPr>
        <p:spPr/>
        <p:txBody>
          <a:bodyPr/>
          <a:lstStyle/>
          <a:p>
            <a:r>
              <a:rPr lang="en-US" dirty="0"/>
              <a:t>Product Resources</a:t>
            </a:r>
          </a:p>
        </p:txBody>
      </p:sp>
      <p:sp>
        <p:nvSpPr>
          <p:cNvPr id="4" name="Subtitle 3">
            <a:extLst>
              <a:ext uri="{FF2B5EF4-FFF2-40B4-BE49-F238E27FC236}">
                <a16:creationId xmlns:a16="http://schemas.microsoft.com/office/drawing/2014/main" id="{7F2D5C11-A062-4DA5-A148-F195EC99ADA1}"/>
              </a:ext>
            </a:extLst>
          </p:cNvPr>
          <p:cNvSpPr>
            <a:spLocks noGrp="1"/>
          </p:cNvSpPr>
          <p:nvPr>
            <p:ph type="subTitle" idx="10"/>
          </p:nvPr>
        </p:nvSpPr>
        <p:spPr/>
        <p:txBody>
          <a:bodyPr/>
          <a:lstStyle/>
          <a:p>
            <a:r>
              <a:rPr lang="en-US" dirty="0"/>
              <a:t>Where to find product information</a:t>
            </a:r>
          </a:p>
        </p:txBody>
      </p:sp>
      <p:sp>
        <p:nvSpPr>
          <p:cNvPr id="5" name="Content Placeholder 4">
            <a:extLst>
              <a:ext uri="{FF2B5EF4-FFF2-40B4-BE49-F238E27FC236}">
                <a16:creationId xmlns:a16="http://schemas.microsoft.com/office/drawing/2014/main" id="{15042482-06D8-4DE0-A1FB-E92D924B6E63}"/>
              </a:ext>
            </a:extLst>
          </p:cNvPr>
          <p:cNvSpPr>
            <a:spLocks noGrp="1"/>
          </p:cNvSpPr>
          <p:nvPr>
            <p:ph sz="quarter" idx="14"/>
          </p:nvPr>
        </p:nvSpPr>
        <p:spPr/>
        <p:txBody>
          <a:bodyPr/>
          <a:lstStyle/>
          <a:p>
            <a:r>
              <a:rPr lang="en-US" dirty="0"/>
              <a:t>Broadcom Product Interoperability</a:t>
            </a:r>
          </a:p>
          <a:p>
            <a:pPr lvl="1"/>
            <a:r>
              <a:rPr lang="en-US" dirty="0"/>
              <a:t>Validate VMware Product Interoperability: </a:t>
            </a:r>
            <a:r>
              <a:rPr lang="en-US" dirty="0">
                <a:hlinkClick r:id="rId2"/>
              </a:rPr>
              <a:t>https://compatibilityguide.broadcom.com/</a:t>
            </a:r>
            <a:endParaRPr lang="en-US" dirty="0"/>
          </a:p>
          <a:p>
            <a:pPr lvl="1"/>
            <a:endParaRPr lang="en-US" dirty="0"/>
          </a:p>
          <a:p>
            <a:pPr lvl="1"/>
            <a:endParaRPr lang="en-US" dirty="0"/>
          </a:p>
          <a:p>
            <a:pPr lvl="1"/>
            <a:endParaRPr lang="en-US" dirty="0"/>
          </a:p>
        </p:txBody>
      </p:sp>
      <p:pic>
        <p:nvPicPr>
          <p:cNvPr id="7" name="Picture 6">
            <a:extLst>
              <a:ext uri="{FF2B5EF4-FFF2-40B4-BE49-F238E27FC236}">
                <a16:creationId xmlns:a16="http://schemas.microsoft.com/office/drawing/2014/main" id="{61DBD12D-571C-AE5C-3FEF-C8EFFBF1C540}"/>
              </a:ext>
            </a:extLst>
          </p:cNvPr>
          <p:cNvPicPr>
            <a:picLocks noChangeAspect="1"/>
          </p:cNvPicPr>
          <p:nvPr/>
        </p:nvPicPr>
        <p:blipFill>
          <a:blip r:embed="rId3"/>
          <a:stretch>
            <a:fillRect/>
          </a:stretch>
        </p:blipFill>
        <p:spPr>
          <a:xfrm>
            <a:off x="1719264" y="2513372"/>
            <a:ext cx="7939088" cy="3161788"/>
          </a:xfrm>
          <a:prstGeom prst="rect">
            <a:avLst/>
          </a:prstGeom>
        </p:spPr>
      </p:pic>
    </p:spTree>
    <p:extLst>
      <p:ext uri="{BB962C8B-B14F-4D97-AF65-F5344CB8AC3E}">
        <p14:creationId xmlns:p14="http://schemas.microsoft.com/office/powerpoint/2010/main" val="2668324213"/>
      </p:ext>
    </p:extLst>
  </p:cSld>
  <p:clrMapOvr>
    <a:masterClrMapping/>
  </p:clrMapOvr>
  <p:transition spd="med">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ABE55E2-EEC1-4861-9471-231C3849B842}"/>
              </a:ext>
            </a:extLst>
          </p:cNvPr>
          <p:cNvSpPr>
            <a:spLocks noGrp="1"/>
          </p:cNvSpPr>
          <p:nvPr>
            <p:ph type="title"/>
          </p:nvPr>
        </p:nvSpPr>
        <p:spPr/>
        <p:txBody>
          <a:bodyPr/>
          <a:lstStyle/>
          <a:p>
            <a:r>
              <a:rPr lang="en-US" dirty="0"/>
              <a:t>Product Resources</a:t>
            </a:r>
          </a:p>
        </p:txBody>
      </p:sp>
      <p:sp>
        <p:nvSpPr>
          <p:cNvPr id="3" name="Subtitle 2">
            <a:extLst>
              <a:ext uri="{FF2B5EF4-FFF2-40B4-BE49-F238E27FC236}">
                <a16:creationId xmlns:a16="http://schemas.microsoft.com/office/drawing/2014/main" id="{54B78ED9-E4E7-4531-A351-173943EF0167}"/>
              </a:ext>
            </a:extLst>
          </p:cNvPr>
          <p:cNvSpPr>
            <a:spLocks noGrp="1"/>
          </p:cNvSpPr>
          <p:nvPr>
            <p:ph type="subTitle" idx="10"/>
          </p:nvPr>
        </p:nvSpPr>
        <p:spPr/>
        <p:txBody>
          <a:bodyPr/>
          <a:lstStyle/>
          <a:p>
            <a:r>
              <a:rPr lang="en-US" dirty="0"/>
              <a:t>Where to find management pack information</a:t>
            </a:r>
          </a:p>
          <a:p>
            <a:endParaRPr lang="en-US" dirty="0"/>
          </a:p>
        </p:txBody>
      </p:sp>
      <p:sp>
        <p:nvSpPr>
          <p:cNvPr id="2" name="Content Placeholder 1">
            <a:extLst>
              <a:ext uri="{FF2B5EF4-FFF2-40B4-BE49-F238E27FC236}">
                <a16:creationId xmlns:a16="http://schemas.microsoft.com/office/drawing/2014/main" id="{B35BFF0F-61BF-47CA-B71B-3F505DC1247D}"/>
              </a:ext>
            </a:extLst>
          </p:cNvPr>
          <p:cNvSpPr>
            <a:spLocks noGrp="1"/>
          </p:cNvSpPr>
          <p:nvPr>
            <p:ph sz="quarter" idx="14"/>
          </p:nvPr>
        </p:nvSpPr>
        <p:spPr/>
        <p:txBody>
          <a:bodyPr/>
          <a:lstStyle/>
          <a:p>
            <a:r>
              <a:rPr lang="en-US" dirty="0"/>
              <a:t>VMware Solution Exchange: </a:t>
            </a:r>
            <a:r>
              <a:rPr lang="en-US" dirty="0">
                <a:hlinkClick r:id="rId2"/>
              </a:rPr>
              <a:t>https://vcf.broadcom.com/vsc/</a:t>
            </a:r>
            <a:endParaRPr lang="en-US" dirty="0"/>
          </a:p>
          <a:p>
            <a:pPr lvl="1"/>
            <a:r>
              <a:rPr lang="en-US" dirty="0"/>
              <a:t>VMware Management Packs</a:t>
            </a:r>
          </a:p>
          <a:p>
            <a:pPr lvl="1"/>
            <a:r>
              <a:rPr lang="en-US" dirty="0"/>
              <a:t>3</a:t>
            </a:r>
            <a:r>
              <a:rPr lang="en-US" baseline="30000" dirty="0"/>
              <a:t>rd</a:t>
            </a:r>
            <a:r>
              <a:rPr lang="en-US" dirty="0"/>
              <a:t> party Management Packs</a:t>
            </a:r>
          </a:p>
        </p:txBody>
      </p:sp>
      <p:pic>
        <p:nvPicPr>
          <p:cNvPr id="8" name="Picture 7">
            <a:extLst>
              <a:ext uri="{FF2B5EF4-FFF2-40B4-BE49-F238E27FC236}">
                <a16:creationId xmlns:a16="http://schemas.microsoft.com/office/drawing/2014/main" id="{3533A192-08F2-560B-E371-7A38A833E123}"/>
              </a:ext>
            </a:extLst>
          </p:cNvPr>
          <p:cNvPicPr>
            <a:picLocks noChangeAspect="1"/>
          </p:cNvPicPr>
          <p:nvPr/>
        </p:nvPicPr>
        <p:blipFill>
          <a:blip r:embed="rId3"/>
          <a:stretch>
            <a:fillRect/>
          </a:stretch>
        </p:blipFill>
        <p:spPr>
          <a:xfrm>
            <a:off x="2376489" y="2690159"/>
            <a:ext cx="6343650" cy="2804614"/>
          </a:xfrm>
          <a:prstGeom prst="rect">
            <a:avLst/>
          </a:prstGeom>
        </p:spPr>
      </p:pic>
    </p:spTree>
    <p:extLst>
      <p:ext uri="{BB962C8B-B14F-4D97-AF65-F5344CB8AC3E}">
        <p14:creationId xmlns:p14="http://schemas.microsoft.com/office/powerpoint/2010/main" val="2029615604"/>
      </p:ext>
    </p:extLst>
  </p:cSld>
  <p:clrMapOvr>
    <a:masterClrMapping/>
  </p:clrMapOvr>
  <p:transition spd="med">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CB12176-1173-46B6-B6CB-28B3EE284086}"/>
              </a:ext>
            </a:extLst>
          </p:cNvPr>
          <p:cNvSpPr>
            <a:spLocks noGrp="1"/>
          </p:cNvSpPr>
          <p:nvPr>
            <p:ph type="title"/>
          </p:nvPr>
        </p:nvSpPr>
        <p:spPr/>
        <p:txBody>
          <a:bodyPr/>
          <a:lstStyle/>
          <a:p>
            <a:r>
              <a:rPr lang="en-US" dirty="0"/>
              <a:t>Product Capabilities</a:t>
            </a:r>
          </a:p>
        </p:txBody>
      </p:sp>
      <p:sp>
        <p:nvSpPr>
          <p:cNvPr id="4" name="Subtitle 3">
            <a:extLst>
              <a:ext uri="{FF2B5EF4-FFF2-40B4-BE49-F238E27FC236}">
                <a16:creationId xmlns:a16="http://schemas.microsoft.com/office/drawing/2014/main" id="{3022959E-BED3-41FE-9C7F-E578B7E782E7}"/>
              </a:ext>
            </a:extLst>
          </p:cNvPr>
          <p:cNvSpPr>
            <a:spLocks noGrp="1"/>
          </p:cNvSpPr>
          <p:nvPr>
            <p:ph type="subTitle" idx="10"/>
          </p:nvPr>
        </p:nvSpPr>
        <p:spPr/>
        <p:txBody>
          <a:bodyPr/>
          <a:lstStyle/>
          <a:p>
            <a:endParaRPr lang="en-US" dirty="0"/>
          </a:p>
        </p:txBody>
      </p:sp>
    </p:spTree>
    <p:extLst>
      <p:ext uri="{BB962C8B-B14F-4D97-AF65-F5344CB8AC3E}">
        <p14:creationId xmlns:p14="http://schemas.microsoft.com/office/powerpoint/2010/main" val="906466921"/>
      </p:ext>
    </p:extLst>
  </p:cSld>
  <p:clrMapOvr>
    <a:masterClrMapping/>
  </p:clrMapOvr>
  <p:transition spd="med">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3588AFFD-F7ED-4845-BF0E-F75FF013C3FC}"/>
              </a:ext>
            </a:extLst>
          </p:cNvPr>
          <p:cNvSpPr>
            <a:spLocks noGrp="1"/>
          </p:cNvSpPr>
          <p:nvPr>
            <p:ph type="title"/>
          </p:nvPr>
        </p:nvSpPr>
        <p:spPr/>
        <p:txBody>
          <a:bodyPr/>
          <a:lstStyle/>
          <a:p>
            <a:r>
              <a:rPr lang="en-US" dirty="0"/>
              <a:t>Product Capabilities</a:t>
            </a:r>
          </a:p>
        </p:txBody>
      </p:sp>
      <p:sp>
        <p:nvSpPr>
          <p:cNvPr id="6" name="Subtitle 5">
            <a:extLst>
              <a:ext uri="{FF2B5EF4-FFF2-40B4-BE49-F238E27FC236}">
                <a16:creationId xmlns:a16="http://schemas.microsoft.com/office/drawing/2014/main" id="{93397D48-38F9-4A46-882B-0F04503E9C56}"/>
              </a:ext>
            </a:extLst>
          </p:cNvPr>
          <p:cNvSpPr>
            <a:spLocks noGrp="1"/>
          </p:cNvSpPr>
          <p:nvPr>
            <p:ph type="subTitle" idx="10"/>
          </p:nvPr>
        </p:nvSpPr>
        <p:spPr/>
        <p:txBody>
          <a:bodyPr/>
          <a:lstStyle/>
          <a:p>
            <a:endParaRPr lang="en-US" dirty="0"/>
          </a:p>
        </p:txBody>
      </p:sp>
      <p:sp>
        <p:nvSpPr>
          <p:cNvPr id="10" name="Content Placeholder 9">
            <a:extLst>
              <a:ext uri="{FF2B5EF4-FFF2-40B4-BE49-F238E27FC236}">
                <a16:creationId xmlns:a16="http://schemas.microsoft.com/office/drawing/2014/main" id="{92A32DAE-EB83-460B-8843-0A1B360A6198}"/>
              </a:ext>
            </a:extLst>
          </p:cNvPr>
          <p:cNvSpPr>
            <a:spLocks noGrp="1"/>
          </p:cNvSpPr>
          <p:nvPr>
            <p:ph sz="quarter" idx="14"/>
          </p:nvPr>
        </p:nvSpPr>
        <p:spPr/>
        <p:txBody>
          <a:bodyPr/>
          <a:lstStyle/>
          <a:p>
            <a:endParaRPr lang="en-US" dirty="0"/>
          </a:p>
        </p:txBody>
      </p:sp>
      <p:sp>
        <p:nvSpPr>
          <p:cNvPr id="11" name="Content Placeholder 7">
            <a:extLst>
              <a:ext uri="{FF2B5EF4-FFF2-40B4-BE49-F238E27FC236}">
                <a16:creationId xmlns:a16="http://schemas.microsoft.com/office/drawing/2014/main" id="{EF9DDDCC-51F2-459A-9B2B-09D659F30B09}"/>
              </a:ext>
            </a:extLst>
          </p:cNvPr>
          <p:cNvSpPr txBox="1">
            <a:spLocks/>
          </p:cNvSpPr>
          <p:nvPr/>
        </p:nvSpPr>
        <p:spPr>
          <a:xfrm>
            <a:off x="2546443" y="2882697"/>
            <a:ext cx="7095938" cy="1092607"/>
          </a:xfrm>
          <a:prstGeom prst="rect">
            <a:avLst/>
          </a:prstGeom>
          <a:solidFill>
            <a:srgbClr val="FFFF00"/>
          </a:solidFill>
        </p:spPr>
        <p:txBody>
          <a:bodyPr vert="horz" wrap="square" lIns="0" tIns="0" rIns="0" bIns="0" rtlCol="0">
            <a:spAutoFit/>
          </a:bodyPr>
          <a:lstStyle>
            <a:lvl1pPr marL="0" indent="0" algn="l" defTabSz="914400" rtl="0" eaLnBrk="1" latinLnBrk="0" hangingPunct="1">
              <a:lnSpc>
                <a:spcPct val="100000"/>
              </a:lnSpc>
              <a:spcBef>
                <a:spcPts val="1500"/>
              </a:spcBef>
              <a:buClr>
                <a:schemeClr val="tx1">
                  <a:lumMod val="60000"/>
                  <a:lumOff val="40000"/>
                </a:schemeClr>
              </a:buClr>
              <a:buSzPct val="90000"/>
              <a:buFont typeface="Arial" panose="020B0604020202020204" pitchFamily="34" charset="0"/>
              <a:buChar char="​"/>
              <a:defRPr sz="2000" kern="1200">
                <a:solidFill>
                  <a:schemeClr val="tx2"/>
                </a:solidFill>
                <a:latin typeface="+mn-lt"/>
                <a:ea typeface="+mn-ea"/>
                <a:cs typeface="+mn-cs"/>
              </a:defRPr>
            </a:lvl1pPr>
            <a:lvl2pPr marL="457200" indent="-184150" algn="l" defTabSz="914400" rtl="0" eaLnBrk="1" latinLnBrk="0" hangingPunct="1">
              <a:lnSpc>
                <a:spcPct val="100000"/>
              </a:lnSpc>
              <a:spcBef>
                <a:spcPts val="300"/>
              </a:spcBef>
              <a:buClr>
                <a:schemeClr val="tx2"/>
              </a:buClr>
              <a:buSzPct val="90000"/>
              <a:buFont typeface="Arial" panose="020B0604020202020204" pitchFamily="34" charset="0"/>
              <a:buChar char="•"/>
              <a:defRPr sz="1800" kern="1200">
                <a:solidFill>
                  <a:schemeClr val="tx2"/>
                </a:solidFill>
                <a:latin typeface="+mn-lt"/>
                <a:ea typeface="+mn-ea"/>
                <a:cs typeface="+mn-cs"/>
              </a:defRPr>
            </a:lvl2pPr>
            <a:lvl3pPr marL="744538" indent="-169863" algn="l" defTabSz="914400" rtl="0" eaLnBrk="1" latinLnBrk="0" hangingPunct="1">
              <a:lnSpc>
                <a:spcPct val="100000"/>
              </a:lnSpc>
              <a:spcBef>
                <a:spcPts val="300"/>
              </a:spcBef>
              <a:spcAft>
                <a:spcPts val="0"/>
              </a:spcAft>
              <a:buClr>
                <a:schemeClr val="tx2"/>
              </a:buClr>
              <a:buSzPct val="90000"/>
              <a:buFont typeface="Camphor Std" panose="020B0504030404020204" pitchFamily="34" charset="0"/>
              <a:buChar char="–"/>
              <a:defRPr sz="1600" kern="1200">
                <a:solidFill>
                  <a:schemeClr val="tx2"/>
                </a:solidFill>
                <a:latin typeface="+mn-lt"/>
                <a:ea typeface="+mn-ea"/>
                <a:cs typeface="+mn-cs"/>
              </a:defRPr>
            </a:lvl3pPr>
            <a:lvl4pPr marL="969963" indent="-166688" algn="l" defTabSz="914400" rtl="0" eaLnBrk="1" latinLnBrk="0" hangingPunct="1">
              <a:lnSpc>
                <a:spcPct val="100000"/>
              </a:lnSpc>
              <a:spcBef>
                <a:spcPts val="300"/>
              </a:spcBef>
              <a:buClr>
                <a:schemeClr val="tx2"/>
              </a:buClr>
              <a:buSzPct val="90000"/>
              <a:buFont typeface="Arial" panose="020B0604020202020204" pitchFamily="34" charset="0"/>
              <a:buChar char="•"/>
              <a:defRPr sz="1400" kern="1200">
                <a:solidFill>
                  <a:schemeClr val="tx2"/>
                </a:solidFill>
                <a:latin typeface="+mn-lt"/>
                <a:ea typeface="+mn-ea"/>
                <a:cs typeface="+mn-cs"/>
              </a:defRPr>
            </a:lvl4pPr>
            <a:lvl5pPr marL="1143000" indent="-138113" algn="l" defTabSz="914400" rtl="0" eaLnBrk="1" latinLnBrk="0" hangingPunct="1">
              <a:lnSpc>
                <a:spcPct val="100000"/>
              </a:lnSpc>
              <a:spcBef>
                <a:spcPts val="300"/>
              </a:spcBef>
              <a:buClr>
                <a:schemeClr val="tx2"/>
              </a:buClr>
              <a:buSzPct val="90000"/>
              <a:buFont typeface="Camphor Std" panose="020B0504030404020204" pitchFamily="34" charset="0"/>
              <a:buChar char="–"/>
              <a:tabLst/>
              <a:defRPr sz="1400" kern="1200">
                <a:solidFill>
                  <a:schemeClr val="tx2"/>
                </a:solidFill>
                <a:latin typeface="+mn-lt"/>
                <a:ea typeface="+mn-ea"/>
                <a:cs typeface="+mn-cs"/>
              </a:defRPr>
            </a:lvl5pPr>
            <a:lvl6pPr marL="228600" indent="-228600" algn="l" defTabSz="914400" rtl="0" eaLnBrk="1" latinLnBrk="0" hangingPunct="1">
              <a:lnSpc>
                <a:spcPct val="100000"/>
              </a:lnSpc>
              <a:spcBef>
                <a:spcPts val="1800"/>
              </a:spcBef>
              <a:buClr>
                <a:schemeClr val="tx2"/>
              </a:buClr>
              <a:buSzPct val="90000"/>
              <a:buFont typeface="+mj-lt"/>
              <a:buAutoNum type="arabicPeriod"/>
              <a:defRPr sz="2000" kern="1200">
                <a:solidFill>
                  <a:schemeClr val="tx2"/>
                </a:solidFill>
                <a:latin typeface="+mn-lt"/>
                <a:ea typeface="+mn-ea"/>
                <a:cs typeface="+mn-cs"/>
              </a:defRPr>
            </a:lvl6pPr>
            <a:lvl7pPr marL="512763" indent="-228600" algn="l" defTabSz="914400" rtl="0" eaLnBrk="1" latinLnBrk="0" hangingPunct="1">
              <a:lnSpc>
                <a:spcPct val="100000"/>
              </a:lnSpc>
              <a:spcBef>
                <a:spcPts val="300"/>
              </a:spcBef>
              <a:buClr>
                <a:schemeClr val="tx2"/>
              </a:buClr>
              <a:buSzPct val="90000"/>
              <a:buFont typeface="+mj-lt"/>
              <a:buAutoNum type="alphaLcPeriod"/>
              <a:defRPr sz="1600" kern="1200">
                <a:solidFill>
                  <a:schemeClr val="tx2"/>
                </a:solidFill>
                <a:latin typeface="+mn-lt"/>
                <a:ea typeface="+mn-ea"/>
                <a:cs typeface="+mn-cs"/>
              </a:defRPr>
            </a:lvl7pPr>
            <a:lvl8pPr marL="741363" indent="-166688" algn="l" defTabSz="914400" rtl="0" eaLnBrk="1" latinLnBrk="0" hangingPunct="1">
              <a:lnSpc>
                <a:spcPct val="90000"/>
              </a:lnSpc>
              <a:spcBef>
                <a:spcPts val="600"/>
              </a:spcBef>
              <a:buClr>
                <a:schemeClr val="tx2"/>
              </a:buClr>
              <a:buSzPct val="90000"/>
              <a:buFont typeface="+mj-lt"/>
              <a:buAutoNum type="romanLcPeriod"/>
              <a:defRPr sz="1400" kern="1200">
                <a:solidFill>
                  <a:schemeClr val="tx2"/>
                </a:solidFill>
                <a:latin typeface="+mn-lt"/>
                <a:ea typeface="+mn-ea"/>
                <a:cs typeface="+mn-cs"/>
              </a:defRPr>
            </a:lvl8pPr>
            <a:lvl9pPr marL="284163" indent="-284163" algn="l" defTabSz="914400" rtl="0" eaLnBrk="1" latinLnBrk="0" hangingPunct="1">
              <a:lnSpc>
                <a:spcPct val="100000"/>
              </a:lnSpc>
              <a:spcBef>
                <a:spcPts val="1800"/>
              </a:spcBef>
              <a:buClr>
                <a:schemeClr val="tx2"/>
              </a:buClr>
              <a:buSzPct val="90000"/>
              <a:buFont typeface="+mj-lt"/>
              <a:buAutoNum type="alphaUcPeriod"/>
              <a:defRPr sz="2000" kern="1200">
                <a:solidFill>
                  <a:schemeClr val="tx2"/>
                </a:solidFill>
                <a:latin typeface="+mn-lt"/>
                <a:ea typeface="+mn-ea"/>
                <a:cs typeface="+mn-cs"/>
              </a:defRPr>
            </a:lvl9pPr>
          </a:lstStyle>
          <a:p>
            <a:pPr>
              <a:spcAft>
                <a:spcPts val="600"/>
              </a:spcAft>
            </a:pPr>
            <a:r>
              <a:rPr lang="en-US" sz="1200" b="1" u="sng" dirty="0">
                <a:solidFill>
                  <a:schemeClr val="bg2">
                    <a:lumMod val="10000"/>
                  </a:schemeClr>
                </a:solidFill>
              </a:rPr>
              <a:t>NOTE TO PSO Consultant/Architect:</a:t>
            </a:r>
          </a:p>
          <a:p>
            <a:pPr>
              <a:spcAft>
                <a:spcPts val="600"/>
              </a:spcAft>
            </a:pPr>
            <a:r>
              <a:rPr lang="en-US" sz="1200" dirty="0">
                <a:solidFill>
                  <a:schemeClr val="bg2">
                    <a:lumMod val="10000"/>
                  </a:schemeClr>
                </a:solidFill>
              </a:rPr>
              <a:t>Insert slides from the technical marketing decks here to tailor the presentation to the Customer.</a:t>
            </a:r>
          </a:p>
          <a:p>
            <a:pPr>
              <a:spcAft>
                <a:spcPts val="600"/>
              </a:spcAft>
            </a:pPr>
            <a:endParaRPr lang="en-US" sz="1200" dirty="0"/>
          </a:p>
        </p:txBody>
      </p:sp>
    </p:spTree>
    <p:extLst>
      <p:ext uri="{BB962C8B-B14F-4D97-AF65-F5344CB8AC3E}">
        <p14:creationId xmlns:p14="http://schemas.microsoft.com/office/powerpoint/2010/main" val="3387361241"/>
      </p:ext>
    </p:extLst>
  </p:cSld>
  <p:clrMapOvr>
    <a:masterClrMapping/>
  </p:clrMapOvr>
  <p:transition spd="med">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6D594AB-F266-46C8-B1E0-C6AED1A02791}"/>
              </a:ext>
            </a:extLst>
          </p:cNvPr>
          <p:cNvSpPr>
            <a:spLocks noGrp="1"/>
          </p:cNvSpPr>
          <p:nvPr>
            <p:ph type="title"/>
          </p:nvPr>
        </p:nvSpPr>
        <p:spPr/>
        <p:txBody>
          <a:bodyPr/>
          <a:lstStyle/>
          <a:p>
            <a:r>
              <a:rPr lang="en-US" dirty="0"/>
              <a:t>Configuration Review</a:t>
            </a:r>
            <a:br>
              <a:rPr lang="en-US" dirty="0"/>
            </a:br>
            <a:endParaRPr lang="en-US" dirty="0"/>
          </a:p>
        </p:txBody>
      </p:sp>
      <p:sp>
        <p:nvSpPr>
          <p:cNvPr id="6" name="Subtitle 5">
            <a:extLst>
              <a:ext uri="{FF2B5EF4-FFF2-40B4-BE49-F238E27FC236}">
                <a16:creationId xmlns:a16="http://schemas.microsoft.com/office/drawing/2014/main" id="{6A5D9907-9657-4C73-89E7-089BD8D4CB72}"/>
              </a:ext>
            </a:extLst>
          </p:cNvPr>
          <p:cNvSpPr>
            <a:spLocks noGrp="1"/>
          </p:cNvSpPr>
          <p:nvPr>
            <p:ph type="subTitle" idx="10"/>
          </p:nvPr>
        </p:nvSpPr>
        <p:spPr/>
        <p:txBody>
          <a:bodyPr/>
          <a:lstStyle/>
          <a:p>
            <a:endParaRPr lang="en-US" dirty="0"/>
          </a:p>
        </p:txBody>
      </p:sp>
    </p:spTree>
    <p:extLst>
      <p:ext uri="{BB962C8B-B14F-4D97-AF65-F5344CB8AC3E}">
        <p14:creationId xmlns:p14="http://schemas.microsoft.com/office/powerpoint/2010/main" val="40056068"/>
      </p:ext>
    </p:extLst>
  </p:cSld>
  <p:clrMapOvr>
    <a:masterClrMapping/>
  </p:clrMapOvr>
  <p:transition spd="med">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3588AFFD-F7ED-4845-BF0E-F75FF013C3FC}"/>
              </a:ext>
            </a:extLst>
          </p:cNvPr>
          <p:cNvSpPr>
            <a:spLocks noGrp="1"/>
          </p:cNvSpPr>
          <p:nvPr>
            <p:ph type="title"/>
          </p:nvPr>
        </p:nvSpPr>
        <p:spPr/>
        <p:txBody>
          <a:bodyPr/>
          <a:lstStyle/>
          <a:p>
            <a:r>
              <a:rPr lang="en-US" dirty="0"/>
              <a:t>Configuration Review</a:t>
            </a:r>
          </a:p>
        </p:txBody>
      </p:sp>
      <p:sp>
        <p:nvSpPr>
          <p:cNvPr id="6" name="Subtitle 5">
            <a:extLst>
              <a:ext uri="{FF2B5EF4-FFF2-40B4-BE49-F238E27FC236}">
                <a16:creationId xmlns:a16="http://schemas.microsoft.com/office/drawing/2014/main" id="{93397D48-38F9-4A46-882B-0F04503E9C56}"/>
              </a:ext>
            </a:extLst>
          </p:cNvPr>
          <p:cNvSpPr>
            <a:spLocks noGrp="1"/>
          </p:cNvSpPr>
          <p:nvPr>
            <p:ph type="subTitle" idx="10"/>
          </p:nvPr>
        </p:nvSpPr>
        <p:spPr/>
        <p:txBody>
          <a:bodyPr/>
          <a:lstStyle/>
          <a:p>
            <a:endParaRPr lang="en-US" dirty="0"/>
          </a:p>
        </p:txBody>
      </p:sp>
      <p:sp>
        <p:nvSpPr>
          <p:cNvPr id="10" name="Content Placeholder 9">
            <a:extLst>
              <a:ext uri="{FF2B5EF4-FFF2-40B4-BE49-F238E27FC236}">
                <a16:creationId xmlns:a16="http://schemas.microsoft.com/office/drawing/2014/main" id="{92A32DAE-EB83-460B-8843-0A1B360A6198}"/>
              </a:ext>
            </a:extLst>
          </p:cNvPr>
          <p:cNvSpPr>
            <a:spLocks noGrp="1"/>
          </p:cNvSpPr>
          <p:nvPr>
            <p:ph sz="quarter" idx="14"/>
          </p:nvPr>
        </p:nvSpPr>
        <p:spPr/>
        <p:txBody>
          <a:bodyPr/>
          <a:lstStyle/>
          <a:p>
            <a:endParaRPr lang="en-US" dirty="0"/>
          </a:p>
        </p:txBody>
      </p:sp>
      <p:sp>
        <p:nvSpPr>
          <p:cNvPr id="7" name="Content Placeholder 7">
            <a:extLst>
              <a:ext uri="{FF2B5EF4-FFF2-40B4-BE49-F238E27FC236}">
                <a16:creationId xmlns:a16="http://schemas.microsoft.com/office/drawing/2014/main" id="{654E129F-18FF-4EB6-A821-C9BE18303D06}"/>
              </a:ext>
            </a:extLst>
          </p:cNvPr>
          <p:cNvSpPr txBox="1">
            <a:spLocks/>
          </p:cNvSpPr>
          <p:nvPr/>
        </p:nvSpPr>
        <p:spPr>
          <a:xfrm>
            <a:off x="2546443" y="2882697"/>
            <a:ext cx="7095938" cy="1646605"/>
          </a:xfrm>
          <a:prstGeom prst="rect">
            <a:avLst/>
          </a:prstGeom>
          <a:solidFill>
            <a:srgbClr val="FFFF00"/>
          </a:solidFill>
        </p:spPr>
        <p:txBody>
          <a:bodyPr vert="horz" wrap="square" lIns="0" tIns="0" rIns="0" bIns="0" rtlCol="0">
            <a:spAutoFit/>
          </a:bodyPr>
          <a:lstStyle>
            <a:lvl1pPr marL="0" indent="0" algn="l" defTabSz="914400" rtl="0" eaLnBrk="1" latinLnBrk="0" hangingPunct="1">
              <a:lnSpc>
                <a:spcPct val="100000"/>
              </a:lnSpc>
              <a:spcBef>
                <a:spcPts val="1500"/>
              </a:spcBef>
              <a:buClr>
                <a:schemeClr val="tx1">
                  <a:lumMod val="60000"/>
                  <a:lumOff val="40000"/>
                </a:schemeClr>
              </a:buClr>
              <a:buSzPct val="90000"/>
              <a:buFont typeface="Arial" panose="020B0604020202020204" pitchFamily="34" charset="0"/>
              <a:buChar char="​"/>
              <a:defRPr sz="2000" kern="1200">
                <a:solidFill>
                  <a:schemeClr val="tx2"/>
                </a:solidFill>
                <a:latin typeface="+mn-lt"/>
                <a:ea typeface="+mn-ea"/>
                <a:cs typeface="+mn-cs"/>
              </a:defRPr>
            </a:lvl1pPr>
            <a:lvl2pPr marL="457200" indent="-184150" algn="l" defTabSz="914400" rtl="0" eaLnBrk="1" latinLnBrk="0" hangingPunct="1">
              <a:lnSpc>
                <a:spcPct val="100000"/>
              </a:lnSpc>
              <a:spcBef>
                <a:spcPts val="300"/>
              </a:spcBef>
              <a:buClr>
                <a:schemeClr val="tx2"/>
              </a:buClr>
              <a:buSzPct val="90000"/>
              <a:buFont typeface="Arial" panose="020B0604020202020204" pitchFamily="34" charset="0"/>
              <a:buChar char="•"/>
              <a:defRPr sz="1800" kern="1200">
                <a:solidFill>
                  <a:schemeClr val="tx2"/>
                </a:solidFill>
                <a:latin typeface="+mn-lt"/>
                <a:ea typeface="+mn-ea"/>
                <a:cs typeface="+mn-cs"/>
              </a:defRPr>
            </a:lvl2pPr>
            <a:lvl3pPr marL="744538" indent="-169863" algn="l" defTabSz="914400" rtl="0" eaLnBrk="1" latinLnBrk="0" hangingPunct="1">
              <a:lnSpc>
                <a:spcPct val="100000"/>
              </a:lnSpc>
              <a:spcBef>
                <a:spcPts val="300"/>
              </a:spcBef>
              <a:spcAft>
                <a:spcPts val="0"/>
              </a:spcAft>
              <a:buClr>
                <a:schemeClr val="tx2"/>
              </a:buClr>
              <a:buSzPct val="90000"/>
              <a:buFont typeface="Camphor Std" panose="020B0504030404020204" pitchFamily="34" charset="0"/>
              <a:buChar char="–"/>
              <a:defRPr sz="1600" kern="1200">
                <a:solidFill>
                  <a:schemeClr val="tx2"/>
                </a:solidFill>
                <a:latin typeface="+mn-lt"/>
                <a:ea typeface="+mn-ea"/>
                <a:cs typeface="+mn-cs"/>
              </a:defRPr>
            </a:lvl3pPr>
            <a:lvl4pPr marL="969963" indent="-166688" algn="l" defTabSz="914400" rtl="0" eaLnBrk="1" latinLnBrk="0" hangingPunct="1">
              <a:lnSpc>
                <a:spcPct val="100000"/>
              </a:lnSpc>
              <a:spcBef>
                <a:spcPts val="300"/>
              </a:spcBef>
              <a:buClr>
                <a:schemeClr val="tx2"/>
              </a:buClr>
              <a:buSzPct val="90000"/>
              <a:buFont typeface="Arial" panose="020B0604020202020204" pitchFamily="34" charset="0"/>
              <a:buChar char="•"/>
              <a:defRPr sz="1400" kern="1200">
                <a:solidFill>
                  <a:schemeClr val="tx2"/>
                </a:solidFill>
                <a:latin typeface="+mn-lt"/>
                <a:ea typeface="+mn-ea"/>
                <a:cs typeface="+mn-cs"/>
              </a:defRPr>
            </a:lvl4pPr>
            <a:lvl5pPr marL="1143000" indent="-138113" algn="l" defTabSz="914400" rtl="0" eaLnBrk="1" latinLnBrk="0" hangingPunct="1">
              <a:lnSpc>
                <a:spcPct val="100000"/>
              </a:lnSpc>
              <a:spcBef>
                <a:spcPts val="300"/>
              </a:spcBef>
              <a:buClr>
                <a:schemeClr val="tx2"/>
              </a:buClr>
              <a:buSzPct val="90000"/>
              <a:buFont typeface="Camphor Std" panose="020B0504030404020204" pitchFamily="34" charset="0"/>
              <a:buChar char="–"/>
              <a:tabLst/>
              <a:defRPr sz="1400" kern="1200">
                <a:solidFill>
                  <a:schemeClr val="tx2"/>
                </a:solidFill>
                <a:latin typeface="+mn-lt"/>
                <a:ea typeface="+mn-ea"/>
                <a:cs typeface="+mn-cs"/>
              </a:defRPr>
            </a:lvl5pPr>
            <a:lvl6pPr marL="228600" indent="-228600" algn="l" defTabSz="914400" rtl="0" eaLnBrk="1" latinLnBrk="0" hangingPunct="1">
              <a:lnSpc>
                <a:spcPct val="100000"/>
              </a:lnSpc>
              <a:spcBef>
                <a:spcPts val="1800"/>
              </a:spcBef>
              <a:buClr>
                <a:schemeClr val="tx2"/>
              </a:buClr>
              <a:buSzPct val="90000"/>
              <a:buFont typeface="+mj-lt"/>
              <a:buAutoNum type="arabicPeriod"/>
              <a:defRPr sz="2000" kern="1200">
                <a:solidFill>
                  <a:schemeClr val="tx2"/>
                </a:solidFill>
                <a:latin typeface="+mn-lt"/>
                <a:ea typeface="+mn-ea"/>
                <a:cs typeface="+mn-cs"/>
              </a:defRPr>
            </a:lvl6pPr>
            <a:lvl7pPr marL="512763" indent="-228600" algn="l" defTabSz="914400" rtl="0" eaLnBrk="1" latinLnBrk="0" hangingPunct="1">
              <a:lnSpc>
                <a:spcPct val="100000"/>
              </a:lnSpc>
              <a:spcBef>
                <a:spcPts val="300"/>
              </a:spcBef>
              <a:buClr>
                <a:schemeClr val="tx2"/>
              </a:buClr>
              <a:buSzPct val="90000"/>
              <a:buFont typeface="+mj-lt"/>
              <a:buAutoNum type="alphaLcPeriod"/>
              <a:defRPr sz="1600" kern="1200">
                <a:solidFill>
                  <a:schemeClr val="tx2"/>
                </a:solidFill>
                <a:latin typeface="+mn-lt"/>
                <a:ea typeface="+mn-ea"/>
                <a:cs typeface="+mn-cs"/>
              </a:defRPr>
            </a:lvl7pPr>
            <a:lvl8pPr marL="741363" indent="-166688" algn="l" defTabSz="914400" rtl="0" eaLnBrk="1" latinLnBrk="0" hangingPunct="1">
              <a:lnSpc>
                <a:spcPct val="90000"/>
              </a:lnSpc>
              <a:spcBef>
                <a:spcPts val="600"/>
              </a:spcBef>
              <a:buClr>
                <a:schemeClr val="tx2"/>
              </a:buClr>
              <a:buSzPct val="90000"/>
              <a:buFont typeface="+mj-lt"/>
              <a:buAutoNum type="romanLcPeriod"/>
              <a:defRPr sz="1400" kern="1200">
                <a:solidFill>
                  <a:schemeClr val="tx2"/>
                </a:solidFill>
                <a:latin typeface="+mn-lt"/>
                <a:ea typeface="+mn-ea"/>
                <a:cs typeface="+mn-cs"/>
              </a:defRPr>
            </a:lvl8pPr>
            <a:lvl9pPr marL="284163" indent="-284163" algn="l" defTabSz="914400" rtl="0" eaLnBrk="1" latinLnBrk="0" hangingPunct="1">
              <a:lnSpc>
                <a:spcPct val="100000"/>
              </a:lnSpc>
              <a:spcBef>
                <a:spcPts val="1800"/>
              </a:spcBef>
              <a:buClr>
                <a:schemeClr val="tx2"/>
              </a:buClr>
              <a:buSzPct val="90000"/>
              <a:buFont typeface="+mj-lt"/>
              <a:buAutoNum type="alphaUcPeriod"/>
              <a:defRPr sz="2000" kern="1200">
                <a:solidFill>
                  <a:schemeClr val="tx2"/>
                </a:solidFill>
                <a:latin typeface="+mn-lt"/>
                <a:ea typeface="+mn-ea"/>
                <a:cs typeface="+mn-cs"/>
              </a:defRPr>
            </a:lvl9pPr>
          </a:lstStyle>
          <a:p>
            <a:pPr>
              <a:spcAft>
                <a:spcPts val="600"/>
              </a:spcAft>
            </a:pPr>
            <a:r>
              <a:rPr lang="en-US" sz="1200" b="1" u="sng" dirty="0">
                <a:solidFill>
                  <a:schemeClr val="bg2">
                    <a:lumMod val="10000"/>
                  </a:schemeClr>
                </a:solidFill>
              </a:rPr>
              <a:t>NOTE TO PSO Consultant/Architect:</a:t>
            </a:r>
          </a:p>
          <a:p>
            <a:pPr>
              <a:spcAft>
                <a:spcPts val="600"/>
              </a:spcAft>
            </a:pPr>
            <a:r>
              <a:rPr lang="en-US" sz="1200" dirty="0">
                <a:solidFill>
                  <a:schemeClr val="bg2">
                    <a:lumMod val="10000"/>
                  </a:schemeClr>
                </a:solidFill>
              </a:rPr>
              <a:t>In this section, summarize the customer pain points and goals captured during the Solution Design Workshops. Use information captured in the Requirements Traceability Matrix as well as in the final design decisions captured in the Solution Design document to build a tailored version of this ppt. Leverage screen shots as needed.</a:t>
            </a:r>
          </a:p>
          <a:p>
            <a:pPr>
              <a:spcAft>
                <a:spcPts val="600"/>
              </a:spcAft>
            </a:pPr>
            <a:endParaRPr lang="en-US" sz="1200" dirty="0"/>
          </a:p>
        </p:txBody>
      </p:sp>
    </p:spTree>
    <p:extLst>
      <p:ext uri="{BB962C8B-B14F-4D97-AF65-F5344CB8AC3E}">
        <p14:creationId xmlns:p14="http://schemas.microsoft.com/office/powerpoint/2010/main" val="2742086246"/>
      </p:ext>
    </p:extLst>
  </p:cSld>
  <p:clrMapOvr>
    <a:masterClrMapping/>
  </p:clrMapOvr>
  <p:transition spd="med">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CE75666-0D01-4D72-A92D-7B9A25B01ED6}"/>
              </a:ext>
            </a:extLst>
          </p:cNvPr>
          <p:cNvSpPr>
            <a:spLocks noGrp="1"/>
          </p:cNvSpPr>
          <p:nvPr>
            <p:ph type="title"/>
          </p:nvPr>
        </p:nvSpPr>
        <p:spPr/>
        <p:txBody>
          <a:bodyPr/>
          <a:lstStyle/>
          <a:p>
            <a:r>
              <a:rPr lang="en-US" dirty="0"/>
              <a:t>Configuration Walkthrough</a:t>
            </a:r>
          </a:p>
        </p:txBody>
      </p:sp>
      <p:sp>
        <p:nvSpPr>
          <p:cNvPr id="6" name="Subtitle 5">
            <a:extLst>
              <a:ext uri="{FF2B5EF4-FFF2-40B4-BE49-F238E27FC236}">
                <a16:creationId xmlns:a16="http://schemas.microsoft.com/office/drawing/2014/main" id="{3CB6AA27-02D1-4FE4-984D-575C944887A6}"/>
              </a:ext>
            </a:extLst>
          </p:cNvPr>
          <p:cNvSpPr>
            <a:spLocks noGrp="1"/>
          </p:cNvSpPr>
          <p:nvPr>
            <p:ph type="subTitle" idx="10"/>
          </p:nvPr>
        </p:nvSpPr>
        <p:spPr/>
        <p:txBody>
          <a:bodyPr/>
          <a:lstStyle/>
          <a:p>
            <a:endParaRPr lang="en-US" dirty="0"/>
          </a:p>
        </p:txBody>
      </p:sp>
    </p:spTree>
    <p:extLst>
      <p:ext uri="{BB962C8B-B14F-4D97-AF65-F5344CB8AC3E}">
        <p14:creationId xmlns:p14="http://schemas.microsoft.com/office/powerpoint/2010/main" val="2110678886"/>
      </p:ext>
    </p:extLst>
  </p:cSld>
  <p:clrMapOvr>
    <a:masterClrMapping/>
  </p:clrMapOvr>
  <p:transition spd="med">
    <p:fad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3588AFFD-F7ED-4845-BF0E-F75FF013C3FC}"/>
              </a:ext>
            </a:extLst>
          </p:cNvPr>
          <p:cNvSpPr>
            <a:spLocks noGrp="1"/>
          </p:cNvSpPr>
          <p:nvPr>
            <p:ph type="title"/>
          </p:nvPr>
        </p:nvSpPr>
        <p:spPr/>
        <p:txBody>
          <a:bodyPr/>
          <a:lstStyle/>
          <a:p>
            <a:r>
              <a:rPr lang="en-US" dirty="0"/>
              <a:t>Configuration Walkthrough</a:t>
            </a:r>
          </a:p>
        </p:txBody>
      </p:sp>
      <p:sp>
        <p:nvSpPr>
          <p:cNvPr id="6" name="Subtitle 5">
            <a:extLst>
              <a:ext uri="{FF2B5EF4-FFF2-40B4-BE49-F238E27FC236}">
                <a16:creationId xmlns:a16="http://schemas.microsoft.com/office/drawing/2014/main" id="{93397D48-38F9-4A46-882B-0F04503E9C56}"/>
              </a:ext>
            </a:extLst>
          </p:cNvPr>
          <p:cNvSpPr>
            <a:spLocks noGrp="1"/>
          </p:cNvSpPr>
          <p:nvPr>
            <p:ph type="subTitle" idx="10"/>
          </p:nvPr>
        </p:nvSpPr>
        <p:spPr/>
        <p:txBody>
          <a:bodyPr/>
          <a:lstStyle/>
          <a:p>
            <a:endParaRPr lang="en-US" dirty="0"/>
          </a:p>
        </p:txBody>
      </p:sp>
      <p:sp>
        <p:nvSpPr>
          <p:cNvPr id="10" name="Content Placeholder 9">
            <a:extLst>
              <a:ext uri="{FF2B5EF4-FFF2-40B4-BE49-F238E27FC236}">
                <a16:creationId xmlns:a16="http://schemas.microsoft.com/office/drawing/2014/main" id="{92A32DAE-EB83-460B-8843-0A1B360A6198}"/>
              </a:ext>
            </a:extLst>
          </p:cNvPr>
          <p:cNvSpPr>
            <a:spLocks noGrp="1"/>
          </p:cNvSpPr>
          <p:nvPr>
            <p:ph sz="quarter" idx="14"/>
          </p:nvPr>
        </p:nvSpPr>
        <p:spPr/>
        <p:txBody>
          <a:bodyPr/>
          <a:lstStyle/>
          <a:p>
            <a:endParaRPr lang="en-US" dirty="0"/>
          </a:p>
        </p:txBody>
      </p:sp>
      <p:sp>
        <p:nvSpPr>
          <p:cNvPr id="11" name="Content Placeholder 7">
            <a:extLst>
              <a:ext uri="{FF2B5EF4-FFF2-40B4-BE49-F238E27FC236}">
                <a16:creationId xmlns:a16="http://schemas.microsoft.com/office/drawing/2014/main" id="{EF9DDDCC-51F2-459A-9B2B-09D659F30B09}"/>
              </a:ext>
            </a:extLst>
          </p:cNvPr>
          <p:cNvSpPr txBox="1">
            <a:spLocks/>
          </p:cNvSpPr>
          <p:nvPr/>
        </p:nvSpPr>
        <p:spPr>
          <a:xfrm>
            <a:off x="2546443" y="2882697"/>
            <a:ext cx="7095938" cy="1092607"/>
          </a:xfrm>
          <a:prstGeom prst="rect">
            <a:avLst/>
          </a:prstGeom>
          <a:solidFill>
            <a:srgbClr val="FFFF00"/>
          </a:solidFill>
        </p:spPr>
        <p:txBody>
          <a:bodyPr vert="horz" wrap="square" lIns="0" tIns="0" rIns="0" bIns="0" rtlCol="0">
            <a:spAutoFit/>
          </a:bodyPr>
          <a:lstStyle>
            <a:lvl1pPr marL="0" indent="0" algn="l" defTabSz="914400" rtl="0" eaLnBrk="1" latinLnBrk="0" hangingPunct="1">
              <a:lnSpc>
                <a:spcPct val="100000"/>
              </a:lnSpc>
              <a:spcBef>
                <a:spcPts val="1500"/>
              </a:spcBef>
              <a:buClr>
                <a:schemeClr val="tx1">
                  <a:lumMod val="60000"/>
                  <a:lumOff val="40000"/>
                </a:schemeClr>
              </a:buClr>
              <a:buSzPct val="90000"/>
              <a:buFont typeface="Arial" panose="020B0604020202020204" pitchFamily="34" charset="0"/>
              <a:buChar char="​"/>
              <a:defRPr sz="2000" kern="1200">
                <a:solidFill>
                  <a:schemeClr val="tx2"/>
                </a:solidFill>
                <a:latin typeface="+mn-lt"/>
                <a:ea typeface="+mn-ea"/>
                <a:cs typeface="+mn-cs"/>
              </a:defRPr>
            </a:lvl1pPr>
            <a:lvl2pPr marL="457200" indent="-184150" algn="l" defTabSz="914400" rtl="0" eaLnBrk="1" latinLnBrk="0" hangingPunct="1">
              <a:lnSpc>
                <a:spcPct val="100000"/>
              </a:lnSpc>
              <a:spcBef>
                <a:spcPts val="300"/>
              </a:spcBef>
              <a:buClr>
                <a:schemeClr val="tx2"/>
              </a:buClr>
              <a:buSzPct val="90000"/>
              <a:buFont typeface="Arial" panose="020B0604020202020204" pitchFamily="34" charset="0"/>
              <a:buChar char="•"/>
              <a:defRPr sz="1800" kern="1200">
                <a:solidFill>
                  <a:schemeClr val="tx2"/>
                </a:solidFill>
                <a:latin typeface="+mn-lt"/>
                <a:ea typeface="+mn-ea"/>
                <a:cs typeface="+mn-cs"/>
              </a:defRPr>
            </a:lvl2pPr>
            <a:lvl3pPr marL="744538" indent="-169863" algn="l" defTabSz="914400" rtl="0" eaLnBrk="1" latinLnBrk="0" hangingPunct="1">
              <a:lnSpc>
                <a:spcPct val="100000"/>
              </a:lnSpc>
              <a:spcBef>
                <a:spcPts val="300"/>
              </a:spcBef>
              <a:spcAft>
                <a:spcPts val="0"/>
              </a:spcAft>
              <a:buClr>
                <a:schemeClr val="tx2"/>
              </a:buClr>
              <a:buSzPct val="90000"/>
              <a:buFont typeface="Camphor Std" panose="020B0504030404020204" pitchFamily="34" charset="0"/>
              <a:buChar char="–"/>
              <a:defRPr sz="1600" kern="1200">
                <a:solidFill>
                  <a:schemeClr val="tx2"/>
                </a:solidFill>
                <a:latin typeface="+mn-lt"/>
                <a:ea typeface="+mn-ea"/>
                <a:cs typeface="+mn-cs"/>
              </a:defRPr>
            </a:lvl3pPr>
            <a:lvl4pPr marL="969963" indent="-166688" algn="l" defTabSz="914400" rtl="0" eaLnBrk="1" latinLnBrk="0" hangingPunct="1">
              <a:lnSpc>
                <a:spcPct val="100000"/>
              </a:lnSpc>
              <a:spcBef>
                <a:spcPts val="300"/>
              </a:spcBef>
              <a:buClr>
                <a:schemeClr val="tx2"/>
              </a:buClr>
              <a:buSzPct val="90000"/>
              <a:buFont typeface="Arial" panose="020B0604020202020204" pitchFamily="34" charset="0"/>
              <a:buChar char="•"/>
              <a:defRPr sz="1400" kern="1200">
                <a:solidFill>
                  <a:schemeClr val="tx2"/>
                </a:solidFill>
                <a:latin typeface="+mn-lt"/>
                <a:ea typeface="+mn-ea"/>
                <a:cs typeface="+mn-cs"/>
              </a:defRPr>
            </a:lvl4pPr>
            <a:lvl5pPr marL="1143000" indent="-138113" algn="l" defTabSz="914400" rtl="0" eaLnBrk="1" latinLnBrk="0" hangingPunct="1">
              <a:lnSpc>
                <a:spcPct val="100000"/>
              </a:lnSpc>
              <a:spcBef>
                <a:spcPts val="300"/>
              </a:spcBef>
              <a:buClr>
                <a:schemeClr val="tx2"/>
              </a:buClr>
              <a:buSzPct val="90000"/>
              <a:buFont typeface="Camphor Std" panose="020B0504030404020204" pitchFamily="34" charset="0"/>
              <a:buChar char="–"/>
              <a:tabLst/>
              <a:defRPr sz="1400" kern="1200">
                <a:solidFill>
                  <a:schemeClr val="tx2"/>
                </a:solidFill>
                <a:latin typeface="+mn-lt"/>
                <a:ea typeface="+mn-ea"/>
                <a:cs typeface="+mn-cs"/>
              </a:defRPr>
            </a:lvl5pPr>
            <a:lvl6pPr marL="228600" indent="-228600" algn="l" defTabSz="914400" rtl="0" eaLnBrk="1" latinLnBrk="0" hangingPunct="1">
              <a:lnSpc>
                <a:spcPct val="100000"/>
              </a:lnSpc>
              <a:spcBef>
                <a:spcPts val="1800"/>
              </a:spcBef>
              <a:buClr>
                <a:schemeClr val="tx2"/>
              </a:buClr>
              <a:buSzPct val="90000"/>
              <a:buFont typeface="+mj-lt"/>
              <a:buAutoNum type="arabicPeriod"/>
              <a:defRPr sz="2000" kern="1200">
                <a:solidFill>
                  <a:schemeClr val="tx2"/>
                </a:solidFill>
                <a:latin typeface="+mn-lt"/>
                <a:ea typeface="+mn-ea"/>
                <a:cs typeface="+mn-cs"/>
              </a:defRPr>
            </a:lvl6pPr>
            <a:lvl7pPr marL="512763" indent="-228600" algn="l" defTabSz="914400" rtl="0" eaLnBrk="1" latinLnBrk="0" hangingPunct="1">
              <a:lnSpc>
                <a:spcPct val="100000"/>
              </a:lnSpc>
              <a:spcBef>
                <a:spcPts val="300"/>
              </a:spcBef>
              <a:buClr>
                <a:schemeClr val="tx2"/>
              </a:buClr>
              <a:buSzPct val="90000"/>
              <a:buFont typeface="+mj-lt"/>
              <a:buAutoNum type="alphaLcPeriod"/>
              <a:defRPr sz="1600" kern="1200">
                <a:solidFill>
                  <a:schemeClr val="tx2"/>
                </a:solidFill>
                <a:latin typeface="+mn-lt"/>
                <a:ea typeface="+mn-ea"/>
                <a:cs typeface="+mn-cs"/>
              </a:defRPr>
            </a:lvl7pPr>
            <a:lvl8pPr marL="741363" indent="-166688" algn="l" defTabSz="914400" rtl="0" eaLnBrk="1" latinLnBrk="0" hangingPunct="1">
              <a:lnSpc>
                <a:spcPct val="90000"/>
              </a:lnSpc>
              <a:spcBef>
                <a:spcPts val="600"/>
              </a:spcBef>
              <a:buClr>
                <a:schemeClr val="tx2"/>
              </a:buClr>
              <a:buSzPct val="90000"/>
              <a:buFont typeface="+mj-lt"/>
              <a:buAutoNum type="romanLcPeriod"/>
              <a:defRPr sz="1400" kern="1200">
                <a:solidFill>
                  <a:schemeClr val="tx2"/>
                </a:solidFill>
                <a:latin typeface="+mn-lt"/>
                <a:ea typeface="+mn-ea"/>
                <a:cs typeface="+mn-cs"/>
              </a:defRPr>
            </a:lvl8pPr>
            <a:lvl9pPr marL="284163" indent="-284163" algn="l" defTabSz="914400" rtl="0" eaLnBrk="1" latinLnBrk="0" hangingPunct="1">
              <a:lnSpc>
                <a:spcPct val="100000"/>
              </a:lnSpc>
              <a:spcBef>
                <a:spcPts val="1800"/>
              </a:spcBef>
              <a:buClr>
                <a:schemeClr val="tx2"/>
              </a:buClr>
              <a:buSzPct val="90000"/>
              <a:buFont typeface="+mj-lt"/>
              <a:buAutoNum type="alphaUcPeriod"/>
              <a:defRPr sz="2000" kern="1200">
                <a:solidFill>
                  <a:schemeClr val="tx2"/>
                </a:solidFill>
                <a:latin typeface="+mn-lt"/>
                <a:ea typeface="+mn-ea"/>
                <a:cs typeface="+mn-cs"/>
              </a:defRPr>
            </a:lvl9pPr>
          </a:lstStyle>
          <a:p>
            <a:pPr>
              <a:spcAft>
                <a:spcPts val="600"/>
              </a:spcAft>
            </a:pPr>
            <a:r>
              <a:rPr lang="en-US" sz="1200" b="1" u="sng" dirty="0">
                <a:solidFill>
                  <a:schemeClr val="bg2">
                    <a:lumMod val="10000"/>
                  </a:schemeClr>
                </a:solidFill>
              </a:rPr>
              <a:t>NOTE TO PSO Consultant/Architect:</a:t>
            </a:r>
          </a:p>
          <a:p>
            <a:pPr>
              <a:spcAft>
                <a:spcPts val="600"/>
              </a:spcAft>
            </a:pPr>
            <a:r>
              <a:rPr lang="en-US" sz="1200" dirty="0">
                <a:solidFill>
                  <a:schemeClr val="bg2">
                    <a:lumMod val="10000"/>
                  </a:schemeClr>
                </a:solidFill>
              </a:rPr>
              <a:t>In this section, demonstrate the configuration performed.</a:t>
            </a:r>
          </a:p>
          <a:p>
            <a:pPr>
              <a:spcAft>
                <a:spcPts val="600"/>
              </a:spcAft>
            </a:pPr>
            <a:endParaRPr lang="en-US" sz="1200" dirty="0"/>
          </a:p>
        </p:txBody>
      </p:sp>
    </p:spTree>
    <p:extLst>
      <p:ext uri="{BB962C8B-B14F-4D97-AF65-F5344CB8AC3E}">
        <p14:creationId xmlns:p14="http://schemas.microsoft.com/office/powerpoint/2010/main" val="2620943065"/>
      </p:ext>
    </p:extLst>
  </p:cSld>
  <p:clrMapOvr>
    <a:masterClrMapping/>
  </p:clrMapOvr>
  <p:transition spd="med">
    <p:fad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CE75666-0D01-4D72-A92D-7B9A25B01ED6}"/>
              </a:ext>
            </a:extLst>
          </p:cNvPr>
          <p:cNvSpPr>
            <a:spLocks noGrp="1"/>
          </p:cNvSpPr>
          <p:nvPr>
            <p:ph type="title"/>
          </p:nvPr>
        </p:nvSpPr>
        <p:spPr/>
        <p:txBody>
          <a:bodyPr/>
          <a:lstStyle/>
          <a:p>
            <a:r>
              <a:rPr lang="en-US" dirty="0"/>
              <a:t>Adoption Activities</a:t>
            </a:r>
          </a:p>
        </p:txBody>
      </p:sp>
      <p:sp>
        <p:nvSpPr>
          <p:cNvPr id="6" name="Subtitle 5">
            <a:extLst>
              <a:ext uri="{FF2B5EF4-FFF2-40B4-BE49-F238E27FC236}">
                <a16:creationId xmlns:a16="http://schemas.microsoft.com/office/drawing/2014/main" id="{3CB6AA27-02D1-4FE4-984D-575C944887A6}"/>
              </a:ext>
            </a:extLst>
          </p:cNvPr>
          <p:cNvSpPr>
            <a:spLocks noGrp="1"/>
          </p:cNvSpPr>
          <p:nvPr>
            <p:ph type="subTitle" idx="10"/>
          </p:nvPr>
        </p:nvSpPr>
        <p:spPr/>
        <p:txBody>
          <a:bodyPr/>
          <a:lstStyle/>
          <a:p>
            <a:endParaRPr lang="en-US" dirty="0"/>
          </a:p>
        </p:txBody>
      </p:sp>
      <p:sp>
        <p:nvSpPr>
          <p:cNvPr id="4" name="Content Placeholder 7">
            <a:extLst>
              <a:ext uri="{FF2B5EF4-FFF2-40B4-BE49-F238E27FC236}">
                <a16:creationId xmlns:a16="http://schemas.microsoft.com/office/drawing/2014/main" id="{8A56C159-FA61-41E5-9614-ACA160627825}"/>
              </a:ext>
            </a:extLst>
          </p:cNvPr>
          <p:cNvSpPr txBox="1">
            <a:spLocks/>
          </p:cNvSpPr>
          <p:nvPr/>
        </p:nvSpPr>
        <p:spPr>
          <a:xfrm>
            <a:off x="2546443" y="2882697"/>
            <a:ext cx="7095938" cy="3293209"/>
          </a:xfrm>
          <a:prstGeom prst="rect">
            <a:avLst/>
          </a:prstGeom>
          <a:solidFill>
            <a:srgbClr val="FFFF00"/>
          </a:solidFill>
        </p:spPr>
        <p:txBody>
          <a:bodyPr vert="horz" wrap="square" lIns="0" tIns="0" rIns="0" bIns="0" rtlCol="0">
            <a:spAutoFit/>
          </a:bodyPr>
          <a:lstStyle>
            <a:lvl1pPr marL="0" indent="0" algn="l" defTabSz="914400" rtl="0" eaLnBrk="1" latinLnBrk="0" hangingPunct="1">
              <a:lnSpc>
                <a:spcPct val="100000"/>
              </a:lnSpc>
              <a:spcBef>
                <a:spcPts val="1500"/>
              </a:spcBef>
              <a:buClr>
                <a:schemeClr val="tx1">
                  <a:lumMod val="60000"/>
                  <a:lumOff val="40000"/>
                </a:schemeClr>
              </a:buClr>
              <a:buSzPct val="90000"/>
              <a:buFont typeface="Arial" panose="020B0604020202020204" pitchFamily="34" charset="0"/>
              <a:buChar char="​"/>
              <a:defRPr sz="2000" kern="1200">
                <a:solidFill>
                  <a:schemeClr val="tx2"/>
                </a:solidFill>
                <a:latin typeface="+mn-lt"/>
                <a:ea typeface="+mn-ea"/>
                <a:cs typeface="+mn-cs"/>
              </a:defRPr>
            </a:lvl1pPr>
            <a:lvl2pPr marL="457200" indent="-184150" algn="l" defTabSz="914400" rtl="0" eaLnBrk="1" latinLnBrk="0" hangingPunct="1">
              <a:lnSpc>
                <a:spcPct val="100000"/>
              </a:lnSpc>
              <a:spcBef>
                <a:spcPts val="300"/>
              </a:spcBef>
              <a:buClr>
                <a:schemeClr val="tx2"/>
              </a:buClr>
              <a:buSzPct val="90000"/>
              <a:buFont typeface="Arial" panose="020B0604020202020204" pitchFamily="34" charset="0"/>
              <a:buChar char="•"/>
              <a:defRPr sz="1800" kern="1200">
                <a:solidFill>
                  <a:schemeClr val="tx2"/>
                </a:solidFill>
                <a:latin typeface="+mn-lt"/>
                <a:ea typeface="+mn-ea"/>
                <a:cs typeface="+mn-cs"/>
              </a:defRPr>
            </a:lvl2pPr>
            <a:lvl3pPr marL="744538" indent="-169863" algn="l" defTabSz="914400" rtl="0" eaLnBrk="1" latinLnBrk="0" hangingPunct="1">
              <a:lnSpc>
                <a:spcPct val="100000"/>
              </a:lnSpc>
              <a:spcBef>
                <a:spcPts val="300"/>
              </a:spcBef>
              <a:spcAft>
                <a:spcPts val="0"/>
              </a:spcAft>
              <a:buClr>
                <a:schemeClr val="tx2"/>
              </a:buClr>
              <a:buSzPct val="90000"/>
              <a:buFont typeface="Camphor Std" panose="020B0504030404020204" pitchFamily="34" charset="0"/>
              <a:buChar char="–"/>
              <a:defRPr sz="1600" kern="1200">
                <a:solidFill>
                  <a:schemeClr val="tx2"/>
                </a:solidFill>
                <a:latin typeface="+mn-lt"/>
                <a:ea typeface="+mn-ea"/>
                <a:cs typeface="+mn-cs"/>
              </a:defRPr>
            </a:lvl3pPr>
            <a:lvl4pPr marL="969963" indent="-166688" algn="l" defTabSz="914400" rtl="0" eaLnBrk="1" latinLnBrk="0" hangingPunct="1">
              <a:lnSpc>
                <a:spcPct val="100000"/>
              </a:lnSpc>
              <a:spcBef>
                <a:spcPts val="300"/>
              </a:spcBef>
              <a:buClr>
                <a:schemeClr val="tx2"/>
              </a:buClr>
              <a:buSzPct val="90000"/>
              <a:buFont typeface="Arial" panose="020B0604020202020204" pitchFamily="34" charset="0"/>
              <a:buChar char="•"/>
              <a:defRPr sz="1400" kern="1200">
                <a:solidFill>
                  <a:schemeClr val="tx2"/>
                </a:solidFill>
                <a:latin typeface="+mn-lt"/>
                <a:ea typeface="+mn-ea"/>
                <a:cs typeface="+mn-cs"/>
              </a:defRPr>
            </a:lvl4pPr>
            <a:lvl5pPr marL="1143000" indent="-138113" algn="l" defTabSz="914400" rtl="0" eaLnBrk="1" latinLnBrk="0" hangingPunct="1">
              <a:lnSpc>
                <a:spcPct val="100000"/>
              </a:lnSpc>
              <a:spcBef>
                <a:spcPts val="300"/>
              </a:spcBef>
              <a:buClr>
                <a:schemeClr val="tx2"/>
              </a:buClr>
              <a:buSzPct val="90000"/>
              <a:buFont typeface="Camphor Std" panose="020B0504030404020204" pitchFamily="34" charset="0"/>
              <a:buChar char="–"/>
              <a:tabLst/>
              <a:defRPr sz="1400" kern="1200">
                <a:solidFill>
                  <a:schemeClr val="tx2"/>
                </a:solidFill>
                <a:latin typeface="+mn-lt"/>
                <a:ea typeface="+mn-ea"/>
                <a:cs typeface="+mn-cs"/>
              </a:defRPr>
            </a:lvl5pPr>
            <a:lvl6pPr marL="228600" indent="-228600" algn="l" defTabSz="914400" rtl="0" eaLnBrk="1" latinLnBrk="0" hangingPunct="1">
              <a:lnSpc>
                <a:spcPct val="100000"/>
              </a:lnSpc>
              <a:spcBef>
                <a:spcPts val="1800"/>
              </a:spcBef>
              <a:buClr>
                <a:schemeClr val="tx2"/>
              </a:buClr>
              <a:buSzPct val="90000"/>
              <a:buFont typeface="+mj-lt"/>
              <a:buAutoNum type="arabicPeriod"/>
              <a:defRPr sz="2000" kern="1200">
                <a:solidFill>
                  <a:schemeClr val="tx2"/>
                </a:solidFill>
                <a:latin typeface="+mn-lt"/>
                <a:ea typeface="+mn-ea"/>
                <a:cs typeface="+mn-cs"/>
              </a:defRPr>
            </a:lvl6pPr>
            <a:lvl7pPr marL="512763" indent="-228600" algn="l" defTabSz="914400" rtl="0" eaLnBrk="1" latinLnBrk="0" hangingPunct="1">
              <a:lnSpc>
                <a:spcPct val="100000"/>
              </a:lnSpc>
              <a:spcBef>
                <a:spcPts val="300"/>
              </a:spcBef>
              <a:buClr>
                <a:schemeClr val="tx2"/>
              </a:buClr>
              <a:buSzPct val="90000"/>
              <a:buFont typeface="+mj-lt"/>
              <a:buAutoNum type="alphaLcPeriod"/>
              <a:defRPr sz="1600" kern="1200">
                <a:solidFill>
                  <a:schemeClr val="tx2"/>
                </a:solidFill>
                <a:latin typeface="+mn-lt"/>
                <a:ea typeface="+mn-ea"/>
                <a:cs typeface="+mn-cs"/>
              </a:defRPr>
            </a:lvl7pPr>
            <a:lvl8pPr marL="741363" indent="-166688" algn="l" defTabSz="914400" rtl="0" eaLnBrk="1" latinLnBrk="0" hangingPunct="1">
              <a:lnSpc>
                <a:spcPct val="90000"/>
              </a:lnSpc>
              <a:spcBef>
                <a:spcPts val="600"/>
              </a:spcBef>
              <a:buClr>
                <a:schemeClr val="tx2"/>
              </a:buClr>
              <a:buSzPct val="90000"/>
              <a:buFont typeface="+mj-lt"/>
              <a:buAutoNum type="romanLcPeriod"/>
              <a:defRPr sz="1400" kern="1200">
                <a:solidFill>
                  <a:schemeClr val="tx2"/>
                </a:solidFill>
                <a:latin typeface="+mn-lt"/>
                <a:ea typeface="+mn-ea"/>
                <a:cs typeface="+mn-cs"/>
              </a:defRPr>
            </a:lvl8pPr>
            <a:lvl9pPr marL="284163" indent="-284163" algn="l" defTabSz="914400" rtl="0" eaLnBrk="1" latinLnBrk="0" hangingPunct="1">
              <a:lnSpc>
                <a:spcPct val="100000"/>
              </a:lnSpc>
              <a:spcBef>
                <a:spcPts val="1800"/>
              </a:spcBef>
              <a:buClr>
                <a:schemeClr val="tx2"/>
              </a:buClr>
              <a:buSzPct val="90000"/>
              <a:buFont typeface="+mj-lt"/>
              <a:buAutoNum type="alphaUcPeriod"/>
              <a:defRPr sz="2000" kern="1200">
                <a:solidFill>
                  <a:schemeClr val="tx2"/>
                </a:solidFill>
                <a:latin typeface="+mn-lt"/>
                <a:ea typeface="+mn-ea"/>
                <a:cs typeface="+mn-cs"/>
              </a:defRPr>
            </a:lvl9pPr>
          </a:lstStyle>
          <a:p>
            <a:pPr>
              <a:spcAft>
                <a:spcPts val="600"/>
              </a:spcAft>
            </a:pPr>
            <a:r>
              <a:rPr lang="en-US" sz="1200" b="1" u="sng" dirty="0">
                <a:solidFill>
                  <a:schemeClr val="bg2">
                    <a:lumMod val="10000"/>
                  </a:schemeClr>
                </a:solidFill>
              </a:rPr>
              <a:t>NOTE TO PSO Consultant/Architect:</a:t>
            </a:r>
          </a:p>
          <a:p>
            <a:pPr>
              <a:spcAft>
                <a:spcPts val="600"/>
              </a:spcAft>
              <a:buNone/>
            </a:pPr>
            <a:r>
              <a:rPr lang="en-US" sz="1200" dirty="0">
                <a:solidFill>
                  <a:schemeClr val="bg2">
                    <a:lumMod val="10000"/>
                  </a:schemeClr>
                </a:solidFill>
              </a:rPr>
              <a:t>This section is intended to be a high-level review of the capabilities of vRealize Network Insight. Given the use case focused nature of this microservice, you may not have time to perform this product review but try to present this section. The hope it the review may open the Customer’s eyes to other ways to realize value outside of the original use case.</a:t>
            </a:r>
          </a:p>
          <a:p>
            <a:pPr marL="228600" indent="-228600">
              <a:spcAft>
                <a:spcPts val="600"/>
              </a:spcAft>
              <a:buFont typeface="+mj-lt"/>
              <a:buAutoNum type="arabicPeriod"/>
            </a:pPr>
            <a:r>
              <a:rPr lang="en-US" sz="1200" dirty="0">
                <a:solidFill>
                  <a:schemeClr val="bg2">
                    <a:lumMod val="10000"/>
                  </a:schemeClr>
                </a:solidFill>
              </a:rPr>
              <a:t>Use the following slides as a template for the discussion of the Customer’s pain points as well as to understand the current state of the Customer’s monitoring environment and capabilities.</a:t>
            </a:r>
          </a:p>
          <a:p>
            <a:pPr marL="228600" indent="-228600">
              <a:spcAft>
                <a:spcPts val="600"/>
              </a:spcAft>
              <a:buFont typeface="+mj-lt"/>
              <a:buAutoNum type="arabicPeriod"/>
            </a:pPr>
            <a:r>
              <a:rPr lang="en-US" sz="1200" dirty="0">
                <a:solidFill>
                  <a:schemeClr val="bg2">
                    <a:lumMod val="10000"/>
                  </a:schemeClr>
                </a:solidFill>
              </a:rPr>
              <a:t>Review the capabilities of vRealize Network Insight. The slides are aligned to the public marketing messaging. Ideally, the vRealize Operations Manager uses are presented in each slide and then demonstrated live on an instance of the product or in a demo environment.</a:t>
            </a:r>
          </a:p>
          <a:p>
            <a:pPr marL="228600" indent="-228600">
              <a:spcAft>
                <a:spcPts val="600"/>
              </a:spcAft>
              <a:buFont typeface="+mj-lt"/>
              <a:buAutoNum type="arabicPeriod"/>
            </a:pPr>
            <a:r>
              <a:rPr lang="en-US" sz="1200" dirty="0">
                <a:solidFill>
                  <a:schemeClr val="bg2">
                    <a:lumMod val="10000"/>
                  </a:schemeClr>
                </a:solidFill>
              </a:rPr>
              <a:t>You may also customize this section to provide adoption activities specific to the use case configuration performed. </a:t>
            </a:r>
          </a:p>
        </p:txBody>
      </p:sp>
    </p:spTree>
    <p:extLst>
      <p:ext uri="{BB962C8B-B14F-4D97-AF65-F5344CB8AC3E}">
        <p14:creationId xmlns:p14="http://schemas.microsoft.com/office/powerpoint/2010/main" val="656429324"/>
      </p:ext>
    </p:extLst>
  </p:cSld>
  <p:clrMapOvr>
    <a:masterClrMapping/>
  </p:clrMapOvr>
  <p:transition spd="med">
    <p:fad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2BFCA37A-2BE1-4B3B-88E7-7B365BF76482}"/>
              </a:ext>
            </a:extLst>
          </p:cNvPr>
          <p:cNvSpPr>
            <a:spLocks noGrp="1"/>
          </p:cNvSpPr>
          <p:nvPr>
            <p:ph type="title"/>
          </p:nvPr>
        </p:nvSpPr>
        <p:spPr/>
        <p:txBody>
          <a:bodyPr/>
          <a:lstStyle/>
          <a:p>
            <a:r>
              <a:rPr lang="en-US" dirty="0"/>
              <a:t>Aria Operations for Networks</a:t>
            </a:r>
          </a:p>
        </p:txBody>
      </p:sp>
      <p:sp>
        <p:nvSpPr>
          <p:cNvPr id="4" name="Text Placeholder 3">
            <a:extLst>
              <a:ext uri="{FF2B5EF4-FFF2-40B4-BE49-F238E27FC236}">
                <a16:creationId xmlns:a16="http://schemas.microsoft.com/office/drawing/2014/main" id="{E753E9F5-9D09-43A8-B00C-CBED0816E8FA}"/>
              </a:ext>
            </a:extLst>
          </p:cNvPr>
          <p:cNvSpPr>
            <a:spLocks noGrp="1"/>
          </p:cNvSpPr>
          <p:nvPr>
            <p:ph type="subTitle" idx="10"/>
          </p:nvPr>
        </p:nvSpPr>
        <p:spPr/>
        <p:txBody>
          <a:bodyPr/>
          <a:lstStyle/>
          <a:p>
            <a:r>
              <a:rPr lang="en-US" dirty="0"/>
              <a:t>Use Cases</a:t>
            </a:r>
          </a:p>
        </p:txBody>
      </p:sp>
      <p:sp>
        <p:nvSpPr>
          <p:cNvPr id="8" name="Content Placeholder 7">
            <a:extLst>
              <a:ext uri="{FF2B5EF4-FFF2-40B4-BE49-F238E27FC236}">
                <a16:creationId xmlns:a16="http://schemas.microsoft.com/office/drawing/2014/main" id="{D5B41E5F-2D71-49C4-8381-B0B460D7A8F9}"/>
              </a:ext>
            </a:extLst>
          </p:cNvPr>
          <p:cNvSpPr>
            <a:spLocks noGrp="1"/>
          </p:cNvSpPr>
          <p:nvPr>
            <p:ph sz="quarter" idx="14"/>
          </p:nvPr>
        </p:nvSpPr>
        <p:spPr/>
        <p:txBody>
          <a:bodyPr/>
          <a:lstStyle/>
          <a:p>
            <a:pPr marL="342900" indent="-342900">
              <a:buFont typeface="Arial" panose="020B0604020202020204" pitchFamily="34" charset="0"/>
              <a:buChar char="•"/>
            </a:pPr>
            <a:r>
              <a:rPr lang="en-US" dirty="0"/>
              <a:t>Networking</a:t>
            </a:r>
          </a:p>
          <a:p>
            <a:pPr marL="342900" indent="-342900">
              <a:buFont typeface="Arial" panose="020B0604020202020204" pitchFamily="34" charset="0"/>
              <a:buChar char="•"/>
            </a:pPr>
            <a:r>
              <a:rPr lang="en-US" dirty="0"/>
              <a:t>Applications</a:t>
            </a:r>
          </a:p>
          <a:p>
            <a:pPr marL="342900" indent="-342900">
              <a:buFont typeface="Arial" panose="020B0604020202020204" pitchFamily="34" charset="0"/>
              <a:buChar char="•"/>
            </a:pPr>
            <a:r>
              <a:rPr lang="en-US" dirty="0"/>
              <a:t>Security</a:t>
            </a:r>
          </a:p>
        </p:txBody>
      </p:sp>
    </p:spTree>
    <p:extLst>
      <p:ext uri="{BB962C8B-B14F-4D97-AF65-F5344CB8AC3E}">
        <p14:creationId xmlns:p14="http://schemas.microsoft.com/office/powerpoint/2010/main" val="2976098548"/>
      </p:ext>
    </p:extLst>
  </p:cSld>
  <p:clrMapOvr>
    <a:masterClrMapping/>
  </p:clrMapOvr>
  <p:transition spd="med">
    <p:fad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2BFCA37A-2BE1-4B3B-88E7-7B365BF76482}"/>
              </a:ext>
            </a:extLst>
          </p:cNvPr>
          <p:cNvSpPr>
            <a:spLocks noGrp="1"/>
          </p:cNvSpPr>
          <p:nvPr>
            <p:ph type="title"/>
          </p:nvPr>
        </p:nvSpPr>
        <p:spPr/>
        <p:txBody>
          <a:bodyPr/>
          <a:lstStyle/>
          <a:p>
            <a:r>
              <a:rPr lang="en-US" dirty="0"/>
              <a:t>VMware Cloud Foundation for networks</a:t>
            </a:r>
          </a:p>
        </p:txBody>
      </p:sp>
      <p:sp>
        <p:nvSpPr>
          <p:cNvPr id="4" name="Text Placeholder 3">
            <a:extLst>
              <a:ext uri="{FF2B5EF4-FFF2-40B4-BE49-F238E27FC236}">
                <a16:creationId xmlns:a16="http://schemas.microsoft.com/office/drawing/2014/main" id="{E753E9F5-9D09-43A8-B00C-CBED0816E8FA}"/>
              </a:ext>
            </a:extLst>
          </p:cNvPr>
          <p:cNvSpPr>
            <a:spLocks noGrp="1"/>
          </p:cNvSpPr>
          <p:nvPr>
            <p:ph type="subTitle" idx="10"/>
          </p:nvPr>
        </p:nvSpPr>
        <p:spPr/>
        <p:txBody>
          <a:bodyPr/>
          <a:lstStyle/>
          <a:p>
            <a:r>
              <a:rPr lang="en-US" dirty="0"/>
              <a:t>Networking</a:t>
            </a:r>
          </a:p>
        </p:txBody>
      </p:sp>
      <p:sp>
        <p:nvSpPr>
          <p:cNvPr id="8" name="Content Placeholder 7">
            <a:extLst>
              <a:ext uri="{FF2B5EF4-FFF2-40B4-BE49-F238E27FC236}">
                <a16:creationId xmlns:a16="http://schemas.microsoft.com/office/drawing/2014/main" id="{D5B41E5F-2D71-49C4-8381-B0B460D7A8F9}"/>
              </a:ext>
            </a:extLst>
          </p:cNvPr>
          <p:cNvSpPr>
            <a:spLocks noGrp="1"/>
          </p:cNvSpPr>
          <p:nvPr>
            <p:ph sz="quarter" idx="14"/>
          </p:nvPr>
        </p:nvSpPr>
        <p:spPr/>
        <p:txBody>
          <a:bodyPr/>
          <a:lstStyle/>
          <a:p>
            <a:pPr marL="342900" indent="-342900">
              <a:buFont typeface="Arial" panose="020B0604020202020204" pitchFamily="34" charset="0"/>
              <a:buChar char="•"/>
            </a:pPr>
            <a:r>
              <a:rPr lang="en-US" dirty="0"/>
              <a:t>Gain unified visibility across hybrid and multi-cloud environments</a:t>
            </a:r>
          </a:p>
          <a:p>
            <a:pPr marL="342900" indent="-342900">
              <a:buFont typeface="Arial" panose="020B0604020202020204" pitchFamily="34" charset="0"/>
              <a:buChar char="•"/>
            </a:pPr>
            <a:r>
              <a:rPr lang="en-US" dirty="0"/>
              <a:t>Visibility for NSX, VMware SD-WAN by VeloCloud, Kubernetes, VMware Cloud on AWS, Amazon AWS, and Microsoft Azure</a:t>
            </a:r>
          </a:p>
          <a:p>
            <a:pPr marL="342900" indent="-342900">
              <a:buFont typeface="Arial" panose="020B0604020202020204" pitchFamily="34" charset="0"/>
              <a:buChar char="•"/>
            </a:pPr>
            <a:r>
              <a:rPr lang="en-US" dirty="0"/>
              <a:t>Achieve connectivity between the overlay and underlay networks</a:t>
            </a:r>
          </a:p>
          <a:p>
            <a:pPr marL="342900" indent="-342900">
              <a:buFont typeface="Arial" panose="020B0604020202020204" pitchFamily="34" charset="0"/>
              <a:buChar char="•"/>
            </a:pPr>
            <a:r>
              <a:rPr lang="en-US" dirty="0"/>
              <a:t>End-to-end troubleshooting, traffic, and path analytics</a:t>
            </a:r>
          </a:p>
        </p:txBody>
      </p:sp>
    </p:spTree>
    <p:extLst>
      <p:ext uri="{BB962C8B-B14F-4D97-AF65-F5344CB8AC3E}">
        <p14:creationId xmlns:p14="http://schemas.microsoft.com/office/powerpoint/2010/main" val="4005464403"/>
      </p:ext>
    </p:extLst>
  </p:cSld>
  <p:clrMapOvr>
    <a:masterClrMapping/>
  </p:clrMapOvr>
  <p:transition spd="med">
    <p:fad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2BFCA37A-2BE1-4B3B-88E7-7B365BF76482}"/>
              </a:ext>
            </a:extLst>
          </p:cNvPr>
          <p:cNvSpPr>
            <a:spLocks noGrp="1"/>
          </p:cNvSpPr>
          <p:nvPr>
            <p:ph type="title"/>
          </p:nvPr>
        </p:nvSpPr>
        <p:spPr/>
        <p:txBody>
          <a:bodyPr/>
          <a:lstStyle/>
          <a:p>
            <a:r>
              <a:rPr lang="en-US" dirty="0"/>
              <a:t>VMware Cloud Foundation for networks</a:t>
            </a:r>
          </a:p>
        </p:txBody>
      </p:sp>
      <p:sp>
        <p:nvSpPr>
          <p:cNvPr id="4" name="Text Placeholder 3">
            <a:extLst>
              <a:ext uri="{FF2B5EF4-FFF2-40B4-BE49-F238E27FC236}">
                <a16:creationId xmlns:a16="http://schemas.microsoft.com/office/drawing/2014/main" id="{E753E9F5-9D09-43A8-B00C-CBED0816E8FA}"/>
              </a:ext>
            </a:extLst>
          </p:cNvPr>
          <p:cNvSpPr>
            <a:spLocks noGrp="1"/>
          </p:cNvSpPr>
          <p:nvPr>
            <p:ph type="subTitle" idx="10"/>
          </p:nvPr>
        </p:nvSpPr>
        <p:spPr/>
        <p:txBody>
          <a:bodyPr/>
          <a:lstStyle/>
          <a:p>
            <a:r>
              <a:rPr lang="en-US" dirty="0"/>
              <a:t>Applications</a:t>
            </a:r>
          </a:p>
        </p:txBody>
      </p:sp>
      <p:sp>
        <p:nvSpPr>
          <p:cNvPr id="8" name="Content Placeholder 7">
            <a:extLst>
              <a:ext uri="{FF2B5EF4-FFF2-40B4-BE49-F238E27FC236}">
                <a16:creationId xmlns:a16="http://schemas.microsoft.com/office/drawing/2014/main" id="{D5B41E5F-2D71-49C4-8381-B0B460D7A8F9}"/>
              </a:ext>
            </a:extLst>
          </p:cNvPr>
          <p:cNvSpPr>
            <a:spLocks noGrp="1"/>
          </p:cNvSpPr>
          <p:nvPr>
            <p:ph sz="quarter" idx="14"/>
          </p:nvPr>
        </p:nvSpPr>
        <p:spPr/>
        <p:txBody>
          <a:bodyPr/>
          <a:lstStyle/>
          <a:p>
            <a:pPr marL="342900" indent="-342900">
              <a:buFont typeface="Arial" panose="020B0604020202020204" pitchFamily="34" charset="0"/>
              <a:buChar char="•"/>
            </a:pPr>
            <a:r>
              <a:rPr lang="en-US" dirty="0"/>
              <a:t>Application discovery and planning application migrations</a:t>
            </a:r>
          </a:p>
          <a:p>
            <a:pPr marL="342900" indent="-342900">
              <a:buFont typeface="Arial" panose="020B0604020202020204" pitchFamily="34" charset="0"/>
              <a:buChar char="•"/>
            </a:pPr>
            <a:r>
              <a:rPr lang="en-US" dirty="0"/>
              <a:t>Measure application latency and performance</a:t>
            </a:r>
          </a:p>
          <a:p>
            <a:pPr marL="342900" indent="-342900">
              <a:buFont typeface="Arial" panose="020B0604020202020204" pitchFamily="34" charset="0"/>
              <a:buChar char="•"/>
            </a:pPr>
            <a:r>
              <a:rPr lang="en-US" dirty="0"/>
              <a:t>Reduce mean time to repair (MTTR) for application connectivity issues</a:t>
            </a:r>
          </a:p>
          <a:p>
            <a:pPr marL="342900" indent="-342900">
              <a:buFont typeface="Arial" panose="020B0604020202020204" pitchFamily="34" charset="0"/>
              <a:buChar char="•"/>
            </a:pPr>
            <a:r>
              <a:rPr lang="en-US" dirty="0"/>
              <a:t>Optimize application performance by eliminating network bottlenecks</a:t>
            </a:r>
          </a:p>
          <a:p>
            <a:pPr marL="342900" indent="-342900">
              <a:buFont typeface="Arial" panose="020B0604020202020204" pitchFamily="34" charset="0"/>
              <a:buChar char="•"/>
            </a:pPr>
            <a:r>
              <a:rPr lang="en-US" dirty="0"/>
              <a:t>Analyze traffic and apps across hybrid cloud and multi-cloud</a:t>
            </a:r>
          </a:p>
        </p:txBody>
      </p:sp>
    </p:spTree>
    <p:extLst>
      <p:ext uri="{BB962C8B-B14F-4D97-AF65-F5344CB8AC3E}">
        <p14:creationId xmlns:p14="http://schemas.microsoft.com/office/powerpoint/2010/main" val="1179187806"/>
      </p:ext>
    </p:extLst>
  </p:cSld>
  <p:clrMapOvr>
    <a:masterClrMapping/>
  </p:clrMapOvr>
  <p:transition spd="med">
    <p:fad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2BFCA37A-2BE1-4B3B-88E7-7B365BF76482}"/>
              </a:ext>
            </a:extLst>
          </p:cNvPr>
          <p:cNvSpPr>
            <a:spLocks noGrp="1"/>
          </p:cNvSpPr>
          <p:nvPr>
            <p:ph type="title"/>
          </p:nvPr>
        </p:nvSpPr>
        <p:spPr/>
        <p:txBody>
          <a:bodyPr/>
          <a:lstStyle/>
          <a:p>
            <a:r>
              <a:rPr lang="en-US" dirty="0"/>
              <a:t>VMware Cloud Foundation for networks</a:t>
            </a:r>
          </a:p>
        </p:txBody>
      </p:sp>
      <p:sp>
        <p:nvSpPr>
          <p:cNvPr id="4" name="Text Placeholder 3">
            <a:extLst>
              <a:ext uri="{FF2B5EF4-FFF2-40B4-BE49-F238E27FC236}">
                <a16:creationId xmlns:a16="http://schemas.microsoft.com/office/drawing/2014/main" id="{E753E9F5-9D09-43A8-B00C-CBED0816E8FA}"/>
              </a:ext>
            </a:extLst>
          </p:cNvPr>
          <p:cNvSpPr>
            <a:spLocks noGrp="1"/>
          </p:cNvSpPr>
          <p:nvPr>
            <p:ph type="subTitle" idx="10"/>
          </p:nvPr>
        </p:nvSpPr>
        <p:spPr/>
        <p:txBody>
          <a:bodyPr/>
          <a:lstStyle/>
          <a:p>
            <a:r>
              <a:rPr lang="en-US" dirty="0"/>
              <a:t>Security</a:t>
            </a:r>
          </a:p>
        </p:txBody>
      </p:sp>
      <p:sp>
        <p:nvSpPr>
          <p:cNvPr id="8" name="Content Placeholder 7">
            <a:extLst>
              <a:ext uri="{FF2B5EF4-FFF2-40B4-BE49-F238E27FC236}">
                <a16:creationId xmlns:a16="http://schemas.microsoft.com/office/drawing/2014/main" id="{D5B41E5F-2D71-49C4-8381-B0B460D7A8F9}"/>
              </a:ext>
            </a:extLst>
          </p:cNvPr>
          <p:cNvSpPr>
            <a:spLocks noGrp="1"/>
          </p:cNvSpPr>
          <p:nvPr>
            <p:ph sz="quarter" idx="14"/>
          </p:nvPr>
        </p:nvSpPr>
        <p:spPr/>
        <p:txBody>
          <a:bodyPr/>
          <a:lstStyle/>
          <a:p>
            <a:pPr marL="342900" indent="-342900">
              <a:buFont typeface="Arial" panose="020B0604020202020204" pitchFamily="34" charset="0"/>
              <a:buChar char="•"/>
            </a:pPr>
            <a:r>
              <a:rPr lang="en-US" dirty="0"/>
              <a:t>Plan app security and cloud migration</a:t>
            </a:r>
          </a:p>
          <a:p>
            <a:pPr marL="342900" indent="-342900">
              <a:buFont typeface="Arial" panose="020B0604020202020204" pitchFamily="34" charset="0"/>
              <a:buChar char="•"/>
            </a:pPr>
            <a:r>
              <a:rPr lang="en-US" dirty="0"/>
              <a:t>Plan security, recommend firewall policies, micro-segmentation apps</a:t>
            </a:r>
          </a:p>
          <a:p>
            <a:pPr marL="342900" indent="-342900">
              <a:buFont typeface="Arial" panose="020B0604020202020204" pitchFamily="34" charset="0"/>
              <a:buChar char="•"/>
            </a:pPr>
            <a:r>
              <a:rPr lang="en-US" dirty="0"/>
              <a:t>Troubleshoot security for hybrid applications across VMs, containers and clouds</a:t>
            </a:r>
          </a:p>
          <a:p>
            <a:pPr marL="342900" indent="-342900">
              <a:buFont typeface="Arial" panose="020B0604020202020204" pitchFamily="34" charset="0"/>
              <a:buChar char="•"/>
            </a:pPr>
            <a:r>
              <a:rPr lang="en-US" dirty="0"/>
              <a:t>Map dependencies to reduce risk during app migration </a:t>
            </a:r>
          </a:p>
        </p:txBody>
      </p:sp>
    </p:spTree>
    <p:extLst>
      <p:ext uri="{BB962C8B-B14F-4D97-AF65-F5344CB8AC3E}">
        <p14:creationId xmlns:p14="http://schemas.microsoft.com/office/powerpoint/2010/main" val="3719260348"/>
      </p:ext>
    </p:extLst>
  </p:cSld>
  <p:clrMapOvr>
    <a:masterClrMapping/>
  </p:clrMapOvr>
  <p:transition spd="med">
    <p:fad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422346880"/>
      </p:ext>
    </p:extLst>
  </p:cSld>
  <p:clrMapOvr>
    <a:masterClrMapping/>
  </p:clrMapOvr>
  <p:transition spd="med">
    <p:fade/>
  </p:transition>
</p:sld>
</file>

<file path=ppt/tags/tag1.xml><?xml version="1.0" encoding="utf-8"?>
<p:tagLst xmlns:a="http://schemas.openxmlformats.org/drawingml/2006/main" xmlns:r="http://schemas.openxmlformats.org/officeDocument/2006/relationships" xmlns:p="http://schemas.openxmlformats.org/presentationml/2006/main">
  <p:tag name="ARTICULATE_PROJECT_OPEN" val="0"/>
</p:tagLst>
</file>

<file path=ppt/theme/theme1.xml><?xml version="1.0" encoding="utf-8"?>
<a:theme xmlns:a="http://schemas.openxmlformats.org/drawingml/2006/main" name="VMware 2025 Light">
  <a:themeElements>
    <a:clrScheme name="VMware-Light">
      <a:dk1>
        <a:srgbClr val="000000"/>
      </a:dk1>
      <a:lt1>
        <a:srgbClr val="FFFFFF"/>
      </a:lt1>
      <a:dk2>
        <a:srgbClr val="1B1D36"/>
      </a:dk2>
      <a:lt2>
        <a:srgbClr val="EEEEEE"/>
      </a:lt2>
      <a:accent1>
        <a:srgbClr val="007B8C"/>
      </a:accent1>
      <a:accent2>
        <a:srgbClr val="005C8A"/>
      </a:accent2>
      <a:accent3>
        <a:srgbClr val="0098C7"/>
      </a:accent3>
      <a:accent4>
        <a:srgbClr val="61A60E"/>
      </a:accent4>
      <a:accent5>
        <a:srgbClr val="6C4B94"/>
      </a:accent5>
      <a:accent6>
        <a:srgbClr val="F3BA16"/>
      </a:accent6>
      <a:hlink>
        <a:srgbClr val="0098C7"/>
      </a:hlink>
      <a:folHlink>
        <a:srgbClr val="6C4B94"/>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chemeClr val="accent2"/>
        </a:solidFill>
        <a:ln w="12700">
          <a:noFill/>
          <a:miter lim="800000"/>
        </a:ln>
        <a:effectLst/>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sz="1800" dirty="0" smtClean="0">
            <a:solidFill>
              <a:schemeClr val="bg1"/>
            </a:solidFill>
          </a:defRPr>
        </a:defPPr>
      </a:lstStyle>
      <a:style>
        <a:lnRef idx="1">
          <a:schemeClr val="accent1"/>
        </a:lnRef>
        <a:fillRef idx="3">
          <a:schemeClr val="accent1"/>
        </a:fillRef>
        <a:effectRef idx="2">
          <a:schemeClr val="accent1"/>
        </a:effectRef>
        <a:fontRef idx="minor">
          <a:schemeClr val="lt1"/>
        </a:fontRef>
      </a:style>
    </a:spDef>
    <a:lnDef>
      <a:spPr bwMode="gray">
        <a:ln w="12700">
          <a:solidFill>
            <a:schemeClr val="tx1"/>
          </a:solidFill>
          <a:miter lim="800000"/>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1800" dirty="0" smtClean="0">
            <a:solidFill>
              <a:schemeClr val="tx2"/>
            </a:solidFill>
          </a:defRPr>
        </a:defPPr>
      </a:lstStyle>
    </a:txDef>
  </a:objectDefaults>
  <a:extraClrSchemeLst/>
  <a:custClrLst>
    <a:custClr name="Orange">
      <a:srgbClr val="E68C28"/>
    </a:custClr>
    <a:custClr name="Red">
      <a:srgbClr val="CC092F"/>
    </a:custClr>
    <a:custClr name="Light Grey">
      <a:srgbClr val="E2E3E4"/>
    </a:custClr>
    <a:custClr name="Cool Grey 7">
      <a:srgbClr val="97999B"/>
    </a:custClr>
    <a:custClr name="Dark Grey">
      <a:srgbClr val="53565A"/>
    </a:custClr>
    <a:custClr name="2nd Green">
      <a:srgbClr val="23800A"/>
    </a:custClr>
    <a:custClr name="2nd Blue">
      <a:srgbClr val="007DA3"/>
    </a:custClr>
    <a:custClr name="187 Red">
      <a:srgbClr val="A6192E"/>
    </a:custClr>
  </a:custClrLst>
  <a:extLst>
    <a:ext uri="{05A4C25C-085E-4340-85A3-A5531E510DB2}">
      <thm15:themeFamily xmlns:thm15="http://schemas.microsoft.com/office/thememl/2012/main" name="bc-vmw-ppt-template-light-arial-2025.potx" id="{270C1632-0D73-4249-9EC5-826DF1073C3F}" vid="{79868998-EA69-428A-BEAC-731B6D11D92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VMware">
      <a:dk1>
        <a:srgbClr val="717074"/>
      </a:dk1>
      <a:lt1>
        <a:sysClr val="window" lastClr="FFFFFF"/>
      </a:lt1>
      <a:dk2>
        <a:srgbClr val="000000"/>
      </a:dk2>
      <a:lt2>
        <a:srgbClr val="C6C6C8"/>
      </a:lt2>
      <a:accent1>
        <a:srgbClr val="0095D3"/>
      </a:accent1>
      <a:accent2>
        <a:srgbClr val="89CBDF"/>
      </a:accent2>
      <a:accent3>
        <a:srgbClr val="006990"/>
      </a:accent3>
      <a:accent4>
        <a:srgbClr val="6DB33F"/>
      </a:accent4>
      <a:accent5>
        <a:srgbClr val="C2CD23"/>
      </a:accent5>
      <a:accent6>
        <a:srgbClr val="387C2C"/>
      </a:accent6>
      <a:hlink>
        <a:srgbClr val="0095D3"/>
      </a:hlink>
      <a:folHlink>
        <a:srgbClr val="89CBDF"/>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D88D0C854358DC418D143DF91B0F9F69" ma:contentTypeVersion="25" ma:contentTypeDescription="Create a new document." ma:contentTypeScope="" ma:versionID="86d1ae78601d406bc59f7b48175c4925">
  <xsd:schema xmlns:xsd="http://www.w3.org/2001/XMLSchema" xmlns:xs="http://www.w3.org/2001/XMLSchema" xmlns:p="http://schemas.microsoft.com/office/2006/metadata/properties" xmlns:ns1="http://schemas.microsoft.com/sharepoint/v3" xmlns:ns2="ff83b573-1131-4ec9-87e0-8de43cb2141f" xmlns:ns3="b91cd729-8792-47cd-b03b-259374444807" xmlns:ns4="78c16552-cbf3-4f1f-97ed-388b5d2a083d" targetNamespace="http://schemas.microsoft.com/office/2006/metadata/properties" ma:root="true" ma:fieldsID="87232950fb7e83d3727f6e525efdb9c3" ns1:_="" ns2:_="" ns3:_="" ns4:_="">
    <xsd:import namespace="http://schemas.microsoft.com/sharepoint/v3"/>
    <xsd:import namespace="ff83b573-1131-4ec9-87e0-8de43cb2141f"/>
    <xsd:import namespace="b91cd729-8792-47cd-b03b-259374444807"/>
    <xsd:import namespace="78c16552-cbf3-4f1f-97ed-388b5d2a083d"/>
    <xsd:element name="properties">
      <xsd:complexType>
        <xsd:sequence>
          <xsd:element name="documentManagement">
            <xsd:complexType>
              <xsd:all>
                <xsd:element ref="ns2:MigrationWizId" minOccurs="0"/>
                <xsd:element ref="ns2:MigrationWizIdPermissions" minOccurs="0"/>
                <xsd:element ref="ns2:MigrationWizIdPermissionLevels" minOccurs="0"/>
                <xsd:element ref="ns2:MigrationWizIdDocumentLibraryPermissions" minOccurs="0"/>
                <xsd:element ref="ns2:MigrationWizIdSecurityGroups" minOccurs="0"/>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AutoTags" minOccurs="0"/>
                <xsd:element ref="ns2:MediaServiceOCR" minOccurs="0"/>
                <xsd:element ref="ns2:MediaServiceGenerationTime" minOccurs="0"/>
                <xsd:element ref="ns2:MediaServiceEventHashCode" minOccurs="0"/>
                <xsd:element ref="ns2:MediaServiceDateTaken" minOccurs="0"/>
                <xsd:element ref="ns2:MediaLengthInSeconds" minOccurs="0"/>
                <xsd:element ref="ns2:lcf76f155ced4ddcb4097134ff3c332f" minOccurs="0"/>
                <xsd:element ref="ns4:TaxCatchAll" minOccurs="0"/>
                <xsd:element ref="ns2:MediaServiceSearchProperties" minOccurs="0"/>
                <xsd:element ref="ns2:MediaServiceObjectDetectorVersions" minOccurs="0"/>
                <xsd:element ref="ns2:MediaServiceLocation" minOccurs="0"/>
                <xsd:element ref="ns1:_ip_UnifiedCompliancePolicyProperties" minOccurs="0"/>
                <xsd:element ref="ns1:_ip_UnifiedCompliancePolicyUIAc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31" nillable="true" ma:displayName="Unified Compliance Policy Properties" ma:hidden="true" ma:internalName="_ip_UnifiedCompliancePolicyProperties">
      <xsd:simpleType>
        <xsd:restriction base="dms:Note"/>
      </xsd:simpleType>
    </xsd:element>
    <xsd:element name="_ip_UnifiedCompliancePolicyUIAction" ma:index="32"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ff83b573-1131-4ec9-87e0-8de43cb2141f" elementFormDefault="qualified">
    <xsd:import namespace="http://schemas.microsoft.com/office/2006/documentManagement/types"/>
    <xsd:import namespace="http://schemas.microsoft.com/office/infopath/2007/PartnerControls"/>
    <xsd:element name="MigrationWizId" ma:index="8" nillable="true" ma:displayName="MigrationWizId" ma:internalName="MigrationWizId">
      <xsd:simpleType>
        <xsd:restriction base="dms:Text"/>
      </xsd:simpleType>
    </xsd:element>
    <xsd:element name="MigrationWizIdPermissions" ma:index="9" nillable="true" ma:displayName="MigrationWizIdPermissions" ma:internalName="MigrationWizIdPermissions">
      <xsd:simpleType>
        <xsd:restriction base="dms:Text"/>
      </xsd:simpleType>
    </xsd:element>
    <xsd:element name="MigrationWizIdPermissionLevels" ma:index="10" nillable="true" ma:displayName="MigrationWizIdPermissionLevels" ma:internalName="MigrationWizIdPermissionLevels">
      <xsd:simpleType>
        <xsd:restriction base="dms:Text"/>
      </xsd:simpleType>
    </xsd:element>
    <xsd:element name="MigrationWizIdDocumentLibraryPermissions" ma:index="11" nillable="true" ma:displayName="MigrationWizIdDocumentLibraryPermissions" ma:internalName="MigrationWizIdDocumentLibraryPermissions">
      <xsd:simpleType>
        <xsd:restriction base="dms:Text"/>
      </xsd:simpleType>
    </xsd:element>
    <xsd:element name="MigrationWizIdSecurityGroups" ma:index="12" nillable="true" ma:displayName="MigrationWizIdSecurityGroups" ma:internalName="MigrationWizIdSecurityGroups">
      <xsd:simpleType>
        <xsd:restriction base="dms:Text"/>
      </xsd:simpleType>
    </xsd:element>
    <xsd:element name="MediaServiceMetadata" ma:index="13" nillable="true" ma:displayName="MediaServiceMetadata" ma:hidden="true" ma:internalName="MediaServiceMetadata" ma:readOnly="true">
      <xsd:simpleType>
        <xsd:restriction base="dms:Note"/>
      </xsd:simpleType>
    </xsd:element>
    <xsd:element name="MediaServiceFastMetadata" ma:index="14" nillable="true" ma:displayName="MediaServiceFastMetadata" ma:hidden="true" ma:internalName="MediaServiceFastMetadata" ma:readOnly="true">
      <xsd:simpleType>
        <xsd:restriction base="dms:Note"/>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internalName="MediaServiceKeyPoints" ma:readOnly="true">
      <xsd:simpleType>
        <xsd:restriction base="dms:Note">
          <xsd:maxLength value="255"/>
        </xsd:restriction>
      </xsd:simpleType>
    </xsd:element>
    <xsd:element name="MediaServiceAutoTags" ma:index="19" nillable="true" ma:displayName="Tags" ma:internalName="MediaServiceAutoTags" ma:readOnly="true">
      <xsd:simpleType>
        <xsd:restriction base="dms:Text"/>
      </xsd:simpleType>
    </xsd:element>
    <xsd:element name="MediaServiceOCR" ma:index="20" nillable="true" ma:displayName="Extracted Text" ma:internalName="MediaServiceOCR" ma:readOnly="true">
      <xsd:simpleType>
        <xsd:restriction base="dms:Note">
          <xsd:maxLength value="255"/>
        </xsd:restriction>
      </xsd:simpleType>
    </xsd:element>
    <xsd:element name="MediaServiceGenerationTime" ma:index="21" nillable="true" ma:displayName="MediaServiceGenerationTime" ma:hidden="true" ma:internalName="MediaServiceGenerationTime" ma:readOnly="true">
      <xsd:simpleType>
        <xsd:restriction base="dms:Text"/>
      </xsd:simpleType>
    </xsd:element>
    <xsd:element name="MediaServiceEventHashCode" ma:index="22" nillable="true" ma:displayName="MediaServiceEventHashCode" ma:hidden="true" ma:internalName="MediaServiceEventHashCode" ma:readOnly="true">
      <xsd:simpleType>
        <xsd:restriction base="dms:Text"/>
      </xsd:simpleType>
    </xsd:element>
    <xsd:element name="MediaServiceDateTaken" ma:index="23" nillable="true" ma:displayName="MediaServiceDateTaken" ma:hidden="true" ma:internalName="MediaServiceDateTaken" ma:readOnly="true">
      <xsd:simpleType>
        <xsd:restriction base="dms:Text"/>
      </xsd:simpleType>
    </xsd:element>
    <xsd:element name="MediaLengthInSeconds" ma:index="24" nillable="true" ma:displayName="MediaLengthInSeconds" ma:hidden="true" ma:internalName="MediaLengthInSeconds" ma:readOnly="true">
      <xsd:simpleType>
        <xsd:restriction base="dms:Unknown"/>
      </xsd:simpleType>
    </xsd:element>
    <xsd:element name="lcf76f155ced4ddcb4097134ff3c332f" ma:index="26" nillable="true" ma:taxonomy="true" ma:internalName="lcf76f155ced4ddcb4097134ff3c332f" ma:taxonomyFieldName="MediaServiceImageTags" ma:displayName="Image Tags" ma:readOnly="false" ma:fieldId="{5cf76f15-5ced-4ddc-b409-7134ff3c332f}" ma:taxonomyMulti="true" ma:sspId="35e516c6-d7bc-4be5-8458-55365016f2bc" ma:termSetId="09814cd3-568e-fe90-9814-8d621ff8fb84" ma:anchorId="fba54fb3-c3e1-fe81-a776-ca4b69148c4d" ma:open="true" ma:isKeyword="false">
      <xsd:complexType>
        <xsd:sequence>
          <xsd:element ref="pc:Terms" minOccurs="0" maxOccurs="1"/>
        </xsd:sequence>
      </xsd:complexType>
    </xsd:element>
    <xsd:element name="MediaServiceSearchProperties" ma:index="28" nillable="true" ma:displayName="MediaServiceSearchProperties" ma:hidden="true" ma:internalName="MediaServiceSearchProperties" ma:readOnly="true">
      <xsd:simpleType>
        <xsd:restriction base="dms:Note"/>
      </xsd:simpleType>
    </xsd:element>
    <xsd:element name="MediaServiceObjectDetectorVersions" ma:index="29" nillable="true" ma:displayName="MediaServiceObjectDetectorVersions" ma:hidden="true" ma:indexed="true" ma:internalName="MediaServiceObjectDetectorVersions" ma:readOnly="true">
      <xsd:simpleType>
        <xsd:restriction base="dms:Text"/>
      </xsd:simpleType>
    </xsd:element>
    <xsd:element name="MediaServiceLocation" ma:index="30"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b91cd729-8792-47cd-b03b-259374444807"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78c16552-cbf3-4f1f-97ed-388b5d2a083d" elementFormDefault="qualified">
    <xsd:import namespace="http://schemas.microsoft.com/office/2006/documentManagement/types"/>
    <xsd:import namespace="http://schemas.microsoft.com/office/infopath/2007/PartnerControls"/>
    <xsd:element name="TaxCatchAll" ma:index="27" nillable="true" ma:displayName="Taxonomy Catch All Column" ma:hidden="true" ma:list="{62e8767f-5054-4ecc-a981-a992a2f0e90f}" ma:internalName="TaxCatchAll" ma:showField="CatchAllData" ma:web="78c16552-cbf3-4f1f-97ed-388b5d2a083d">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pc="http://schemas.microsoft.com/office/infopath/2007/PartnerControls" xmlns:xsi="http://www.w3.org/2001/XMLSchema-instance">
  <documentManagement>
    <TaxCatchAll xmlns="78c16552-cbf3-4f1f-97ed-388b5d2a083d" xsi:nil="true"/>
    <MigrationWizIdSecurityGroups xmlns="ff83b573-1131-4ec9-87e0-8de43cb2141f" xsi:nil="true"/>
    <_ip_UnifiedCompliancePolicyUIAction xmlns="http://schemas.microsoft.com/sharepoint/v3" xsi:nil="true"/>
    <MigrationWizIdPermissions xmlns="ff83b573-1131-4ec9-87e0-8de43cb2141f" xsi:nil="true"/>
    <MigrationWizId xmlns="ff83b573-1131-4ec9-87e0-8de43cb2141f" xsi:nil="true"/>
    <MigrationWizIdDocumentLibraryPermissions xmlns="ff83b573-1131-4ec9-87e0-8de43cb2141f" xsi:nil="true"/>
    <_ip_UnifiedCompliancePolicyProperties xmlns="http://schemas.microsoft.com/sharepoint/v3" xsi:nil="true"/>
    <lcf76f155ced4ddcb4097134ff3c332f xmlns="ff83b573-1131-4ec9-87e0-8de43cb2141f">
      <Terms xmlns="http://schemas.microsoft.com/office/infopath/2007/PartnerControls"/>
    </lcf76f155ced4ddcb4097134ff3c332f>
    <MigrationWizIdPermissionLevels xmlns="ff83b573-1131-4ec9-87e0-8de43cb2141f" xsi:nil="true"/>
  </documentManagement>
</p:properties>
</file>

<file path=customXml/itemProps1.xml><?xml version="1.0" encoding="utf-8"?>
<ds:datastoreItem xmlns:ds="http://schemas.openxmlformats.org/officeDocument/2006/customXml" ds:itemID="{20B318D1-FD51-4191-980C-148891BE3487}"/>
</file>

<file path=customXml/itemProps2.xml><?xml version="1.0" encoding="utf-8"?>
<ds:datastoreItem xmlns:ds="http://schemas.openxmlformats.org/officeDocument/2006/customXml" ds:itemID="{3BF02463-FB5A-4761-9FE8-9380FA825418}">
  <ds:schemaRefs>
    <ds:schemaRef ds:uri="http://schemas.microsoft.com/sharepoint/v3/contenttype/forms"/>
  </ds:schemaRefs>
</ds:datastoreItem>
</file>

<file path=customXml/itemProps3.xml><?xml version="1.0" encoding="utf-8"?>
<ds:datastoreItem xmlns:ds="http://schemas.openxmlformats.org/officeDocument/2006/customXml" ds:itemID="{8E8B0D90-F4AE-4AFC-AAAF-88CBAFE6D091}">
  <ds:schemaRefs>
    <ds:schemaRef ds:uri="http://schemas.microsoft.com/office/2006/metadata/properties"/>
    <ds:schemaRef ds:uri="http://schemas.microsoft.com/office/infopath/2007/PartnerControls"/>
    <ds:schemaRef ds:uri="94b33151-80fa-4b06-b3dc-d54c842f0d2a"/>
    <ds:schemaRef ds:uri="f698bbf4-22fc-464f-b3bf-42aa93b7dda6"/>
    <ds:schemaRef ds:uri="eb3a237d-4129-4a2a-8fb3-b20be8ca4bd3"/>
  </ds:schemaRefs>
</ds:datastoreItem>
</file>

<file path=docProps/app.xml><?xml version="1.0" encoding="utf-8"?>
<Properties xmlns="http://schemas.openxmlformats.org/officeDocument/2006/extended-properties" xmlns:vt="http://schemas.openxmlformats.org/officeDocument/2006/docPropsVTypes">
  <Template>VMware_white_16x9</Template>
  <TotalTime>11</TotalTime>
  <Words>2481</Words>
  <Application>Microsoft Office PowerPoint</Application>
  <PresentationFormat>Custom</PresentationFormat>
  <Paragraphs>240</Paragraphs>
  <Slides>32</Slides>
  <Notes>6</Notes>
  <HiddenSlides>1</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32</vt:i4>
      </vt:variant>
    </vt:vector>
  </HeadingPairs>
  <TitlesOfParts>
    <vt:vector size="39" baseType="lpstr">
      <vt:lpstr>Arial</vt:lpstr>
      <vt:lpstr>Camphor Std</vt:lpstr>
      <vt:lpstr>Metropolis</vt:lpstr>
      <vt:lpstr>Metropolis-Regular</vt:lpstr>
      <vt:lpstr>Open Sans</vt:lpstr>
      <vt:lpstr>System Font Regular</vt:lpstr>
      <vt:lpstr>VMware 2025 Light</vt:lpstr>
      <vt:lpstr>VMware by Broadcom Solution</vt:lpstr>
      <vt:lpstr>Useful Links for PSO Consultant (VCF 5.x)</vt:lpstr>
      <vt:lpstr>Useful Links for PSO Consultant (VCF 9.x)</vt:lpstr>
      <vt:lpstr>PowerPoint Presentation</vt:lpstr>
      <vt:lpstr>Introductions and Workshop Objectives</vt:lpstr>
      <vt:lpstr>VMware Solution</vt:lpstr>
      <vt:lpstr>Delivering the Modern Private Cloud</vt:lpstr>
      <vt:lpstr>PowerPoint Presentation</vt:lpstr>
      <vt:lpstr>Solution Scope</vt:lpstr>
      <vt:lpstr>Solution Scope</vt:lpstr>
      <vt:lpstr>Solution Scope</vt:lpstr>
      <vt:lpstr>VMware Solution</vt:lpstr>
      <vt:lpstr>Engagement Scope - Technical</vt:lpstr>
      <vt:lpstr>Engagement Scope - People and Process</vt:lpstr>
      <vt:lpstr>VMware Cloud Foundation for networks</vt:lpstr>
      <vt:lpstr>PowerPoint Presentation</vt:lpstr>
      <vt:lpstr>Product Resources</vt:lpstr>
      <vt:lpstr>Product Resources</vt:lpstr>
      <vt:lpstr>Product Resources</vt:lpstr>
      <vt:lpstr>Product Resources</vt:lpstr>
      <vt:lpstr>Product Capabilities</vt:lpstr>
      <vt:lpstr>Product Capabilities</vt:lpstr>
      <vt:lpstr>Configuration Review </vt:lpstr>
      <vt:lpstr>Configuration Review</vt:lpstr>
      <vt:lpstr>Configuration Walkthrough</vt:lpstr>
      <vt:lpstr>Configuration Walkthrough</vt:lpstr>
      <vt:lpstr>Adoption Activities</vt:lpstr>
      <vt:lpstr>Aria Operations for Networks</vt:lpstr>
      <vt:lpstr>VMware Cloud Foundation for networks</vt:lpstr>
      <vt:lpstr>VMware Cloud Foundation for networks</vt:lpstr>
      <vt:lpstr>VMware Cloud Foundation for networks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Brent Douglas</cp:lastModifiedBy>
  <cp:revision>8</cp:revision>
  <dcterms:created xsi:type="dcterms:W3CDTF">2019-03-26T18:12:31Z</dcterms:created>
  <dcterms:modified xsi:type="dcterms:W3CDTF">2026-04-27T16:49:52Z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0x010100D88D0C854358DC418D143DF91B0F9F69</vt:lpwstr>
  </property>
  <property fmtid="{D5CDD505-2E9C-101B-9397-08002B2CF9AE}" pid="3" name="VMW Product">
    <vt:lpwstr/>
  </property>
  <property fmtid="{D5CDD505-2E9C-101B-9397-08002B2CF9AE}" pid="4" name="Association">
    <vt:lpwstr>229;#ALL|9c44ab2d-3a43-467f-830a-d5560c6fd4a6</vt:lpwstr>
  </property>
</Properties>
</file>